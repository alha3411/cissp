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5.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6.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7.xml" ContentType="application/vnd.openxmlformats-officedocument.theme+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ink/ink1.xml" ContentType="application/inkml+xml"/>
  <Override PartName="/ppt/ink/ink2.xml" ContentType="application/inkml+xml"/>
  <Override PartName="/ppt/notesSlides/notesSlide68.xml" ContentType="application/vnd.openxmlformats-officedocument.presentationml.notesSlide+xml"/>
  <Override PartName="/ppt/ink/ink3.xml" ContentType="application/inkml+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0" r:id="rId1"/>
    <p:sldMasterId id="2147483838" r:id="rId2"/>
    <p:sldMasterId id="2147483896" r:id="rId3"/>
    <p:sldMasterId id="2147484001" r:id="rId4"/>
    <p:sldMasterId id="2147484034" r:id="rId5"/>
    <p:sldMasterId id="2147484056" r:id="rId6"/>
    <p:sldMasterId id="2147484082" r:id="rId7"/>
    <p:sldMasterId id="2147484098" r:id="rId8"/>
  </p:sldMasterIdLst>
  <p:notesMasterIdLst>
    <p:notesMasterId r:id="rId119"/>
  </p:notesMasterIdLst>
  <p:sldIdLst>
    <p:sldId id="982" r:id="rId9"/>
    <p:sldId id="258" r:id="rId10"/>
    <p:sldId id="273" r:id="rId11"/>
    <p:sldId id="305" r:id="rId12"/>
    <p:sldId id="306" r:id="rId13"/>
    <p:sldId id="307" r:id="rId14"/>
    <p:sldId id="291" r:id="rId15"/>
    <p:sldId id="942" r:id="rId16"/>
    <p:sldId id="316" r:id="rId17"/>
    <p:sldId id="1067" r:id="rId18"/>
    <p:sldId id="944" r:id="rId19"/>
    <p:sldId id="1087" r:id="rId20"/>
    <p:sldId id="279" r:id="rId21"/>
    <p:sldId id="1138" r:id="rId22"/>
    <p:sldId id="277" r:id="rId23"/>
    <p:sldId id="1170" r:id="rId24"/>
    <p:sldId id="376" r:id="rId25"/>
    <p:sldId id="274" r:id="rId26"/>
    <p:sldId id="278" r:id="rId27"/>
    <p:sldId id="433" r:id="rId28"/>
    <p:sldId id="631" r:id="rId29"/>
    <p:sldId id="338" r:id="rId30"/>
    <p:sldId id="261" r:id="rId31"/>
    <p:sldId id="1142" r:id="rId32"/>
    <p:sldId id="1103" r:id="rId33"/>
    <p:sldId id="1106" r:id="rId34"/>
    <p:sldId id="1107" r:id="rId35"/>
    <p:sldId id="276" r:id="rId36"/>
    <p:sldId id="1109" r:id="rId37"/>
    <p:sldId id="1143" r:id="rId38"/>
    <p:sldId id="427" r:id="rId39"/>
    <p:sldId id="549" r:id="rId40"/>
    <p:sldId id="1144" r:id="rId41"/>
    <p:sldId id="312" r:id="rId42"/>
    <p:sldId id="313" r:id="rId43"/>
    <p:sldId id="314" r:id="rId44"/>
    <p:sldId id="328" r:id="rId45"/>
    <p:sldId id="329" r:id="rId46"/>
    <p:sldId id="330" r:id="rId47"/>
    <p:sldId id="331" r:id="rId48"/>
    <p:sldId id="333" r:id="rId49"/>
    <p:sldId id="335" r:id="rId50"/>
    <p:sldId id="363" r:id="rId51"/>
    <p:sldId id="364" r:id="rId52"/>
    <p:sldId id="336" r:id="rId53"/>
    <p:sldId id="337" r:id="rId54"/>
    <p:sldId id="1168" r:id="rId55"/>
    <p:sldId id="340" r:id="rId56"/>
    <p:sldId id="551" r:id="rId57"/>
    <p:sldId id="349" r:id="rId58"/>
    <p:sldId id="345" r:id="rId59"/>
    <p:sldId id="976" r:id="rId60"/>
    <p:sldId id="920" r:id="rId61"/>
    <p:sldId id="275" r:id="rId62"/>
    <p:sldId id="1132" r:id="rId63"/>
    <p:sldId id="391" r:id="rId64"/>
    <p:sldId id="346" r:id="rId65"/>
    <p:sldId id="342" r:id="rId66"/>
    <p:sldId id="977" r:id="rId67"/>
    <p:sldId id="350" r:id="rId68"/>
    <p:sldId id="351" r:id="rId69"/>
    <p:sldId id="352" r:id="rId70"/>
    <p:sldId id="353" r:id="rId71"/>
    <p:sldId id="354" r:id="rId72"/>
    <p:sldId id="355" r:id="rId73"/>
    <p:sldId id="1054" r:id="rId74"/>
    <p:sldId id="356" r:id="rId75"/>
    <p:sldId id="357" r:id="rId76"/>
    <p:sldId id="358" r:id="rId77"/>
    <p:sldId id="1131" r:id="rId78"/>
    <p:sldId id="343" r:id="rId79"/>
    <p:sldId id="360" r:id="rId80"/>
    <p:sldId id="361" r:id="rId81"/>
    <p:sldId id="362" r:id="rId82"/>
    <p:sldId id="317" r:id="rId83"/>
    <p:sldId id="318" r:id="rId84"/>
    <p:sldId id="324" r:id="rId85"/>
    <p:sldId id="325" r:id="rId86"/>
    <p:sldId id="326" r:id="rId87"/>
    <p:sldId id="327" r:id="rId88"/>
    <p:sldId id="1167" r:id="rId89"/>
    <p:sldId id="321" r:id="rId90"/>
    <p:sldId id="320" r:id="rId91"/>
    <p:sldId id="366" r:id="rId92"/>
    <p:sldId id="367" r:id="rId93"/>
    <p:sldId id="368" r:id="rId94"/>
    <p:sldId id="369" r:id="rId95"/>
    <p:sldId id="370" r:id="rId96"/>
    <p:sldId id="371" r:id="rId97"/>
    <p:sldId id="374" r:id="rId98"/>
    <p:sldId id="372" r:id="rId99"/>
    <p:sldId id="373" r:id="rId100"/>
    <p:sldId id="375" r:id="rId101"/>
    <p:sldId id="377" r:id="rId102"/>
    <p:sldId id="378" r:id="rId103"/>
    <p:sldId id="379" r:id="rId104"/>
    <p:sldId id="380" r:id="rId105"/>
    <p:sldId id="381" r:id="rId106"/>
    <p:sldId id="382" r:id="rId107"/>
    <p:sldId id="383" r:id="rId108"/>
    <p:sldId id="1134" r:id="rId109"/>
    <p:sldId id="384" r:id="rId110"/>
    <p:sldId id="385" r:id="rId111"/>
    <p:sldId id="386" r:id="rId112"/>
    <p:sldId id="387" r:id="rId113"/>
    <p:sldId id="511" r:id="rId114"/>
    <p:sldId id="512" r:id="rId115"/>
    <p:sldId id="513" r:id="rId116"/>
    <p:sldId id="310" r:id="rId117"/>
    <p:sldId id="311" r:id="rId11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5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CFD656-4FC0-433C-830C-3D0BA83922E1}" v="9" dt="2026-08-10T18:43:05.9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025" autoAdjust="0"/>
    <p:restoredTop sz="94843" autoAdjust="0"/>
  </p:normalViewPr>
  <p:slideViewPr>
    <p:cSldViewPr>
      <p:cViewPr varScale="1">
        <p:scale>
          <a:sx n="126" d="100"/>
          <a:sy n="126" d="100"/>
        </p:scale>
        <p:origin x="232" y="32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1735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117" Type="http://schemas.openxmlformats.org/officeDocument/2006/relationships/slide" Target="slides/slide109.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12" Type="http://schemas.openxmlformats.org/officeDocument/2006/relationships/slide" Target="slides/slide104.xml"/><Relationship Id="rId16" Type="http://schemas.openxmlformats.org/officeDocument/2006/relationships/slide" Target="slides/slide8.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123" Type="http://schemas.openxmlformats.org/officeDocument/2006/relationships/tableStyles" Target="tableStyles.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113" Type="http://schemas.openxmlformats.org/officeDocument/2006/relationships/slide" Target="slides/slide105.xml"/><Relationship Id="rId118" Type="http://schemas.openxmlformats.org/officeDocument/2006/relationships/slide" Target="slides/slide110.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124" Type="http://schemas.microsoft.com/office/2016/11/relationships/changesInfo" Target="changesInfos/changesInfo1.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5.xml"/><Relationship Id="rId28" Type="http://schemas.openxmlformats.org/officeDocument/2006/relationships/slide" Target="slides/slide20.xml"/><Relationship Id="rId49" Type="http://schemas.openxmlformats.org/officeDocument/2006/relationships/slide" Target="slides/slide41.xml"/><Relationship Id="rId114" Type="http://schemas.openxmlformats.org/officeDocument/2006/relationships/slide" Target="slides/slide106.xml"/><Relationship Id="rId119" Type="http://schemas.openxmlformats.org/officeDocument/2006/relationships/notesMaster" Target="notesMasters/notesMaster1.xml"/><Relationship Id="rId44" Type="http://schemas.openxmlformats.org/officeDocument/2006/relationships/slide" Target="slides/slide36.xml"/><Relationship Id="rId60" Type="http://schemas.openxmlformats.org/officeDocument/2006/relationships/slide" Target="slides/slide52.xml"/><Relationship Id="rId65" Type="http://schemas.openxmlformats.org/officeDocument/2006/relationships/slide" Target="slides/slide57.xml"/><Relationship Id="rId81" Type="http://schemas.openxmlformats.org/officeDocument/2006/relationships/slide" Target="slides/slide73.xml"/><Relationship Id="rId86" Type="http://schemas.openxmlformats.org/officeDocument/2006/relationships/slide" Target="slides/slide78.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120" Type="http://schemas.openxmlformats.org/officeDocument/2006/relationships/presProps" Target="presProps.xml"/><Relationship Id="rId125" Type="http://schemas.microsoft.com/office/2015/10/relationships/revisionInfo" Target="revisionInfo.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slide" Target="slides/slide107.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121" Type="http://schemas.openxmlformats.org/officeDocument/2006/relationships/viewProps" Target="viewProps.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openxmlformats.org/officeDocument/2006/relationships/slide" Target="slides/slide108.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slide" Target="slides/slide103.xml"/><Relationship Id="rId15" Type="http://schemas.openxmlformats.org/officeDocument/2006/relationships/slide" Target="slides/slide7.xml"/><Relationship Id="rId36" Type="http://schemas.openxmlformats.org/officeDocument/2006/relationships/slide" Target="slides/slide28.xml"/><Relationship Id="rId57" Type="http://schemas.openxmlformats.org/officeDocument/2006/relationships/slide" Target="slides/slide49.xml"/><Relationship Id="rId106" Type="http://schemas.openxmlformats.org/officeDocument/2006/relationships/slide" Target="slides/slide98.xml"/><Relationship Id="rId10" Type="http://schemas.openxmlformats.org/officeDocument/2006/relationships/slide" Target="slides/slide2.xml"/><Relationship Id="rId31" Type="http://schemas.openxmlformats.org/officeDocument/2006/relationships/slide" Target="slides/slide23.xml"/><Relationship Id="rId52" Type="http://schemas.openxmlformats.org/officeDocument/2006/relationships/slide" Target="slides/slide44.xml"/><Relationship Id="rId73" Type="http://schemas.openxmlformats.org/officeDocument/2006/relationships/slide" Target="slides/slide65.xml"/><Relationship Id="rId78" Type="http://schemas.openxmlformats.org/officeDocument/2006/relationships/slide" Target="slides/slide70.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12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n Harrah" userId="13ac046d-2492-4a67-a5cf-463964845fac" providerId="ADAL" clId="{D4502DDC-EA26-47E9-A453-E89952727A4D}"/>
    <pc:docChg chg="custSel modSld sldOrd">
      <pc:chgData name="Alan Harrah" userId="13ac046d-2492-4a67-a5cf-463964845fac" providerId="ADAL" clId="{D4502DDC-EA26-47E9-A453-E89952727A4D}" dt="2026-08-06T15:44:19.428" v="1" actId="26606"/>
      <pc:docMkLst>
        <pc:docMk/>
      </pc:docMkLst>
      <pc:sldChg chg="ord">
        <pc:chgData name="Alan Harrah" userId="13ac046d-2492-4a67-a5cf-463964845fac" providerId="ADAL" clId="{D4502DDC-EA26-47E9-A453-E89952727A4D}" dt="2026-08-06T15:32:33.717" v="0" actId="26606"/>
        <pc:sldMkLst>
          <pc:docMk/>
          <pc:sldMk cId="801503101" sldId="275"/>
        </pc:sldMkLst>
      </pc:sldChg>
      <pc:sldChg chg="modSp mod">
        <pc:chgData name="Alan Harrah" userId="13ac046d-2492-4a67-a5cf-463964845fac" providerId="ADAL" clId="{D4502DDC-EA26-47E9-A453-E89952727A4D}" dt="2026-08-06T15:32:33.717" v="0" actId="26606"/>
        <pc:sldMkLst>
          <pc:docMk/>
          <pc:sldMk cId="481426728" sldId="276"/>
        </pc:sldMkLst>
        <pc:graphicFrameChg chg="modGraphic">
          <ac:chgData name="Alan Harrah" userId="13ac046d-2492-4a67-a5cf-463964845fac" providerId="ADAL" clId="{D4502DDC-EA26-47E9-A453-E89952727A4D}" dt="2026-08-06T15:32:33.717" v="0" actId="26606"/>
          <ac:graphicFrameMkLst>
            <pc:docMk/>
            <pc:sldMk cId="481426728" sldId="276"/>
            <ac:graphicFrameMk id="61449" creationId="{ECDEA5AB-9D3F-47DF-BAA2-153EBC3D2E4E}"/>
          </ac:graphicFrameMkLst>
        </pc:graphicFrameChg>
      </pc:sldChg>
      <pc:sldChg chg="ord">
        <pc:chgData name="Alan Harrah" userId="13ac046d-2492-4a67-a5cf-463964845fac" providerId="ADAL" clId="{D4502DDC-EA26-47E9-A453-E89952727A4D}" dt="2026-08-06T15:32:33.717" v="0" actId="26606"/>
        <pc:sldMkLst>
          <pc:docMk/>
          <pc:sldMk cId="0" sldId="290"/>
        </pc:sldMkLst>
      </pc:sldChg>
      <pc:sldChg chg="modSp mod">
        <pc:chgData name="Alan Harrah" userId="13ac046d-2492-4a67-a5cf-463964845fac" providerId="ADAL" clId="{D4502DDC-EA26-47E9-A453-E89952727A4D}" dt="2026-08-06T15:32:33.717" v="0" actId="26606"/>
        <pc:sldMkLst>
          <pc:docMk/>
          <pc:sldMk cId="0" sldId="291"/>
        </pc:sldMkLst>
        <pc:graphicFrameChg chg="modGraphic">
          <ac:chgData name="Alan Harrah" userId="13ac046d-2492-4a67-a5cf-463964845fac" providerId="ADAL" clId="{D4502DDC-EA26-47E9-A453-E89952727A4D}" dt="2026-08-06T15:32:33.717" v="0" actId="26606"/>
          <ac:graphicFrameMkLst>
            <pc:docMk/>
            <pc:sldMk cId="0" sldId="291"/>
            <ac:graphicFrameMk id="524" creationId="{4B36FBA6-421C-4D7C-A5E7-665CE8A301F2}"/>
          </ac:graphicFrameMkLst>
        </pc:graphicFrameChg>
      </pc:sldChg>
      <pc:sldChg chg="ord">
        <pc:chgData name="Alan Harrah" userId="13ac046d-2492-4a67-a5cf-463964845fac" providerId="ADAL" clId="{D4502DDC-EA26-47E9-A453-E89952727A4D}" dt="2026-08-06T15:32:33.717" v="0" actId="26606"/>
        <pc:sldMkLst>
          <pc:docMk/>
          <pc:sldMk cId="0" sldId="310"/>
        </pc:sldMkLst>
      </pc:sldChg>
      <pc:sldChg chg="ord">
        <pc:chgData name="Alan Harrah" userId="13ac046d-2492-4a67-a5cf-463964845fac" providerId="ADAL" clId="{D4502DDC-EA26-47E9-A453-E89952727A4D}" dt="2026-08-06T15:32:33.717" v="0" actId="26606"/>
        <pc:sldMkLst>
          <pc:docMk/>
          <pc:sldMk cId="0" sldId="311"/>
        </pc:sldMkLst>
      </pc:sldChg>
      <pc:sldChg chg="ord">
        <pc:chgData name="Alan Harrah" userId="13ac046d-2492-4a67-a5cf-463964845fac" providerId="ADAL" clId="{D4502DDC-EA26-47E9-A453-E89952727A4D}" dt="2026-08-06T15:32:33.717" v="0" actId="26606"/>
        <pc:sldMkLst>
          <pc:docMk/>
          <pc:sldMk cId="0" sldId="317"/>
        </pc:sldMkLst>
      </pc:sldChg>
      <pc:sldChg chg="ord">
        <pc:chgData name="Alan Harrah" userId="13ac046d-2492-4a67-a5cf-463964845fac" providerId="ADAL" clId="{D4502DDC-EA26-47E9-A453-E89952727A4D}" dt="2026-08-06T15:32:33.717" v="0" actId="26606"/>
        <pc:sldMkLst>
          <pc:docMk/>
          <pc:sldMk cId="0" sldId="318"/>
        </pc:sldMkLst>
      </pc:sldChg>
      <pc:sldChg chg="ord">
        <pc:chgData name="Alan Harrah" userId="13ac046d-2492-4a67-a5cf-463964845fac" providerId="ADAL" clId="{D4502DDC-EA26-47E9-A453-E89952727A4D}" dt="2026-08-06T15:32:33.717" v="0" actId="26606"/>
        <pc:sldMkLst>
          <pc:docMk/>
          <pc:sldMk cId="0" sldId="320"/>
        </pc:sldMkLst>
      </pc:sldChg>
      <pc:sldChg chg="ord">
        <pc:chgData name="Alan Harrah" userId="13ac046d-2492-4a67-a5cf-463964845fac" providerId="ADAL" clId="{D4502DDC-EA26-47E9-A453-E89952727A4D}" dt="2026-08-06T15:32:33.717" v="0" actId="26606"/>
        <pc:sldMkLst>
          <pc:docMk/>
          <pc:sldMk cId="0" sldId="321"/>
        </pc:sldMkLst>
      </pc:sldChg>
      <pc:sldChg chg="ord">
        <pc:chgData name="Alan Harrah" userId="13ac046d-2492-4a67-a5cf-463964845fac" providerId="ADAL" clId="{D4502DDC-EA26-47E9-A453-E89952727A4D}" dt="2026-08-06T15:32:33.717" v="0" actId="26606"/>
        <pc:sldMkLst>
          <pc:docMk/>
          <pc:sldMk cId="0" sldId="324"/>
        </pc:sldMkLst>
      </pc:sldChg>
      <pc:sldChg chg="ord">
        <pc:chgData name="Alan Harrah" userId="13ac046d-2492-4a67-a5cf-463964845fac" providerId="ADAL" clId="{D4502DDC-EA26-47E9-A453-E89952727A4D}" dt="2026-08-06T15:32:33.717" v="0" actId="26606"/>
        <pc:sldMkLst>
          <pc:docMk/>
          <pc:sldMk cId="0" sldId="325"/>
        </pc:sldMkLst>
      </pc:sldChg>
      <pc:sldChg chg="ord">
        <pc:chgData name="Alan Harrah" userId="13ac046d-2492-4a67-a5cf-463964845fac" providerId="ADAL" clId="{D4502DDC-EA26-47E9-A453-E89952727A4D}" dt="2026-08-06T15:32:33.717" v="0" actId="26606"/>
        <pc:sldMkLst>
          <pc:docMk/>
          <pc:sldMk cId="0" sldId="326"/>
        </pc:sldMkLst>
      </pc:sldChg>
      <pc:sldChg chg="ord">
        <pc:chgData name="Alan Harrah" userId="13ac046d-2492-4a67-a5cf-463964845fac" providerId="ADAL" clId="{D4502DDC-EA26-47E9-A453-E89952727A4D}" dt="2026-08-06T15:32:33.717" v="0" actId="26606"/>
        <pc:sldMkLst>
          <pc:docMk/>
          <pc:sldMk cId="0" sldId="327"/>
        </pc:sldMkLst>
      </pc:sldChg>
      <pc:sldChg chg="ord">
        <pc:chgData name="Alan Harrah" userId="13ac046d-2492-4a67-a5cf-463964845fac" providerId="ADAL" clId="{D4502DDC-EA26-47E9-A453-E89952727A4D}" dt="2026-08-06T15:32:33.717" v="0" actId="26606"/>
        <pc:sldMkLst>
          <pc:docMk/>
          <pc:sldMk cId="0" sldId="341"/>
        </pc:sldMkLst>
      </pc:sldChg>
      <pc:sldChg chg="ord">
        <pc:chgData name="Alan Harrah" userId="13ac046d-2492-4a67-a5cf-463964845fac" providerId="ADAL" clId="{D4502DDC-EA26-47E9-A453-E89952727A4D}" dt="2026-08-06T15:32:33.717" v="0" actId="26606"/>
        <pc:sldMkLst>
          <pc:docMk/>
          <pc:sldMk cId="0" sldId="342"/>
        </pc:sldMkLst>
      </pc:sldChg>
      <pc:sldChg chg="ord">
        <pc:chgData name="Alan Harrah" userId="13ac046d-2492-4a67-a5cf-463964845fac" providerId="ADAL" clId="{D4502DDC-EA26-47E9-A453-E89952727A4D}" dt="2026-08-06T15:44:19.428" v="1" actId="26606"/>
        <pc:sldMkLst>
          <pc:docMk/>
          <pc:sldMk cId="0" sldId="347"/>
        </pc:sldMkLst>
      </pc:sldChg>
      <pc:sldChg chg="ord">
        <pc:chgData name="Alan Harrah" userId="13ac046d-2492-4a67-a5cf-463964845fac" providerId="ADAL" clId="{D4502DDC-EA26-47E9-A453-E89952727A4D}" dt="2026-08-06T15:44:19.428" v="1" actId="26606"/>
        <pc:sldMkLst>
          <pc:docMk/>
          <pc:sldMk cId="0" sldId="348"/>
        </pc:sldMkLst>
      </pc:sldChg>
      <pc:sldChg chg="ord">
        <pc:chgData name="Alan Harrah" userId="13ac046d-2492-4a67-a5cf-463964845fac" providerId="ADAL" clId="{D4502DDC-EA26-47E9-A453-E89952727A4D}" dt="2026-08-06T15:44:19.428" v="1" actId="26606"/>
        <pc:sldMkLst>
          <pc:docMk/>
          <pc:sldMk cId="0" sldId="349"/>
        </pc:sldMkLst>
      </pc:sldChg>
      <pc:sldChg chg="ord">
        <pc:chgData name="Alan Harrah" userId="13ac046d-2492-4a67-a5cf-463964845fac" providerId="ADAL" clId="{D4502DDC-EA26-47E9-A453-E89952727A4D}" dt="2026-08-06T15:44:19.428" v="1" actId="26606"/>
        <pc:sldMkLst>
          <pc:docMk/>
          <pc:sldMk cId="0" sldId="363"/>
        </pc:sldMkLst>
      </pc:sldChg>
      <pc:sldChg chg="ord">
        <pc:chgData name="Alan Harrah" userId="13ac046d-2492-4a67-a5cf-463964845fac" providerId="ADAL" clId="{D4502DDC-EA26-47E9-A453-E89952727A4D}" dt="2026-08-06T15:44:19.428" v="1" actId="26606"/>
        <pc:sldMkLst>
          <pc:docMk/>
          <pc:sldMk cId="0" sldId="364"/>
        </pc:sldMkLst>
      </pc:sldChg>
      <pc:sldChg chg="ord">
        <pc:chgData name="Alan Harrah" userId="13ac046d-2492-4a67-a5cf-463964845fac" providerId="ADAL" clId="{D4502DDC-EA26-47E9-A453-E89952727A4D}" dt="2026-08-06T15:32:33.717" v="0" actId="26606"/>
        <pc:sldMkLst>
          <pc:docMk/>
          <pc:sldMk cId="0" sldId="376"/>
        </pc:sldMkLst>
      </pc:sldChg>
      <pc:sldChg chg="ord">
        <pc:chgData name="Alan Harrah" userId="13ac046d-2492-4a67-a5cf-463964845fac" providerId="ADAL" clId="{D4502DDC-EA26-47E9-A453-E89952727A4D}" dt="2026-08-06T15:44:19.428" v="1" actId="26606"/>
        <pc:sldMkLst>
          <pc:docMk/>
          <pc:sldMk cId="0" sldId="387"/>
        </pc:sldMkLst>
      </pc:sldChg>
      <pc:sldChg chg="ord">
        <pc:chgData name="Alan Harrah" userId="13ac046d-2492-4a67-a5cf-463964845fac" providerId="ADAL" clId="{D4502DDC-EA26-47E9-A453-E89952727A4D}" dt="2026-08-06T15:32:33.717" v="0" actId="26606"/>
        <pc:sldMkLst>
          <pc:docMk/>
          <pc:sldMk cId="1973300768" sldId="391"/>
        </pc:sldMkLst>
      </pc:sldChg>
      <pc:sldChg chg="modSp mod">
        <pc:chgData name="Alan Harrah" userId="13ac046d-2492-4a67-a5cf-463964845fac" providerId="ADAL" clId="{D4502DDC-EA26-47E9-A453-E89952727A4D}" dt="2026-08-06T15:32:33.717" v="0" actId="26606"/>
        <pc:sldMkLst>
          <pc:docMk/>
          <pc:sldMk cId="578255640" sldId="511"/>
        </pc:sldMkLst>
        <pc:graphicFrameChg chg="modGraphic">
          <ac:chgData name="Alan Harrah" userId="13ac046d-2492-4a67-a5cf-463964845fac" providerId="ADAL" clId="{D4502DDC-EA26-47E9-A453-E89952727A4D}" dt="2026-08-06T15:32:33.717" v="0" actId="26606"/>
          <ac:graphicFrameMkLst>
            <pc:docMk/>
            <pc:sldMk cId="578255640" sldId="511"/>
            <ac:graphicFrameMk id="22" creationId="{D3D6E5A9-71F3-47AE-8B6E-EB9CD0721CC1}"/>
          </ac:graphicFrameMkLst>
        </pc:graphicFrameChg>
      </pc:sldChg>
      <pc:sldChg chg="ord">
        <pc:chgData name="Alan Harrah" userId="13ac046d-2492-4a67-a5cf-463964845fac" providerId="ADAL" clId="{D4502DDC-EA26-47E9-A453-E89952727A4D}" dt="2026-08-06T15:32:33.717" v="0" actId="26606"/>
        <pc:sldMkLst>
          <pc:docMk/>
          <pc:sldMk cId="3424471421" sldId="549"/>
        </pc:sldMkLst>
      </pc:sldChg>
      <pc:sldChg chg="ord">
        <pc:chgData name="Alan Harrah" userId="13ac046d-2492-4a67-a5cf-463964845fac" providerId="ADAL" clId="{D4502DDC-EA26-47E9-A453-E89952727A4D}" dt="2026-08-06T15:44:19.428" v="1" actId="26606"/>
        <pc:sldMkLst>
          <pc:docMk/>
          <pc:sldMk cId="1535716646" sldId="551"/>
        </pc:sldMkLst>
      </pc:sldChg>
      <pc:sldChg chg="modSp mod">
        <pc:chgData name="Alan Harrah" userId="13ac046d-2492-4a67-a5cf-463964845fac" providerId="ADAL" clId="{D4502DDC-EA26-47E9-A453-E89952727A4D}" dt="2026-08-06T15:32:33.717" v="0" actId="26606"/>
        <pc:sldMkLst>
          <pc:docMk/>
          <pc:sldMk cId="3081279056" sldId="631"/>
        </pc:sldMkLst>
        <pc:graphicFrameChg chg="modGraphic">
          <ac:chgData name="Alan Harrah" userId="13ac046d-2492-4a67-a5cf-463964845fac" providerId="ADAL" clId="{D4502DDC-EA26-47E9-A453-E89952727A4D}" dt="2026-08-06T15:32:33.717" v="0" actId="26606"/>
          <ac:graphicFrameMkLst>
            <pc:docMk/>
            <pc:sldMk cId="3081279056" sldId="631"/>
            <ac:graphicFrameMk id="5" creationId="{1D1DE230-D2F2-4965-B52B-B2796F64621C}"/>
          </ac:graphicFrameMkLst>
        </pc:graphicFrameChg>
      </pc:sldChg>
      <pc:sldChg chg="ord">
        <pc:chgData name="Alan Harrah" userId="13ac046d-2492-4a67-a5cf-463964845fac" providerId="ADAL" clId="{D4502DDC-EA26-47E9-A453-E89952727A4D}" dt="2026-08-06T15:32:33.717" v="0" actId="26606"/>
        <pc:sldMkLst>
          <pc:docMk/>
          <pc:sldMk cId="1503816789" sldId="920"/>
        </pc:sldMkLst>
      </pc:sldChg>
      <pc:sldChg chg="ord">
        <pc:chgData name="Alan Harrah" userId="13ac046d-2492-4a67-a5cf-463964845fac" providerId="ADAL" clId="{D4502DDC-EA26-47E9-A453-E89952727A4D}" dt="2026-08-06T15:32:33.717" v="0" actId="26606"/>
        <pc:sldMkLst>
          <pc:docMk/>
          <pc:sldMk cId="2888066870" sldId="930"/>
        </pc:sldMkLst>
      </pc:sldChg>
      <pc:sldChg chg="ord">
        <pc:chgData name="Alan Harrah" userId="13ac046d-2492-4a67-a5cf-463964845fac" providerId="ADAL" clId="{D4502DDC-EA26-47E9-A453-E89952727A4D}" dt="2026-08-06T15:32:33.717" v="0" actId="26606"/>
        <pc:sldMkLst>
          <pc:docMk/>
          <pc:sldMk cId="385466481" sldId="942"/>
        </pc:sldMkLst>
      </pc:sldChg>
      <pc:sldChg chg="ord">
        <pc:chgData name="Alan Harrah" userId="13ac046d-2492-4a67-a5cf-463964845fac" providerId="ADAL" clId="{D4502DDC-EA26-47E9-A453-E89952727A4D}" dt="2026-08-06T15:32:33.717" v="0" actId="26606"/>
        <pc:sldMkLst>
          <pc:docMk/>
          <pc:sldMk cId="4032043907" sldId="976"/>
        </pc:sldMkLst>
      </pc:sldChg>
      <pc:sldChg chg="modSp mod ord">
        <pc:chgData name="Alan Harrah" userId="13ac046d-2492-4a67-a5cf-463964845fac" providerId="ADAL" clId="{D4502DDC-EA26-47E9-A453-E89952727A4D}" dt="2026-08-06T15:32:33.717" v="0" actId="26606"/>
        <pc:sldMkLst>
          <pc:docMk/>
          <pc:sldMk cId="112187396" sldId="977"/>
        </pc:sldMkLst>
        <pc:graphicFrameChg chg="modGraphic">
          <ac:chgData name="Alan Harrah" userId="13ac046d-2492-4a67-a5cf-463964845fac" providerId="ADAL" clId="{D4502DDC-EA26-47E9-A453-E89952727A4D}" dt="2026-08-06T15:32:33.717" v="0" actId="26606"/>
          <ac:graphicFrameMkLst>
            <pc:docMk/>
            <pc:sldMk cId="112187396" sldId="977"/>
            <ac:graphicFrameMk id="13" creationId="{845B025A-3E0A-BE9B-95EF-707631E5D56C}"/>
          </ac:graphicFrameMkLst>
        </pc:graphicFrameChg>
      </pc:sldChg>
      <pc:sldChg chg="modSp mod ord">
        <pc:chgData name="Alan Harrah" userId="13ac046d-2492-4a67-a5cf-463964845fac" providerId="ADAL" clId="{D4502DDC-EA26-47E9-A453-E89952727A4D}" dt="2026-08-06T15:44:19.428" v="1" actId="26606"/>
        <pc:sldMkLst>
          <pc:docMk/>
          <pc:sldMk cId="1900589782" sldId="1054"/>
        </pc:sldMkLst>
        <pc:graphicFrameChg chg="modGraphic">
          <ac:chgData name="Alan Harrah" userId="13ac046d-2492-4a67-a5cf-463964845fac" providerId="ADAL" clId="{D4502DDC-EA26-47E9-A453-E89952727A4D}" dt="2026-08-06T15:32:33.717" v="0" actId="26606"/>
          <ac:graphicFrameMkLst>
            <pc:docMk/>
            <pc:sldMk cId="1900589782" sldId="1054"/>
            <ac:graphicFrameMk id="6" creationId="{7F857A3C-F6B1-2CDA-E194-683D081A0CEC}"/>
          </ac:graphicFrameMkLst>
        </pc:graphicFrameChg>
      </pc:sldChg>
      <pc:sldChg chg="modSp mod">
        <pc:chgData name="Alan Harrah" userId="13ac046d-2492-4a67-a5cf-463964845fac" providerId="ADAL" clId="{D4502DDC-EA26-47E9-A453-E89952727A4D}" dt="2026-08-06T15:32:33.717" v="0" actId="26606"/>
        <pc:sldMkLst>
          <pc:docMk/>
          <pc:sldMk cId="652710199" sldId="1103"/>
        </pc:sldMkLst>
        <pc:graphicFrameChg chg="modGraphic">
          <ac:chgData name="Alan Harrah" userId="13ac046d-2492-4a67-a5cf-463964845fac" providerId="ADAL" clId="{D4502DDC-EA26-47E9-A453-E89952727A4D}" dt="2026-08-06T15:32:33.717" v="0" actId="26606"/>
          <ac:graphicFrameMkLst>
            <pc:docMk/>
            <pc:sldMk cId="652710199" sldId="1103"/>
            <ac:graphicFrameMk id="6" creationId="{C878649C-26BF-45E2-AFA3-5BF52A0B8EE9}"/>
          </ac:graphicFrameMkLst>
        </pc:graphicFrameChg>
      </pc:sldChg>
      <pc:sldChg chg="modSp mod">
        <pc:chgData name="Alan Harrah" userId="13ac046d-2492-4a67-a5cf-463964845fac" providerId="ADAL" clId="{D4502DDC-EA26-47E9-A453-E89952727A4D}" dt="2026-08-06T15:32:33.717" v="0" actId="26606"/>
        <pc:sldMkLst>
          <pc:docMk/>
          <pc:sldMk cId="264927173" sldId="1107"/>
        </pc:sldMkLst>
        <pc:graphicFrameChg chg="modGraphic">
          <ac:chgData name="Alan Harrah" userId="13ac046d-2492-4a67-a5cf-463964845fac" providerId="ADAL" clId="{D4502DDC-EA26-47E9-A453-E89952727A4D}" dt="2026-08-06T15:32:33.717" v="0" actId="26606"/>
          <ac:graphicFrameMkLst>
            <pc:docMk/>
            <pc:sldMk cId="264927173" sldId="1107"/>
            <ac:graphicFrameMk id="6" creationId="{C594C847-4E41-4192-BE7B-809B2866C6AA}"/>
          </ac:graphicFrameMkLst>
        </pc:graphicFrameChg>
      </pc:sldChg>
      <pc:sldChg chg="ord">
        <pc:chgData name="Alan Harrah" userId="13ac046d-2492-4a67-a5cf-463964845fac" providerId="ADAL" clId="{D4502DDC-EA26-47E9-A453-E89952727A4D}" dt="2026-08-06T15:44:19.428" v="1" actId="26606"/>
        <pc:sldMkLst>
          <pc:docMk/>
          <pc:sldMk cId="2306929182" sldId="1131"/>
        </pc:sldMkLst>
      </pc:sldChg>
      <pc:sldChg chg="ord">
        <pc:chgData name="Alan Harrah" userId="13ac046d-2492-4a67-a5cf-463964845fac" providerId="ADAL" clId="{D4502DDC-EA26-47E9-A453-E89952727A4D}" dt="2026-08-06T15:32:33.717" v="0" actId="26606"/>
        <pc:sldMkLst>
          <pc:docMk/>
          <pc:sldMk cId="2194293981" sldId="1132"/>
        </pc:sldMkLst>
      </pc:sldChg>
      <pc:sldChg chg="ord">
        <pc:chgData name="Alan Harrah" userId="13ac046d-2492-4a67-a5cf-463964845fac" providerId="ADAL" clId="{D4502DDC-EA26-47E9-A453-E89952727A4D}" dt="2026-08-06T15:44:19.428" v="1" actId="26606"/>
        <pc:sldMkLst>
          <pc:docMk/>
          <pc:sldMk cId="1364299787" sldId="1134"/>
        </pc:sldMkLst>
      </pc:sldChg>
      <pc:sldChg chg="ord">
        <pc:chgData name="Alan Harrah" userId="13ac046d-2492-4a67-a5cf-463964845fac" providerId="ADAL" clId="{D4502DDC-EA26-47E9-A453-E89952727A4D}" dt="2026-08-06T15:32:33.717" v="0" actId="26606"/>
        <pc:sldMkLst>
          <pc:docMk/>
          <pc:sldMk cId="2057481681" sldId="1135"/>
        </pc:sldMkLst>
      </pc:sldChg>
      <pc:sldChg chg="modSp mod">
        <pc:chgData name="Alan Harrah" userId="13ac046d-2492-4a67-a5cf-463964845fac" providerId="ADAL" clId="{D4502DDC-EA26-47E9-A453-E89952727A4D}" dt="2026-08-06T15:32:33.717" v="0" actId="26606"/>
        <pc:sldMkLst>
          <pc:docMk/>
          <pc:sldMk cId="2881550686" sldId="1143"/>
        </pc:sldMkLst>
        <pc:graphicFrameChg chg="modGraphic">
          <ac:chgData name="Alan Harrah" userId="13ac046d-2492-4a67-a5cf-463964845fac" providerId="ADAL" clId="{D4502DDC-EA26-47E9-A453-E89952727A4D}" dt="2026-08-06T15:32:33.717" v="0" actId="26606"/>
          <ac:graphicFrameMkLst>
            <pc:docMk/>
            <pc:sldMk cId="2881550686" sldId="1143"/>
            <ac:graphicFrameMk id="6" creationId="{39B482AC-B51D-4A1A-9803-60B631844E54}"/>
          </ac:graphicFrameMkLst>
        </pc:graphicFrameChg>
      </pc:sldChg>
      <pc:sldChg chg="ord">
        <pc:chgData name="Alan Harrah" userId="13ac046d-2492-4a67-a5cf-463964845fac" providerId="ADAL" clId="{D4502DDC-EA26-47E9-A453-E89952727A4D}" dt="2026-08-06T15:32:33.717" v="0" actId="26606"/>
        <pc:sldMkLst>
          <pc:docMk/>
          <pc:sldMk cId="2686017469" sldId="1144"/>
        </pc:sldMkLst>
      </pc:sldChg>
      <pc:sldChg chg="ord">
        <pc:chgData name="Alan Harrah" userId="13ac046d-2492-4a67-a5cf-463964845fac" providerId="ADAL" clId="{D4502DDC-EA26-47E9-A453-E89952727A4D}" dt="2026-08-06T15:32:33.717" v="0" actId="26606"/>
        <pc:sldMkLst>
          <pc:docMk/>
          <pc:sldMk cId="0" sldId="1167"/>
        </pc:sldMkLst>
      </pc:sldChg>
    </pc:docChg>
  </pc:docChgLst>
  <pc:docChgLst>
    <pc:chgData name="Alan Harrah" userId="9dbaa1db5e5d5f04" providerId="LiveId" clId="{F2266474-AB8E-5222-ACF9-7DCF1A0D72FA}"/>
    <pc:docChg chg="custSel delSld modSld sldOrd">
      <pc:chgData name="Alan Harrah" userId="9dbaa1db5e5d5f04" providerId="LiveId" clId="{F2266474-AB8E-5222-ACF9-7DCF1A0D72FA}" dt="2026-08-08T17:06:20.949" v="57" actId="2696"/>
      <pc:docMkLst>
        <pc:docMk/>
      </pc:docMkLst>
      <pc:sldChg chg="mod modShow">
        <pc:chgData name="Alan Harrah" userId="9dbaa1db5e5d5f04" providerId="LiveId" clId="{F2266474-AB8E-5222-ACF9-7DCF1A0D72FA}" dt="2026-08-08T14:01:34.563" v="3" actId="34476"/>
        <pc:sldMkLst>
          <pc:docMk/>
          <pc:sldMk cId="3816176372" sldId="258"/>
        </pc:sldMkLst>
      </pc:sldChg>
      <pc:sldChg chg="modSp mod">
        <pc:chgData name="Alan Harrah" userId="9dbaa1db5e5d5f04" providerId="LiveId" clId="{F2266474-AB8E-5222-ACF9-7DCF1A0D72FA}" dt="2026-08-08T14:01:07.044" v="2" actId="1076"/>
        <pc:sldMkLst>
          <pc:docMk/>
          <pc:sldMk cId="0" sldId="260"/>
        </pc:sldMkLst>
        <pc:spChg chg="mod">
          <ac:chgData name="Alan Harrah" userId="9dbaa1db5e5d5f04" providerId="LiveId" clId="{F2266474-AB8E-5222-ACF9-7DCF1A0D72FA}" dt="2026-08-08T14:01:03.353" v="1" actId="1076"/>
          <ac:spMkLst>
            <pc:docMk/>
            <pc:sldMk cId="0" sldId="260"/>
            <ac:spMk id="12" creationId="{00000000-0000-0000-0000-000000000000}"/>
          </ac:spMkLst>
        </pc:spChg>
        <pc:spChg chg="mod">
          <ac:chgData name="Alan Harrah" userId="9dbaa1db5e5d5f04" providerId="LiveId" clId="{F2266474-AB8E-5222-ACF9-7DCF1A0D72FA}" dt="2026-08-08T14:01:07.044" v="2" actId="1076"/>
          <ac:spMkLst>
            <pc:docMk/>
            <pc:sldMk cId="0" sldId="260"/>
            <ac:spMk id="14" creationId="{00000000-0000-0000-0000-000000000000}"/>
          </ac:spMkLst>
        </pc:spChg>
        <pc:spChg chg="mod">
          <ac:chgData name="Alan Harrah" userId="9dbaa1db5e5d5f04" providerId="LiveId" clId="{F2266474-AB8E-5222-ACF9-7DCF1A0D72FA}" dt="2026-08-08T14:00:53.658" v="0" actId="1076"/>
          <ac:spMkLst>
            <pc:docMk/>
            <pc:sldMk cId="0" sldId="260"/>
            <ac:spMk id="22" creationId="{00000000-0000-0000-0000-000000000000}"/>
          </ac:spMkLst>
        </pc:spChg>
      </pc:sldChg>
      <pc:sldChg chg="modSp mod">
        <pc:chgData name="Alan Harrah" userId="9dbaa1db5e5d5f04" providerId="LiveId" clId="{F2266474-AB8E-5222-ACF9-7DCF1A0D72FA}" dt="2026-08-08T14:15:42.514" v="45" actId="1076"/>
        <pc:sldMkLst>
          <pc:docMk/>
          <pc:sldMk cId="0" sldId="320"/>
        </pc:sldMkLst>
        <pc:spChg chg="mod">
          <ac:chgData name="Alan Harrah" userId="9dbaa1db5e5d5f04" providerId="LiveId" clId="{F2266474-AB8E-5222-ACF9-7DCF1A0D72FA}" dt="2026-08-08T14:15:39.472" v="44" actId="1076"/>
          <ac:spMkLst>
            <pc:docMk/>
            <pc:sldMk cId="0" sldId="320"/>
            <ac:spMk id="6" creationId="{00000000-0000-0000-0000-000000000000}"/>
          </ac:spMkLst>
        </pc:spChg>
        <pc:spChg chg="mod">
          <ac:chgData name="Alan Harrah" userId="9dbaa1db5e5d5f04" providerId="LiveId" clId="{F2266474-AB8E-5222-ACF9-7DCF1A0D72FA}" dt="2026-08-08T14:15:36.965" v="43" actId="1076"/>
          <ac:spMkLst>
            <pc:docMk/>
            <pc:sldMk cId="0" sldId="320"/>
            <ac:spMk id="7" creationId="{00000000-0000-0000-0000-000000000000}"/>
          </ac:spMkLst>
        </pc:spChg>
        <pc:spChg chg="mod">
          <ac:chgData name="Alan Harrah" userId="9dbaa1db5e5d5f04" providerId="LiveId" clId="{F2266474-AB8E-5222-ACF9-7DCF1A0D72FA}" dt="2026-08-08T14:15:42.514" v="45" actId="1076"/>
          <ac:spMkLst>
            <pc:docMk/>
            <pc:sldMk cId="0" sldId="320"/>
            <ac:spMk id="8" creationId="{00000000-0000-0000-0000-000000000000}"/>
          </ac:spMkLst>
        </pc:spChg>
      </pc:sldChg>
      <pc:sldChg chg="modSp mod">
        <pc:chgData name="Alan Harrah" userId="9dbaa1db5e5d5f04" providerId="LiveId" clId="{F2266474-AB8E-5222-ACF9-7DCF1A0D72FA}" dt="2026-08-08T14:05:32.472" v="13" actId="1076"/>
        <pc:sldMkLst>
          <pc:docMk/>
          <pc:sldMk cId="0" sldId="328"/>
        </pc:sldMkLst>
        <pc:spChg chg="mod">
          <ac:chgData name="Alan Harrah" userId="9dbaa1db5e5d5f04" providerId="LiveId" clId="{F2266474-AB8E-5222-ACF9-7DCF1A0D72FA}" dt="2026-08-08T14:05:32.472" v="13" actId="1076"/>
          <ac:spMkLst>
            <pc:docMk/>
            <pc:sldMk cId="0" sldId="328"/>
            <ac:spMk id="4" creationId="{00000000-0000-0000-0000-000000000000}"/>
          </ac:spMkLst>
        </pc:spChg>
        <pc:spChg chg="mod">
          <ac:chgData name="Alan Harrah" userId="9dbaa1db5e5d5f04" providerId="LiveId" clId="{F2266474-AB8E-5222-ACF9-7DCF1A0D72FA}" dt="2026-08-08T14:05:26.509" v="12" actId="12"/>
          <ac:spMkLst>
            <pc:docMk/>
            <pc:sldMk cId="0" sldId="328"/>
            <ac:spMk id="5" creationId="{00000000-0000-0000-0000-000000000000}"/>
          </ac:spMkLst>
        </pc:spChg>
      </pc:sldChg>
      <pc:sldChg chg="modSp mod">
        <pc:chgData name="Alan Harrah" userId="9dbaa1db5e5d5f04" providerId="LiveId" clId="{F2266474-AB8E-5222-ACF9-7DCF1A0D72FA}" dt="2026-08-08T14:13:00.757" v="28" actId="20577"/>
        <pc:sldMkLst>
          <pc:docMk/>
          <pc:sldMk cId="316822206" sldId="343"/>
        </pc:sldMkLst>
        <pc:spChg chg="mod">
          <ac:chgData name="Alan Harrah" userId="9dbaa1db5e5d5f04" providerId="LiveId" clId="{F2266474-AB8E-5222-ACF9-7DCF1A0D72FA}" dt="2026-08-08T14:13:00.757" v="28" actId="20577"/>
          <ac:spMkLst>
            <pc:docMk/>
            <pc:sldMk cId="316822206" sldId="343"/>
            <ac:spMk id="6" creationId="{00000000-0000-0000-0000-000000000000}"/>
          </ac:spMkLst>
        </pc:spChg>
      </pc:sldChg>
      <pc:sldChg chg="modSp mod">
        <pc:chgData name="Alan Harrah" userId="9dbaa1db5e5d5f04" providerId="LiveId" clId="{F2266474-AB8E-5222-ACF9-7DCF1A0D72FA}" dt="2026-08-08T14:11:44.941" v="22" actId="1076"/>
        <pc:sldMkLst>
          <pc:docMk/>
          <pc:sldMk cId="0" sldId="353"/>
        </pc:sldMkLst>
        <pc:spChg chg="mod">
          <ac:chgData name="Alan Harrah" userId="9dbaa1db5e5d5f04" providerId="LiveId" clId="{F2266474-AB8E-5222-ACF9-7DCF1A0D72FA}" dt="2026-08-08T14:11:44.941" v="22" actId="1076"/>
          <ac:spMkLst>
            <pc:docMk/>
            <pc:sldMk cId="0" sldId="353"/>
            <ac:spMk id="6" creationId="{00000000-0000-0000-0000-000000000000}"/>
          </ac:spMkLst>
        </pc:spChg>
      </pc:sldChg>
      <pc:sldChg chg="modSp mod">
        <pc:chgData name="Alan Harrah" userId="9dbaa1db5e5d5f04" providerId="LiveId" clId="{F2266474-AB8E-5222-ACF9-7DCF1A0D72FA}" dt="2026-08-08T14:11:40.226" v="21" actId="1076"/>
        <pc:sldMkLst>
          <pc:docMk/>
          <pc:sldMk cId="0" sldId="354"/>
        </pc:sldMkLst>
        <pc:spChg chg="mod">
          <ac:chgData name="Alan Harrah" userId="9dbaa1db5e5d5f04" providerId="LiveId" clId="{F2266474-AB8E-5222-ACF9-7DCF1A0D72FA}" dt="2026-08-08T14:11:40.226" v="21" actId="1076"/>
          <ac:spMkLst>
            <pc:docMk/>
            <pc:sldMk cId="0" sldId="354"/>
            <ac:spMk id="6" creationId="{00000000-0000-0000-0000-000000000000}"/>
          </ac:spMkLst>
        </pc:spChg>
      </pc:sldChg>
      <pc:sldChg chg="modSp mod">
        <pc:chgData name="Alan Harrah" userId="9dbaa1db5e5d5f04" providerId="LiveId" clId="{F2266474-AB8E-5222-ACF9-7DCF1A0D72FA}" dt="2026-08-08T14:11:34.465" v="20" actId="1076"/>
        <pc:sldMkLst>
          <pc:docMk/>
          <pc:sldMk cId="0" sldId="357"/>
        </pc:sldMkLst>
        <pc:spChg chg="mod">
          <ac:chgData name="Alan Harrah" userId="9dbaa1db5e5d5f04" providerId="LiveId" clId="{F2266474-AB8E-5222-ACF9-7DCF1A0D72FA}" dt="2026-08-08T14:11:34.465" v="20" actId="1076"/>
          <ac:spMkLst>
            <pc:docMk/>
            <pc:sldMk cId="0" sldId="357"/>
            <ac:spMk id="6" creationId="{00000000-0000-0000-0000-000000000000}"/>
          </ac:spMkLst>
        </pc:spChg>
      </pc:sldChg>
      <pc:sldChg chg="delSp modSp mod">
        <pc:chgData name="Alan Harrah" userId="9dbaa1db5e5d5f04" providerId="LiveId" clId="{F2266474-AB8E-5222-ACF9-7DCF1A0D72FA}" dt="2026-08-08T14:12:08.481" v="25" actId="14100"/>
        <pc:sldMkLst>
          <pc:docMk/>
          <pc:sldMk cId="0" sldId="358"/>
        </pc:sldMkLst>
        <pc:spChg chg="mod">
          <ac:chgData name="Alan Harrah" userId="9dbaa1db5e5d5f04" providerId="LiveId" clId="{F2266474-AB8E-5222-ACF9-7DCF1A0D72FA}" dt="2026-08-08T14:12:08.481" v="25" actId="14100"/>
          <ac:spMkLst>
            <pc:docMk/>
            <pc:sldMk cId="0" sldId="358"/>
            <ac:spMk id="8" creationId="{00000000-0000-0000-0000-000000000000}"/>
          </ac:spMkLst>
        </pc:spChg>
      </pc:sldChg>
      <pc:sldChg chg="modSp mod">
        <pc:chgData name="Alan Harrah" userId="9dbaa1db5e5d5f04" providerId="LiveId" clId="{F2266474-AB8E-5222-ACF9-7DCF1A0D72FA}" dt="2026-08-08T14:13:35.368" v="37" actId="5793"/>
        <pc:sldMkLst>
          <pc:docMk/>
          <pc:sldMk cId="0" sldId="360"/>
        </pc:sldMkLst>
        <pc:spChg chg="mod">
          <ac:chgData name="Alan Harrah" userId="9dbaa1db5e5d5f04" providerId="LiveId" clId="{F2266474-AB8E-5222-ACF9-7DCF1A0D72FA}" dt="2026-08-08T14:13:13.987" v="29" actId="1076"/>
          <ac:spMkLst>
            <pc:docMk/>
            <pc:sldMk cId="0" sldId="360"/>
            <ac:spMk id="4" creationId="{00000000-0000-0000-0000-000000000000}"/>
          </ac:spMkLst>
        </pc:spChg>
        <pc:spChg chg="mod">
          <ac:chgData name="Alan Harrah" userId="9dbaa1db5e5d5f04" providerId="LiveId" clId="{F2266474-AB8E-5222-ACF9-7DCF1A0D72FA}" dt="2026-08-08T14:13:16.568" v="30" actId="1076"/>
          <ac:spMkLst>
            <pc:docMk/>
            <pc:sldMk cId="0" sldId="360"/>
            <ac:spMk id="5" creationId="{00000000-0000-0000-0000-000000000000}"/>
          </ac:spMkLst>
        </pc:spChg>
        <pc:spChg chg="mod">
          <ac:chgData name="Alan Harrah" userId="9dbaa1db5e5d5f04" providerId="LiveId" clId="{F2266474-AB8E-5222-ACF9-7DCF1A0D72FA}" dt="2026-08-08T14:13:35.368" v="37" actId="5793"/>
          <ac:spMkLst>
            <pc:docMk/>
            <pc:sldMk cId="0" sldId="360"/>
            <ac:spMk id="6" creationId="{00000000-0000-0000-0000-000000000000}"/>
          </ac:spMkLst>
        </pc:spChg>
      </pc:sldChg>
      <pc:sldChg chg="modSp mod">
        <pc:chgData name="Alan Harrah" userId="9dbaa1db5e5d5f04" providerId="LiveId" clId="{F2266474-AB8E-5222-ACF9-7DCF1A0D72FA}" dt="2026-08-08T14:13:48.946" v="38" actId="1076"/>
        <pc:sldMkLst>
          <pc:docMk/>
          <pc:sldMk cId="0" sldId="361"/>
        </pc:sldMkLst>
        <pc:spChg chg="mod">
          <ac:chgData name="Alan Harrah" userId="9dbaa1db5e5d5f04" providerId="LiveId" clId="{F2266474-AB8E-5222-ACF9-7DCF1A0D72FA}" dt="2026-08-08T14:13:48.946" v="38" actId="1076"/>
          <ac:spMkLst>
            <pc:docMk/>
            <pc:sldMk cId="0" sldId="361"/>
            <ac:spMk id="6" creationId="{00000000-0000-0000-0000-000000000000}"/>
          </ac:spMkLst>
        </pc:spChg>
      </pc:sldChg>
      <pc:sldChg chg="modSp mod">
        <pc:chgData name="Alan Harrah" userId="9dbaa1db5e5d5f04" providerId="LiveId" clId="{F2266474-AB8E-5222-ACF9-7DCF1A0D72FA}" dt="2026-08-08T14:16:25.144" v="49" actId="1076"/>
        <pc:sldMkLst>
          <pc:docMk/>
          <pc:sldMk cId="0" sldId="368"/>
        </pc:sldMkLst>
        <pc:spChg chg="mod">
          <ac:chgData name="Alan Harrah" userId="9dbaa1db5e5d5f04" providerId="LiveId" clId="{F2266474-AB8E-5222-ACF9-7DCF1A0D72FA}" dt="2026-08-08T14:16:25.144" v="49" actId="1076"/>
          <ac:spMkLst>
            <pc:docMk/>
            <pc:sldMk cId="0" sldId="368"/>
            <ac:spMk id="4" creationId="{00000000-0000-0000-0000-000000000000}"/>
          </ac:spMkLst>
        </pc:spChg>
        <pc:spChg chg="mod">
          <ac:chgData name="Alan Harrah" userId="9dbaa1db5e5d5f04" providerId="LiveId" clId="{F2266474-AB8E-5222-ACF9-7DCF1A0D72FA}" dt="2026-08-08T14:16:05.630" v="46" actId="1076"/>
          <ac:spMkLst>
            <pc:docMk/>
            <pc:sldMk cId="0" sldId="368"/>
            <ac:spMk id="5" creationId="{00000000-0000-0000-0000-000000000000}"/>
          </ac:spMkLst>
        </pc:spChg>
        <pc:spChg chg="mod">
          <ac:chgData name="Alan Harrah" userId="9dbaa1db5e5d5f04" providerId="LiveId" clId="{F2266474-AB8E-5222-ACF9-7DCF1A0D72FA}" dt="2026-08-08T14:16:12.080" v="48" actId="1076"/>
          <ac:spMkLst>
            <pc:docMk/>
            <pc:sldMk cId="0" sldId="368"/>
            <ac:spMk id="6" creationId="{00000000-0000-0000-0000-000000000000}"/>
          </ac:spMkLst>
        </pc:spChg>
      </pc:sldChg>
      <pc:sldChg chg="modSp mod">
        <pc:chgData name="Alan Harrah" userId="9dbaa1db5e5d5f04" providerId="LiveId" clId="{F2266474-AB8E-5222-ACF9-7DCF1A0D72FA}" dt="2026-08-08T14:16:41.969" v="50" actId="1076"/>
        <pc:sldMkLst>
          <pc:docMk/>
          <pc:sldMk cId="0" sldId="372"/>
        </pc:sldMkLst>
        <pc:spChg chg="mod">
          <ac:chgData name="Alan Harrah" userId="9dbaa1db5e5d5f04" providerId="LiveId" clId="{F2266474-AB8E-5222-ACF9-7DCF1A0D72FA}" dt="2026-08-08T14:16:41.969" v="50" actId="1076"/>
          <ac:spMkLst>
            <pc:docMk/>
            <pc:sldMk cId="0" sldId="372"/>
            <ac:spMk id="7" creationId="{00000000-0000-0000-0000-000000000000}"/>
          </ac:spMkLst>
        </pc:spChg>
      </pc:sldChg>
      <pc:sldChg chg="modSp mod">
        <pc:chgData name="Alan Harrah" userId="9dbaa1db5e5d5f04" providerId="LiveId" clId="{F2266474-AB8E-5222-ACF9-7DCF1A0D72FA}" dt="2026-08-08T14:16:56.195" v="52" actId="20577"/>
        <pc:sldMkLst>
          <pc:docMk/>
          <pc:sldMk cId="0" sldId="375"/>
        </pc:sldMkLst>
        <pc:spChg chg="mod">
          <ac:chgData name="Alan Harrah" userId="9dbaa1db5e5d5f04" providerId="LiveId" clId="{F2266474-AB8E-5222-ACF9-7DCF1A0D72FA}" dt="2026-08-08T14:16:56.195" v="52" actId="20577"/>
          <ac:spMkLst>
            <pc:docMk/>
            <pc:sldMk cId="0" sldId="375"/>
            <ac:spMk id="7" creationId="{00000000-0000-0000-0000-000000000000}"/>
          </ac:spMkLst>
        </pc:spChg>
      </pc:sldChg>
      <pc:sldChg chg="modSp mod">
        <pc:chgData name="Alan Harrah" userId="9dbaa1db5e5d5f04" providerId="LiveId" clId="{F2266474-AB8E-5222-ACF9-7DCF1A0D72FA}" dt="2026-08-08T14:17:36.260" v="53" actId="1076"/>
        <pc:sldMkLst>
          <pc:docMk/>
          <pc:sldMk cId="0" sldId="379"/>
        </pc:sldMkLst>
        <pc:spChg chg="mod">
          <ac:chgData name="Alan Harrah" userId="9dbaa1db5e5d5f04" providerId="LiveId" clId="{F2266474-AB8E-5222-ACF9-7DCF1A0D72FA}" dt="2026-08-08T14:17:36.260" v="53" actId="1076"/>
          <ac:spMkLst>
            <pc:docMk/>
            <pc:sldMk cId="0" sldId="379"/>
            <ac:spMk id="6" creationId="{00000000-0000-0000-0000-000000000000}"/>
          </ac:spMkLst>
        </pc:spChg>
      </pc:sldChg>
      <pc:sldChg chg="modSp mod">
        <pc:chgData name="Alan Harrah" userId="9dbaa1db5e5d5f04" providerId="LiveId" clId="{F2266474-AB8E-5222-ACF9-7DCF1A0D72FA}" dt="2026-08-08T14:19:02.084" v="54" actId="1076"/>
        <pc:sldMkLst>
          <pc:docMk/>
          <pc:sldMk cId="0" sldId="387"/>
        </pc:sldMkLst>
        <pc:spChg chg="mod">
          <ac:chgData name="Alan Harrah" userId="9dbaa1db5e5d5f04" providerId="LiveId" clId="{F2266474-AB8E-5222-ACF9-7DCF1A0D72FA}" dt="2026-08-08T14:19:02.084" v="54" actId="1076"/>
          <ac:spMkLst>
            <pc:docMk/>
            <pc:sldMk cId="0" sldId="387"/>
            <ac:spMk id="5" creationId="{00000000-0000-0000-0000-000000000000}"/>
          </ac:spMkLst>
        </pc:spChg>
      </pc:sldChg>
      <pc:sldChg chg="mod modShow">
        <pc:chgData name="Alan Harrah" userId="9dbaa1db5e5d5f04" providerId="LiveId" clId="{F2266474-AB8E-5222-ACF9-7DCF1A0D72FA}" dt="2026-08-08T14:19:38.281" v="55" actId="34476"/>
        <pc:sldMkLst>
          <pc:docMk/>
          <pc:sldMk cId="578255640" sldId="511"/>
        </pc:sldMkLst>
      </pc:sldChg>
      <pc:sldChg chg="mod modShow">
        <pc:chgData name="Alan Harrah" userId="9dbaa1db5e5d5f04" providerId="LiveId" clId="{F2266474-AB8E-5222-ACF9-7DCF1A0D72FA}" dt="2026-08-08T14:19:40.821" v="56" actId="34476"/>
        <pc:sldMkLst>
          <pc:docMk/>
          <pc:sldMk cId="2945348553" sldId="512"/>
        </pc:sldMkLst>
      </pc:sldChg>
      <pc:sldMasterChg chg="delSldLayout">
        <pc:chgData name="Alan Harrah" userId="9dbaa1db5e5d5f04" providerId="LiveId" clId="{F2266474-AB8E-5222-ACF9-7DCF1A0D72FA}" dt="2026-08-08T17:06:20.949" v="57" actId="2696"/>
        <pc:sldMasterMkLst>
          <pc:docMk/>
          <pc:sldMasterMk cId="4071283299" sldId="2147483838"/>
        </pc:sldMasterMkLst>
      </pc:sldMasterChg>
    </pc:docChg>
  </pc:docChgLst>
  <pc:docChgLst>
    <pc:chgData name="Alan Harrah" userId="9dbaa1db5e5d5f04" providerId="LiveId" clId="{D4502DDC-EA26-47E9-A453-E89952727A4D}"/>
    <pc:docChg chg="custSel addSld delSld modSld sldOrd delMainMaster modMainMaster">
      <pc:chgData name="Alan Harrah" userId="9dbaa1db5e5d5f04" providerId="LiveId" clId="{D4502DDC-EA26-47E9-A453-E89952727A4D}" dt="2026-08-10T18:44:28.588" v="163" actId="1076"/>
      <pc:docMkLst>
        <pc:docMk/>
      </pc:docMkLst>
      <pc:sldChg chg="mod modShow">
        <pc:chgData name="Alan Harrah" userId="9dbaa1db5e5d5f04" providerId="LiveId" clId="{D4502DDC-EA26-47E9-A453-E89952727A4D}" dt="2026-08-06T16:52:52.309" v="15" actId="729"/>
        <pc:sldMkLst>
          <pc:docMk/>
          <pc:sldMk cId="3816176372" sldId="258"/>
        </pc:sldMkLst>
      </pc:sldChg>
      <pc:sldChg chg="modSp add del mod">
        <pc:chgData name="Alan Harrah" userId="9dbaa1db5e5d5f04" providerId="LiveId" clId="{D4502DDC-EA26-47E9-A453-E89952727A4D}" dt="2026-08-10T18:42:57.060" v="159" actId="2696"/>
        <pc:sldMkLst>
          <pc:docMk/>
          <pc:sldMk cId="0" sldId="260"/>
        </pc:sldMkLst>
        <pc:spChg chg="mod">
          <ac:chgData name="Alan Harrah" userId="9dbaa1db5e5d5f04" providerId="LiveId" clId="{D4502DDC-EA26-47E9-A453-E89952727A4D}" dt="2026-08-06T16:52:39.425" v="14" actId="1076"/>
          <ac:spMkLst>
            <pc:docMk/>
            <pc:sldMk cId="0" sldId="260"/>
            <ac:spMk id="3" creationId="{00000000-0000-0000-0000-000000000000}"/>
          </ac:spMkLst>
        </pc:spChg>
        <pc:spChg chg="mod">
          <ac:chgData name="Alan Harrah" userId="9dbaa1db5e5d5f04" providerId="LiveId" clId="{D4502DDC-EA26-47E9-A453-E89952727A4D}" dt="2026-08-05T15:23:03.070" v="3" actId="1076"/>
          <ac:spMkLst>
            <pc:docMk/>
            <pc:sldMk cId="0" sldId="260"/>
            <ac:spMk id="4" creationId="{00000000-0000-0000-0000-000000000000}"/>
          </ac:spMkLst>
        </pc:spChg>
      </pc:sldChg>
      <pc:sldChg chg="modSp add mod">
        <pc:chgData name="Alan Harrah" userId="9dbaa1db5e5d5f04" providerId="LiveId" clId="{D4502DDC-EA26-47E9-A453-E89952727A4D}" dt="2026-08-10T18:44:15.708" v="162" actId="1076"/>
        <pc:sldMkLst>
          <pc:docMk/>
          <pc:sldMk cId="3953224263" sldId="260"/>
        </pc:sldMkLst>
        <pc:spChg chg="mod">
          <ac:chgData name="Alan Harrah" userId="9dbaa1db5e5d5f04" providerId="LiveId" clId="{D4502DDC-EA26-47E9-A453-E89952727A4D}" dt="2026-08-10T18:44:15.708" v="162" actId="1076"/>
          <ac:spMkLst>
            <pc:docMk/>
            <pc:sldMk cId="3953224263" sldId="260"/>
            <ac:spMk id="3" creationId="{00000000-0000-0000-0000-000000000000}"/>
          </ac:spMkLst>
        </pc:spChg>
      </pc:sldChg>
      <pc:sldChg chg="add del">
        <pc:chgData name="Alan Harrah" userId="9dbaa1db5e5d5f04" providerId="LiveId" clId="{D4502DDC-EA26-47E9-A453-E89952727A4D}" dt="2026-08-10T18:43:16.093" v="161" actId="2696"/>
        <pc:sldMkLst>
          <pc:docMk/>
          <pc:sldMk cId="0" sldId="262"/>
        </pc:sldMkLst>
      </pc:sldChg>
      <pc:sldChg chg="modSp add mod">
        <pc:chgData name="Alan Harrah" userId="9dbaa1db5e5d5f04" providerId="LiveId" clId="{D4502DDC-EA26-47E9-A453-E89952727A4D}" dt="2026-08-10T18:26:30.857" v="146" actId="27636"/>
        <pc:sldMkLst>
          <pc:docMk/>
          <pc:sldMk cId="0" sldId="273"/>
        </pc:sldMkLst>
        <pc:spChg chg="mod">
          <ac:chgData name="Alan Harrah" userId="9dbaa1db5e5d5f04" providerId="LiveId" clId="{D4502DDC-EA26-47E9-A453-E89952727A4D}" dt="2026-08-10T18:26:30.857" v="146" actId="27636"/>
          <ac:spMkLst>
            <pc:docMk/>
            <pc:sldMk cId="0" sldId="273"/>
            <ac:spMk id="6" creationId="{00000000-0000-0000-0000-000000000000}"/>
          </ac:spMkLst>
        </pc:spChg>
      </pc:sldChg>
      <pc:sldChg chg="add">
        <pc:chgData name="Alan Harrah" userId="9dbaa1db5e5d5f04" providerId="LiveId" clId="{D4502DDC-EA26-47E9-A453-E89952727A4D}" dt="2026-08-10T18:28:07.170" v="150"/>
        <pc:sldMkLst>
          <pc:docMk/>
          <pc:sldMk cId="0" sldId="274"/>
        </pc:sldMkLst>
      </pc:sldChg>
      <pc:sldChg chg="add">
        <pc:chgData name="Alan Harrah" userId="9dbaa1db5e5d5f04" providerId="LiveId" clId="{D4502DDC-EA26-47E9-A453-E89952727A4D}" dt="2026-08-10T18:29:17.497" v="152"/>
        <pc:sldMkLst>
          <pc:docMk/>
          <pc:sldMk cId="0" sldId="277"/>
        </pc:sldMkLst>
      </pc:sldChg>
      <pc:sldChg chg="add">
        <pc:chgData name="Alan Harrah" userId="9dbaa1db5e5d5f04" providerId="LiveId" clId="{D4502DDC-EA26-47E9-A453-E89952727A4D}" dt="2026-08-10T18:30:37.687" v="155"/>
        <pc:sldMkLst>
          <pc:docMk/>
          <pc:sldMk cId="0" sldId="278"/>
        </pc:sldMkLst>
      </pc:sldChg>
      <pc:sldChg chg="add">
        <pc:chgData name="Alan Harrah" userId="9dbaa1db5e5d5f04" providerId="LiveId" clId="{D4502DDC-EA26-47E9-A453-E89952727A4D}" dt="2026-08-10T18:31:18.205" v="157"/>
        <pc:sldMkLst>
          <pc:docMk/>
          <pc:sldMk cId="0" sldId="279"/>
        </pc:sldMkLst>
      </pc:sldChg>
      <pc:sldChg chg="delSp add del mod">
        <pc:chgData name="Alan Harrah" userId="9dbaa1db5e5d5f04" providerId="LiveId" clId="{D4502DDC-EA26-47E9-A453-E89952727A4D}" dt="2026-08-10T18:42:40.892" v="158" actId="2696"/>
        <pc:sldMkLst>
          <pc:docMk/>
          <pc:sldMk cId="0" sldId="300"/>
        </pc:sldMkLst>
      </pc:sldChg>
      <pc:sldChg chg="delSp add mod">
        <pc:chgData name="Alan Harrah" userId="9dbaa1db5e5d5f04" providerId="LiveId" clId="{D4502DDC-EA26-47E9-A453-E89952727A4D}" dt="2026-08-05T15:24:16.442" v="5" actId="478"/>
        <pc:sldMkLst>
          <pc:docMk/>
          <pc:sldMk cId="0" sldId="305"/>
        </pc:sldMkLst>
      </pc:sldChg>
      <pc:sldChg chg="delSp add mod">
        <pc:chgData name="Alan Harrah" userId="9dbaa1db5e5d5f04" providerId="LiveId" clId="{D4502DDC-EA26-47E9-A453-E89952727A4D}" dt="2026-08-05T15:24:20.050" v="6" actId="478"/>
        <pc:sldMkLst>
          <pc:docMk/>
          <pc:sldMk cId="0" sldId="306"/>
        </pc:sldMkLst>
      </pc:sldChg>
      <pc:sldChg chg="delSp add mod">
        <pc:chgData name="Alan Harrah" userId="9dbaa1db5e5d5f04" providerId="LiveId" clId="{D4502DDC-EA26-47E9-A453-E89952727A4D}" dt="2026-08-05T15:24:23.346" v="7" actId="478"/>
        <pc:sldMkLst>
          <pc:docMk/>
          <pc:sldMk cId="0" sldId="307"/>
        </pc:sldMkLst>
      </pc:sldChg>
      <pc:sldChg chg="delSp add mod">
        <pc:chgData name="Alan Harrah" userId="9dbaa1db5e5d5f04" providerId="LiveId" clId="{D4502DDC-EA26-47E9-A453-E89952727A4D}" dt="2026-08-06T17:05:13.293" v="65" actId="478"/>
        <pc:sldMkLst>
          <pc:docMk/>
          <pc:sldMk cId="0" sldId="310"/>
        </pc:sldMkLst>
      </pc:sldChg>
      <pc:sldChg chg="delSp add mod">
        <pc:chgData name="Alan Harrah" userId="9dbaa1db5e5d5f04" providerId="LiveId" clId="{D4502DDC-EA26-47E9-A453-E89952727A4D}" dt="2026-08-06T17:05:07.597" v="64" actId="478"/>
        <pc:sldMkLst>
          <pc:docMk/>
          <pc:sldMk cId="0" sldId="311"/>
        </pc:sldMkLst>
      </pc:sldChg>
      <pc:sldChg chg="add">
        <pc:chgData name="Alan Harrah" userId="9dbaa1db5e5d5f04" providerId="LiveId" clId="{D4502DDC-EA26-47E9-A453-E89952727A4D}" dt="2026-08-05T15:34:16.111" v="10"/>
        <pc:sldMkLst>
          <pc:docMk/>
          <pc:sldMk cId="0" sldId="312"/>
        </pc:sldMkLst>
      </pc:sldChg>
      <pc:sldChg chg="add">
        <pc:chgData name="Alan Harrah" userId="9dbaa1db5e5d5f04" providerId="LiveId" clId="{D4502DDC-EA26-47E9-A453-E89952727A4D}" dt="2026-08-05T15:34:16.111" v="10"/>
        <pc:sldMkLst>
          <pc:docMk/>
          <pc:sldMk cId="0" sldId="313"/>
        </pc:sldMkLst>
      </pc:sldChg>
      <pc:sldChg chg="add">
        <pc:chgData name="Alan Harrah" userId="9dbaa1db5e5d5f04" providerId="LiveId" clId="{D4502DDC-EA26-47E9-A453-E89952727A4D}" dt="2026-08-05T15:34:16.111" v="10"/>
        <pc:sldMkLst>
          <pc:docMk/>
          <pc:sldMk cId="0" sldId="314"/>
        </pc:sldMkLst>
      </pc:sldChg>
      <pc:sldChg chg="add del">
        <pc:chgData name="Alan Harrah" userId="9dbaa1db5e5d5f04" providerId="LiveId" clId="{D4502DDC-EA26-47E9-A453-E89952727A4D}" dt="2026-08-10T18:27:06.664" v="149" actId="2696"/>
        <pc:sldMkLst>
          <pc:docMk/>
          <pc:sldMk cId="3909442941" sldId="315"/>
        </pc:sldMkLst>
      </pc:sldChg>
      <pc:sldChg chg="add">
        <pc:chgData name="Alan Harrah" userId="9dbaa1db5e5d5f04" providerId="LiveId" clId="{D4502DDC-EA26-47E9-A453-E89952727A4D}" dt="2026-08-06T16:54:48.871" v="23"/>
        <pc:sldMkLst>
          <pc:docMk/>
          <pc:sldMk cId="414664223" sldId="316"/>
        </pc:sldMkLst>
      </pc:sldChg>
      <pc:sldChg chg="add">
        <pc:chgData name="Alan Harrah" userId="9dbaa1db5e5d5f04" providerId="LiveId" clId="{D4502DDC-EA26-47E9-A453-E89952727A4D}" dt="2026-08-05T15:34:16.111" v="10"/>
        <pc:sldMkLst>
          <pc:docMk/>
          <pc:sldMk cId="0" sldId="317"/>
        </pc:sldMkLst>
      </pc:sldChg>
      <pc:sldChg chg="add">
        <pc:chgData name="Alan Harrah" userId="9dbaa1db5e5d5f04" providerId="LiveId" clId="{D4502DDC-EA26-47E9-A453-E89952727A4D}" dt="2026-08-05T15:34:16.111" v="10"/>
        <pc:sldMkLst>
          <pc:docMk/>
          <pc:sldMk cId="0" sldId="318"/>
        </pc:sldMkLst>
      </pc:sldChg>
      <pc:sldChg chg="del">
        <pc:chgData name="Alan Harrah" userId="9dbaa1db5e5d5f04" providerId="LiveId" clId="{D4502DDC-EA26-47E9-A453-E89952727A4D}" dt="2026-08-10T14:55:03.411" v="138" actId="2696"/>
        <pc:sldMkLst>
          <pc:docMk/>
          <pc:sldMk cId="167324310" sldId="319"/>
        </pc:sldMkLst>
      </pc:sldChg>
      <pc:sldChg chg="delSp modSp add mod">
        <pc:chgData name="Alan Harrah" userId="9dbaa1db5e5d5f04" providerId="LiveId" clId="{D4502DDC-EA26-47E9-A453-E89952727A4D}" dt="2026-08-06T16:59:12.787" v="42" actId="1076"/>
        <pc:sldMkLst>
          <pc:docMk/>
          <pc:sldMk cId="0" sldId="320"/>
        </pc:sldMkLst>
        <pc:spChg chg="mod">
          <ac:chgData name="Alan Harrah" userId="9dbaa1db5e5d5f04" providerId="LiveId" clId="{D4502DDC-EA26-47E9-A453-E89952727A4D}" dt="2026-08-06T16:59:12.787" v="42" actId="1076"/>
          <ac:spMkLst>
            <pc:docMk/>
            <pc:sldMk cId="0" sldId="320"/>
            <ac:spMk id="5" creationId="{00000000-0000-0000-0000-000000000000}"/>
          </ac:spMkLst>
        </pc:spChg>
      </pc:sldChg>
      <pc:sldChg chg="modSp add mod">
        <pc:chgData name="Alan Harrah" userId="9dbaa1db5e5d5f04" providerId="LiveId" clId="{D4502DDC-EA26-47E9-A453-E89952727A4D}" dt="2026-08-06T16:59:23.295" v="45" actId="14100"/>
        <pc:sldMkLst>
          <pc:docMk/>
          <pc:sldMk cId="0" sldId="321"/>
        </pc:sldMkLst>
        <pc:spChg chg="mod">
          <ac:chgData name="Alan Harrah" userId="9dbaa1db5e5d5f04" providerId="LiveId" clId="{D4502DDC-EA26-47E9-A453-E89952727A4D}" dt="2026-08-06T16:59:23.295" v="45" actId="14100"/>
          <ac:spMkLst>
            <pc:docMk/>
            <pc:sldMk cId="0" sldId="321"/>
            <ac:spMk id="4" creationId="{00000000-0000-0000-0000-000000000000}"/>
          </ac:spMkLst>
        </pc:spChg>
      </pc:sldChg>
      <pc:sldChg chg="add">
        <pc:chgData name="Alan Harrah" userId="9dbaa1db5e5d5f04" providerId="LiveId" clId="{D4502DDC-EA26-47E9-A453-E89952727A4D}" dt="2026-08-05T15:34:16.111" v="10"/>
        <pc:sldMkLst>
          <pc:docMk/>
          <pc:sldMk cId="0" sldId="324"/>
        </pc:sldMkLst>
      </pc:sldChg>
      <pc:sldChg chg="add">
        <pc:chgData name="Alan Harrah" userId="9dbaa1db5e5d5f04" providerId="LiveId" clId="{D4502DDC-EA26-47E9-A453-E89952727A4D}" dt="2026-08-05T15:34:16.111" v="10"/>
        <pc:sldMkLst>
          <pc:docMk/>
          <pc:sldMk cId="0" sldId="325"/>
        </pc:sldMkLst>
      </pc:sldChg>
      <pc:sldChg chg="add">
        <pc:chgData name="Alan Harrah" userId="9dbaa1db5e5d5f04" providerId="LiveId" clId="{D4502DDC-EA26-47E9-A453-E89952727A4D}" dt="2026-08-05T15:34:16.111" v="10"/>
        <pc:sldMkLst>
          <pc:docMk/>
          <pc:sldMk cId="0" sldId="326"/>
        </pc:sldMkLst>
      </pc:sldChg>
      <pc:sldChg chg="add">
        <pc:chgData name="Alan Harrah" userId="9dbaa1db5e5d5f04" providerId="LiveId" clId="{D4502DDC-EA26-47E9-A453-E89952727A4D}" dt="2026-08-05T15:34:16.111" v="10"/>
        <pc:sldMkLst>
          <pc:docMk/>
          <pc:sldMk cId="0" sldId="327"/>
        </pc:sldMkLst>
      </pc:sldChg>
      <pc:sldChg chg="modSp add mod">
        <pc:chgData name="Alan Harrah" userId="9dbaa1db5e5d5f04" providerId="LiveId" clId="{D4502DDC-EA26-47E9-A453-E89952727A4D}" dt="2026-08-06T16:55:25.480" v="25" actId="1076"/>
        <pc:sldMkLst>
          <pc:docMk/>
          <pc:sldMk cId="0" sldId="328"/>
        </pc:sldMkLst>
        <pc:spChg chg="mod">
          <ac:chgData name="Alan Harrah" userId="9dbaa1db5e5d5f04" providerId="LiveId" clId="{D4502DDC-EA26-47E9-A453-E89952727A4D}" dt="2026-08-06T16:55:25.480" v="25" actId="1076"/>
          <ac:spMkLst>
            <pc:docMk/>
            <pc:sldMk cId="0" sldId="328"/>
            <ac:spMk id="4" creationId="{00000000-0000-0000-0000-000000000000}"/>
          </ac:spMkLst>
        </pc:spChg>
      </pc:sldChg>
      <pc:sldChg chg="add">
        <pc:chgData name="Alan Harrah" userId="9dbaa1db5e5d5f04" providerId="LiveId" clId="{D4502DDC-EA26-47E9-A453-E89952727A4D}" dt="2026-08-05T15:34:16.111" v="10"/>
        <pc:sldMkLst>
          <pc:docMk/>
          <pc:sldMk cId="0" sldId="329"/>
        </pc:sldMkLst>
      </pc:sldChg>
      <pc:sldChg chg="modSp add mod">
        <pc:chgData name="Alan Harrah" userId="9dbaa1db5e5d5f04" providerId="LiveId" clId="{D4502DDC-EA26-47E9-A453-E89952727A4D}" dt="2026-08-10T14:56:01.780" v="142" actId="1076"/>
        <pc:sldMkLst>
          <pc:docMk/>
          <pc:sldMk cId="0" sldId="330"/>
        </pc:sldMkLst>
        <pc:spChg chg="mod">
          <ac:chgData name="Alan Harrah" userId="9dbaa1db5e5d5f04" providerId="LiveId" clId="{D4502DDC-EA26-47E9-A453-E89952727A4D}" dt="2026-08-10T14:56:01.780" v="142" actId="1076"/>
          <ac:spMkLst>
            <pc:docMk/>
            <pc:sldMk cId="0" sldId="330"/>
            <ac:spMk id="7" creationId="{00000000-0000-0000-0000-000000000000}"/>
          </ac:spMkLst>
        </pc:spChg>
      </pc:sldChg>
      <pc:sldChg chg="add">
        <pc:chgData name="Alan Harrah" userId="9dbaa1db5e5d5f04" providerId="LiveId" clId="{D4502DDC-EA26-47E9-A453-E89952727A4D}" dt="2026-08-05T15:34:16.111" v="10"/>
        <pc:sldMkLst>
          <pc:docMk/>
          <pc:sldMk cId="0" sldId="331"/>
        </pc:sldMkLst>
      </pc:sldChg>
      <pc:sldChg chg="modSp add mod">
        <pc:chgData name="Alan Harrah" userId="9dbaa1db5e5d5f04" providerId="LiveId" clId="{D4502DDC-EA26-47E9-A453-E89952727A4D}" dt="2026-08-06T16:55:54.851" v="30" actId="14100"/>
        <pc:sldMkLst>
          <pc:docMk/>
          <pc:sldMk cId="0" sldId="332"/>
        </pc:sldMkLst>
        <pc:spChg chg="mod">
          <ac:chgData name="Alan Harrah" userId="9dbaa1db5e5d5f04" providerId="LiveId" clId="{D4502DDC-EA26-47E9-A453-E89952727A4D}" dt="2026-08-06T16:55:54.851" v="30" actId="14100"/>
          <ac:spMkLst>
            <pc:docMk/>
            <pc:sldMk cId="0" sldId="332"/>
            <ac:spMk id="7" creationId="{00000000-0000-0000-0000-000000000000}"/>
          </ac:spMkLst>
        </pc:spChg>
      </pc:sldChg>
      <pc:sldChg chg="add">
        <pc:chgData name="Alan Harrah" userId="9dbaa1db5e5d5f04" providerId="LiveId" clId="{D4502DDC-EA26-47E9-A453-E89952727A4D}" dt="2026-08-05T15:34:16.111" v="10"/>
        <pc:sldMkLst>
          <pc:docMk/>
          <pc:sldMk cId="0" sldId="333"/>
        </pc:sldMkLst>
      </pc:sldChg>
      <pc:sldChg chg="add">
        <pc:chgData name="Alan Harrah" userId="9dbaa1db5e5d5f04" providerId="LiveId" clId="{D4502DDC-EA26-47E9-A453-E89952727A4D}" dt="2026-08-05T15:34:16.111" v="10"/>
        <pc:sldMkLst>
          <pc:docMk/>
          <pc:sldMk cId="0" sldId="335"/>
        </pc:sldMkLst>
      </pc:sldChg>
      <pc:sldChg chg="add">
        <pc:chgData name="Alan Harrah" userId="9dbaa1db5e5d5f04" providerId="LiveId" clId="{D4502DDC-EA26-47E9-A453-E89952727A4D}" dt="2026-08-05T15:34:16.111" v="10"/>
        <pc:sldMkLst>
          <pc:docMk/>
          <pc:sldMk cId="0" sldId="336"/>
        </pc:sldMkLst>
      </pc:sldChg>
      <pc:sldChg chg="add">
        <pc:chgData name="Alan Harrah" userId="9dbaa1db5e5d5f04" providerId="LiveId" clId="{D4502DDC-EA26-47E9-A453-E89952727A4D}" dt="2026-08-05T15:34:16.111" v="10"/>
        <pc:sldMkLst>
          <pc:docMk/>
          <pc:sldMk cId="0" sldId="337"/>
        </pc:sldMkLst>
      </pc:sldChg>
      <pc:sldChg chg="add">
        <pc:chgData name="Alan Harrah" userId="9dbaa1db5e5d5f04" providerId="LiveId" clId="{D4502DDC-EA26-47E9-A453-E89952727A4D}" dt="2026-08-05T15:34:16.111" v="10"/>
        <pc:sldMkLst>
          <pc:docMk/>
          <pc:sldMk cId="0" sldId="340"/>
        </pc:sldMkLst>
      </pc:sldChg>
      <pc:sldChg chg="add">
        <pc:chgData name="Alan Harrah" userId="9dbaa1db5e5d5f04" providerId="LiveId" clId="{D4502DDC-EA26-47E9-A453-E89952727A4D}" dt="2026-08-05T15:34:16.111" v="10"/>
        <pc:sldMkLst>
          <pc:docMk/>
          <pc:sldMk cId="0" sldId="341"/>
        </pc:sldMkLst>
      </pc:sldChg>
      <pc:sldChg chg="add">
        <pc:chgData name="Alan Harrah" userId="9dbaa1db5e5d5f04" providerId="LiveId" clId="{D4502DDC-EA26-47E9-A453-E89952727A4D}" dt="2026-08-05T15:34:16.111" v="10"/>
        <pc:sldMkLst>
          <pc:docMk/>
          <pc:sldMk cId="0" sldId="342"/>
        </pc:sldMkLst>
      </pc:sldChg>
      <pc:sldChg chg="add">
        <pc:chgData name="Alan Harrah" userId="9dbaa1db5e5d5f04" providerId="LiveId" clId="{D4502DDC-EA26-47E9-A453-E89952727A4D}" dt="2026-08-06T16:58:13.466" v="35"/>
        <pc:sldMkLst>
          <pc:docMk/>
          <pc:sldMk cId="316822206" sldId="343"/>
        </pc:sldMkLst>
      </pc:sldChg>
      <pc:sldChg chg="add">
        <pc:chgData name="Alan Harrah" userId="9dbaa1db5e5d5f04" providerId="LiveId" clId="{D4502DDC-EA26-47E9-A453-E89952727A4D}" dt="2026-08-05T15:34:16.111" v="10"/>
        <pc:sldMkLst>
          <pc:docMk/>
          <pc:sldMk cId="0" sldId="344"/>
        </pc:sldMkLst>
      </pc:sldChg>
      <pc:sldChg chg="modSp add mod">
        <pc:chgData name="Alan Harrah" userId="9dbaa1db5e5d5f04" providerId="LiveId" clId="{D4502DDC-EA26-47E9-A453-E89952727A4D}" dt="2026-08-10T14:56:19.621" v="143" actId="1076"/>
        <pc:sldMkLst>
          <pc:docMk/>
          <pc:sldMk cId="0" sldId="345"/>
        </pc:sldMkLst>
        <pc:spChg chg="mod">
          <ac:chgData name="Alan Harrah" userId="9dbaa1db5e5d5f04" providerId="LiveId" clId="{D4502DDC-EA26-47E9-A453-E89952727A4D}" dt="2026-08-10T14:56:19.621" v="143" actId="1076"/>
          <ac:spMkLst>
            <pc:docMk/>
            <pc:sldMk cId="0" sldId="345"/>
            <ac:spMk id="7" creationId="{00000000-0000-0000-0000-000000000000}"/>
          </ac:spMkLst>
        </pc:spChg>
      </pc:sldChg>
      <pc:sldChg chg="add">
        <pc:chgData name="Alan Harrah" userId="9dbaa1db5e5d5f04" providerId="LiveId" clId="{D4502DDC-EA26-47E9-A453-E89952727A4D}" dt="2026-08-05T15:34:16.111" v="10"/>
        <pc:sldMkLst>
          <pc:docMk/>
          <pc:sldMk cId="0" sldId="346"/>
        </pc:sldMkLst>
      </pc:sldChg>
      <pc:sldChg chg="add">
        <pc:chgData name="Alan Harrah" userId="9dbaa1db5e5d5f04" providerId="LiveId" clId="{D4502DDC-EA26-47E9-A453-E89952727A4D}" dt="2026-08-05T15:34:16.111" v="10"/>
        <pc:sldMkLst>
          <pc:docMk/>
          <pc:sldMk cId="0" sldId="347"/>
        </pc:sldMkLst>
      </pc:sldChg>
      <pc:sldChg chg="add">
        <pc:chgData name="Alan Harrah" userId="9dbaa1db5e5d5f04" providerId="LiveId" clId="{D4502DDC-EA26-47E9-A453-E89952727A4D}" dt="2026-08-05T15:34:16.111" v="10"/>
        <pc:sldMkLst>
          <pc:docMk/>
          <pc:sldMk cId="0" sldId="348"/>
        </pc:sldMkLst>
      </pc:sldChg>
      <pc:sldChg chg="add">
        <pc:chgData name="Alan Harrah" userId="9dbaa1db5e5d5f04" providerId="LiveId" clId="{D4502DDC-EA26-47E9-A453-E89952727A4D}" dt="2026-08-05T15:34:16.111" v="10"/>
        <pc:sldMkLst>
          <pc:docMk/>
          <pc:sldMk cId="0" sldId="349"/>
        </pc:sldMkLst>
      </pc:sldChg>
      <pc:sldChg chg="add">
        <pc:chgData name="Alan Harrah" userId="9dbaa1db5e5d5f04" providerId="LiveId" clId="{D4502DDC-EA26-47E9-A453-E89952727A4D}" dt="2026-08-05T15:34:16.111" v="10"/>
        <pc:sldMkLst>
          <pc:docMk/>
          <pc:sldMk cId="0" sldId="350"/>
        </pc:sldMkLst>
      </pc:sldChg>
      <pc:sldChg chg="add">
        <pc:chgData name="Alan Harrah" userId="9dbaa1db5e5d5f04" providerId="LiveId" clId="{D4502DDC-EA26-47E9-A453-E89952727A4D}" dt="2026-08-05T15:34:16.111" v="10"/>
        <pc:sldMkLst>
          <pc:docMk/>
          <pc:sldMk cId="0" sldId="351"/>
        </pc:sldMkLst>
      </pc:sldChg>
      <pc:sldChg chg="add">
        <pc:chgData name="Alan Harrah" userId="9dbaa1db5e5d5f04" providerId="LiveId" clId="{D4502DDC-EA26-47E9-A453-E89952727A4D}" dt="2026-08-05T15:34:16.111" v="10"/>
        <pc:sldMkLst>
          <pc:docMk/>
          <pc:sldMk cId="0" sldId="352"/>
        </pc:sldMkLst>
      </pc:sldChg>
      <pc:sldChg chg="add">
        <pc:chgData name="Alan Harrah" userId="9dbaa1db5e5d5f04" providerId="LiveId" clId="{D4502DDC-EA26-47E9-A453-E89952727A4D}" dt="2026-08-05T15:34:16.111" v="10"/>
        <pc:sldMkLst>
          <pc:docMk/>
          <pc:sldMk cId="0" sldId="353"/>
        </pc:sldMkLst>
      </pc:sldChg>
      <pc:sldChg chg="add">
        <pc:chgData name="Alan Harrah" userId="9dbaa1db5e5d5f04" providerId="LiveId" clId="{D4502DDC-EA26-47E9-A453-E89952727A4D}" dt="2026-08-05T15:34:16.111" v="10"/>
        <pc:sldMkLst>
          <pc:docMk/>
          <pc:sldMk cId="0" sldId="354"/>
        </pc:sldMkLst>
      </pc:sldChg>
      <pc:sldChg chg="add">
        <pc:chgData name="Alan Harrah" userId="9dbaa1db5e5d5f04" providerId="LiveId" clId="{D4502DDC-EA26-47E9-A453-E89952727A4D}" dt="2026-08-05T15:34:16.111" v="10"/>
        <pc:sldMkLst>
          <pc:docMk/>
          <pc:sldMk cId="0" sldId="355"/>
        </pc:sldMkLst>
      </pc:sldChg>
      <pc:sldChg chg="add">
        <pc:chgData name="Alan Harrah" userId="9dbaa1db5e5d5f04" providerId="LiveId" clId="{D4502DDC-EA26-47E9-A453-E89952727A4D}" dt="2026-08-05T15:34:16.111" v="10"/>
        <pc:sldMkLst>
          <pc:docMk/>
          <pc:sldMk cId="0" sldId="356"/>
        </pc:sldMkLst>
      </pc:sldChg>
      <pc:sldChg chg="add">
        <pc:chgData name="Alan Harrah" userId="9dbaa1db5e5d5f04" providerId="LiveId" clId="{D4502DDC-EA26-47E9-A453-E89952727A4D}" dt="2026-08-05T15:34:16.111" v="10"/>
        <pc:sldMkLst>
          <pc:docMk/>
          <pc:sldMk cId="0" sldId="357"/>
        </pc:sldMkLst>
      </pc:sldChg>
      <pc:sldChg chg="modSp add mod">
        <pc:chgData name="Alan Harrah" userId="9dbaa1db5e5d5f04" providerId="LiveId" clId="{D4502DDC-EA26-47E9-A453-E89952727A4D}" dt="2026-08-06T17:01:40.888" v="51" actId="1076"/>
        <pc:sldMkLst>
          <pc:docMk/>
          <pc:sldMk cId="0" sldId="358"/>
        </pc:sldMkLst>
        <pc:spChg chg="mod">
          <ac:chgData name="Alan Harrah" userId="9dbaa1db5e5d5f04" providerId="LiveId" clId="{D4502DDC-EA26-47E9-A453-E89952727A4D}" dt="2026-08-06T17:01:40.888" v="51" actId="1076"/>
          <ac:spMkLst>
            <pc:docMk/>
            <pc:sldMk cId="0" sldId="358"/>
            <ac:spMk id="8" creationId="{00000000-0000-0000-0000-000000000000}"/>
          </ac:spMkLst>
        </pc:spChg>
      </pc:sldChg>
      <pc:sldChg chg="add">
        <pc:chgData name="Alan Harrah" userId="9dbaa1db5e5d5f04" providerId="LiveId" clId="{D4502DDC-EA26-47E9-A453-E89952727A4D}" dt="2026-08-05T15:34:16.111" v="10"/>
        <pc:sldMkLst>
          <pc:docMk/>
          <pc:sldMk cId="0" sldId="359"/>
        </pc:sldMkLst>
      </pc:sldChg>
      <pc:sldChg chg="add">
        <pc:chgData name="Alan Harrah" userId="9dbaa1db5e5d5f04" providerId="LiveId" clId="{D4502DDC-EA26-47E9-A453-E89952727A4D}" dt="2026-08-05T15:34:16.111" v="10"/>
        <pc:sldMkLst>
          <pc:docMk/>
          <pc:sldMk cId="0" sldId="360"/>
        </pc:sldMkLst>
      </pc:sldChg>
      <pc:sldChg chg="modSp add mod">
        <pc:chgData name="Alan Harrah" userId="9dbaa1db5e5d5f04" providerId="LiveId" clId="{D4502DDC-EA26-47E9-A453-E89952727A4D}" dt="2026-08-10T14:56:36.114" v="144" actId="1076"/>
        <pc:sldMkLst>
          <pc:docMk/>
          <pc:sldMk cId="0" sldId="361"/>
        </pc:sldMkLst>
        <pc:spChg chg="mod">
          <ac:chgData name="Alan Harrah" userId="9dbaa1db5e5d5f04" providerId="LiveId" clId="{D4502DDC-EA26-47E9-A453-E89952727A4D}" dt="2026-08-10T14:56:36.114" v="144" actId="1076"/>
          <ac:spMkLst>
            <pc:docMk/>
            <pc:sldMk cId="0" sldId="361"/>
            <ac:spMk id="7" creationId="{00000000-0000-0000-0000-000000000000}"/>
          </ac:spMkLst>
        </pc:spChg>
      </pc:sldChg>
      <pc:sldChg chg="add">
        <pc:chgData name="Alan Harrah" userId="9dbaa1db5e5d5f04" providerId="LiveId" clId="{D4502DDC-EA26-47E9-A453-E89952727A4D}" dt="2026-08-05T15:34:16.111" v="10"/>
        <pc:sldMkLst>
          <pc:docMk/>
          <pc:sldMk cId="0" sldId="362"/>
        </pc:sldMkLst>
      </pc:sldChg>
      <pc:sldChg chg="add">
        <pc:chgData name="Alan Harrah" userId="9dbaa1db5e5d5f04" providerId="LiveId" clId="{D4502DDC-EA26-47E9-A453-E89952727A4D}" dt="2026-08-05T15:34:16.111" v="10"/>
        <pc:sldMkLst>
          <pc:docMk/>
          <pc:sldMk cId="0" sldId="363"/>
        </pc:sldMkLst>
      </pc:sldChg>
      <pc:sldChg chg="modSp add mod">
        <pc:chgData name="Alan Harrah" userId="9dbaa1db5e5d5f04" providerId="LiveId" clId="{D4502DDC-EA26-47E9-A453-E89952727A4D}" dt="2026-08-06T16:56:08.576" v="32" actId="14100"/>
        <pc:sldMkLst>
          <pc:docMk/>
          <pc:sldMk cId="0" sldId="364"/>
        </pc:sldMkLst>
        <pc:spChg chg="mod">
          <ac:chgData name="Alan Harrah" userId="9dbaa1db5e5d5f04" providerId="LiveId" clId="{D4502DDC-EA26-47E9-A453-E89952727A4D}" dt="2026-08-06T16:56:08.576" v="32" actId="14100"/>
          <ac:spMkLst>
            <pc:docMk/>
            <pc:sldMk cId="0" sldId="364"/>
            <ac:spMk id="6" creationId="{00000000-0000-0000-0000-000000000000}"/>
          </ac:spMkLst>
        </pc:spChg>
      </pc:sldChg>
      <pc:sldChg chg="add">
        <pc:chgData name="Alan Harrah" userId="9dbaa1db5e5d5f04" providerId="LiveId" clId="{D4502DDC-EA26-47E9-A453-E89952727A4D}" dt="2026-08-05T15:35:15.209" v="11"/>
        <pc:sldMkLst>
          <pc:docMk/>
          <pc:sldMk cId="0" sldId="366"/>
        </pc:sldMkLst>
      </pc:sldChg>
      <pc:sldChg chg="add">
        <pc:chgData name="Alan Harrah" userId="9dbaa1db5e5d5f04" providerId="LiveId" clId="{D4502DDC-EA26-47E9-A453-E89952727A4D}" dt="2026-08-05T15:35:15.209" v="11"/>
        <pc:sldMkLst>
          <pc:docMk/>
          <pc:sldMk cId="0" sldId="367"/>
        </pc:sldMkLst>
      </pc:sldChg>
      <pc:sldChg chg="add">
        <pc:chgData name="Alan Harrah" userId="9dbaa1db5e5d5f04" providerId="LiveId" clId="{D4502DDC-EA26-47E9-A453-E89952727A4D}" dt="2026-08-05T15:35:15.209" v="11"/>
        <pc:sldMkLst>
          <pc:docMk/>
          <pc:sldMk cId="0" sldId="368"/>
        </pc:sldMkLst>
      </pc:sldChg>
      <pc:sldChg chg="add">
        <pc:chgData name="Alan Harrah" userId="9dbaa1db5e5d5f04" providerId="LiveId" clId="{D4502DDC-EA26-47E9-A453-E89952727A4D}" dt="2026-08-05T15:35:15.209" v="11"/>
        <pc:sldMkLst>
          <pc:docMk/>
          <pc:sldMk cId="0" sldId="369"/>
        </pc:sldMkLst>
      </pc:sldChg>
      <pc:sldChg chg="add">
        <pc:chgData name="Alan Harrah" userId="9dbaa1db5e5d5f04" providerId="LiveId" clId="{D4502DDC-EA26-47E9-A453-E89952727A4D}" dt="2026-08-05T15:35:15.209" v="11"/>
        <pc:sldMkLst>
          <pc:docMk/>
          <pc:sldMk cId="0" sldId="370"/>
        </pc:sldMkLst>
      </pc:sldChg>
      <pc:sldChg chg="delSp add mod">
        <pc:chgData name="Alan Harrah" userId="9dbaa1db5e5d5f04" providerId="LiveId" clId="{D4502DDC-EA26-47E9-A453-E89952727A4D}" dt="2026-08-06T17:00:11.891" v="49" actId="478"/>
        <pc:sldMkLst>
          <pc:docMk/>
          <pc:sldMk cId="0" sldId="371"/>
        </pc:sldMkLst>
      </pc:sldChg>
      <pc:sldChg chg="modSp add mod">
        <pc:chgData name="Alan Harrah" userId="9dbaa1db5e5d5f04" providerId="LiveId" clId="{D4502DDC-EA26-47E9-A453-E89952727A4D}" dt="2026-08-06T17:00:18.575" v="50" actId="1076"/>
        <pc:sldMkLst>
          <pc:docMk/>
          <pc:sldMk cId="0" sldId="372"/>
        </pc:sldMkLst>
        <pc:spChg chg="mod">
          <ac:chgData name="Alan Harrah" userId="9dbaa1db5e5d5f04" providerId="LiveId" clId="{D4502DDC-EA26-47E9-A453-E89952727A4D}" dt="2026-08-06T17:00:18.575" v="50" actId="1076"/>
          <ac:spMkLst>
            <pc:docMk/>
            <pc:sldMk cId="0" sldId="372"/>
            <ac:spMk id="7" creationId="{00000000-0000-0000-0000-000000000000}"/>
          </ac:spMkLst>
        </pc:spChg>
      </pc:sldChg>
      <pc:sldChg chg="add">
        <pc:chgData name="Alan Harrah" userId="9dbaa1db5e5d5f04" providerId="LiveId" clId="{D4502DDC-EA26-47E9-A453-E89952727A4D}" dt="2026-08-05T15:35:15.209" v="11"/>
        <pc:sldMkLst>
          <pc:docMk/>
          <pc:sldMk cId="0" sldId="373"/>
        </pc:sldMkLst>
      </pc:sldChg>
      <pc:sldChg chg="add">
        <pc:chgData name="Alan Harrah" userId="9dbaa1db5e5d5f04" providerId="LiveId" clId="{D4502DDC-EA26-47E9-A453-E89952727A4D}" dt="2026-08-05T15:35:15.209" v="11"/>
        <pc:sldMkLst>
          <pc:docMk/>
          <pc:sldMk cId="0" sldId="374"/>
        </pc:sldMkLst>
      </pc:sldChg>
      <pc:sldChg chg="add">
        <pc:chgData name="Alan Harrah" userId="9dbaa1db5e5d5f04" providerId="LiveId" clId="{D4502DDC-EA26-47E9-A453-E89952727A4D}" dt="2026-08-05T15:35:15.209" v="11"/>
        <pc:sldMkLst>
          <pc:docMk/>
          <pc:sldMk cId="0" sldId="375"/>
        </pc:sldMkLst>
      </pc:sldChg>
      <pc:sldChg chg="add">
        <pc:chgData name="Alan Harrah" userId="9dbaa1db5e5d5f04" providerId="LiveId" clId="{D4502DDC-EA26-47E9-A453-E89952727A4D}" dt="2026-08-05T15:35:15.209" v="11"/>
        <pc:sldMkLst>
          <pc:docMk/>
          <pc:sldMk cId="0" sldId="376"/>
        </pc:sldMkLst>
      </pc:sldChg>
      <pc:sldChg chg="add">
        <pc:chgData name="Alan Harrah" userId="9dbaa1db5e5d5f04" providerId="LiveId" clId="{D4502DDC-EA26-47E9-A453-E89952727A4D}" dt="2026-08-05T15:35:15.209" v="11"/>
        <pc:sldMkLst>
          <pc:docMk/>
          <pc:sldMk cId="0" sldId="377"/>
        </pc:sldMkLst>
      </pc:sldChg>
      <pc:sldChg chg="add">
        <pc:chgData name="Alan Harrah" userId="9dbaa1db5e5d5f04" providerId="LiveId" clId="{D4502DDC-EA26-47E9-A453-E89952727A4D}" dt="2026-08-05T15:35:15.209" v="11"/>
        <pc:sldMkLst>
          <pc:docMk/>
          <pc:sldMk cId="0" sldId="378"/>
        </pc:sldMkLst>
      </pc:sldChg>
      <pc:sldChg chg="add">
        <pc:chgData name="Alan Harrah" userId="9dbaa1db5e5d5f04" providerId="LiveId" clId="{D4502DDC-EA26-47E9-A453-E89952727A4D}" dt="2026-08-05T15:35:15.209" v="11"/>
        <pc:sldMkLst>
          <pc:docMk/>
          <pc:sldMk cId="0" sldId="379"/>
        </pc:sldMkLst>
      </pc:sldChg>
      <pc:sldChg chg="add">
        <pc:chgData name="Alan Harrah" userId="9dbaa1db5e5d5f04" providerId="LiveId" clId="{D4502DDC-EA26-47E9-A453-E89952727A4D}" dt="2026-08-05T15:35:15.209" v="11"/>
        <pc:sldMkLst>
          <pc:docMk/>
          <pc:sldMk cId="0" sldId="380"/>
        </pc:sldMkLst>
      </pc:sldChg>
      <pc:sldChg chg="add">
        <pc:chgData name="Alan Harrah" userId="9dbaa1db5e5d5f04" providerId="LiveId" clId="{D4502DDC-EA26-47E9-A453-E89952727A4D}" dt="2026-08-05T15:35:15.209" v="11"/>
        <pc:sldMkLst>
          <pc:docMk/>
          <pc:sldMk cId="0" sldId="381"/>
        </pc:sldMkLst>
      </pc:sldChg>
      <pc:sldChg chg="delSp add mod">
        <pc:chgData name="Alan Harrah" userId="9dbaa1db5e5d5f04" providerId="LiveId" clId="{D4502DDC-EA26-47E9-A453-E89952727A4D}" dt="2026-08-06T17:05:24.910" v="66" actId="478"/>
        <pc:sldMkLst>
          <pc:docMk/>
          <pc:sldMk cId="0" sldId="382"/>
        </pc:sldMkLst>
      </pc:sldChg>
      <pc:sldChg chg="add">
        <pc:chgData name="Alan Harrah" userId="9dbaa1db5e5d5f04" providerId="LiveId" clId="{D4502DDC-EA26-47E9-A453-E89952727A4D}" dt="2026-08-05T15:35:15.209" v="11"/>
        <pc:sldMkLst>
          <pc:docMk/>
          <pc:sldMk cId="0" sldId="383"/>
        </pc:sldMkLst>
      </pc:sldChg>
      <pc:sldChg chg="add">
        <pc:chgData name="Alan Harrah" userId="9dbaa1db5e5d5f04" providerId="LiveId" clId="{D4502DDC-EA26-47E9-A453-E89952727A4D}" dt="2026-08-05T15:35:15.209" v="11"/>
        <pc:sldMkLst>
          <pc:docMk/>
          <pc:sldMk cId="0" sldId="384"/>
        </pc:sldMkLst>
      </pc:sldChg>
      <pc:sldChg chg="modSp add mod">
        <pc:chgData name="Alan Harrah" userId="9dbaa1db5e5d5f04" providerId="LiveId" clId="{D4502DDC-EA26-47E9-A453-E89952727A4D}" dt="2026-08-06T17:03:22.292" v="54" actId="108"/>
        <pc:sldMkLst>
          <pc:docMk/>
          <pc:sldMk cId="0" sldId="385"/>
        </pc:sldMkLst>
        <pc:spChg chg="mod">
          <ac:chgData name="Alan Harrah" userId="9dbaa1db5e5d5f04" providerId="LiveId" clId="{D4502DDC-EA26-47E9-A453-E89952727A4D}" dt="2026-08-06T17:03:22.292" v="54" actId="108"/>
          <ac:spMkLst>
            <pc:docMk/>
            <pc:sldMk cId="0" sldId="385"/>
            <ac:spMk id="5" creationId="{00000000-0000-0000-0000-000000000000}"/>
          </ac:spMkLst>
        </pc:spChg>
      </pc:sldChg>
      <pc:sldChg chg="add">
        <pc:chgData name="Alan Harrah" userId="9dbaa1db5e5d5f04" providerId="LiveId" clId="{D4502DDC-EA26-47E9-A453-E89952727A4D}" dt="2026-08-05T15:35:15.209" v="11"/>
        <pc:sldMkLst>
          <pc:docMk/>
          <pc:sldMk cId="0" sldId="386"/>
        </pc:sldMkLst>
      </pc:sldChg>
      <pc:sldChg chg="modSp add mod">
        <pc:chgData name="Alan Harrah" userId="9dbaa1db5e5d5f04" providerId="LiveId" clId="{D4502DDC-EA26-47E9-A453-E89952727A4D}" dt="2026-08-10T14:53:11.260" v="130" actId="113"/>
        <pc:sldMkLst>
          <pc:docMk/>
          <pc:sldMk cId="0" sldId="387"/>
        </pc:sldMkLst>
        <pc:spChg chg="mod">
          <ac:chgData name="Alan Harrah" userId="9dbaa1db5e5d5f04" providerId="LiveId" clId="{D4502DDC-EA26-47E9-A453-E89952727A4D}" dt="2026-08-10T14:51:17.189" v="71" actId="113"/>
          <ac:spMkLst>
            <pc:docMk/>
            <pc:sldMk cId="0" sldId="387"/>
            <ac:spMk id="5" creationId="{00000000-0000-0000-0000-000000000000}"/>
          </ac:spMkLst>
        </pc:spChg>
        <pc:spChg chg="mod">
          <ac:chgData name="Alan Harrah" userId="9dbaa1db5e5d5f04" providerId="LiveId" clId="{D4502DDC-EA26-47E9-A453-E89952727A4D}" dt="2026-08-10T14:53:11.260" v="130" actId="113"/>
          <ac:spMkLst>
            <pc:docMk/>
            <pc:sldMk cId="0" sldId="387"/>
            <ac:spMk id="6" creationId="{00000000-0000-0000-0000-000000000000}"/>
          </ac:spMkLst>
        </pc:spChg>
        <pc:spChg chg="mod">
          <ac:chgData name="Alan Harrah" userId="9dbaa1db5e5d5f04" providerId="LiveId" clId="{D4502DDC-EA26-47E9-A453-E89952727A4D}" dt="2026-08-10T14:53:03.600" v="129" actId="13926"/>
          <ac:spMkLst>
            <pc:docMk/>
            <pc:sldMk cId="0" sldId="387"/>
            <ac:spMk id="7" creationId="{00000000-0000-0000-0000-000000000000}"/>
          </ac:spMkLst>
        </pc:spChg>
      </pc:sldChg>
      <pc:sldChg chg="add del">
        <pc:chgData name="Alan Harrah" userId="9dbaa1db5e5d5f04" providerId="LiveId" clId="{D4502DDC-EA26-47E9-A453-E89952727A4D}" dt="2026-08-10T14:53:24.351" v="131" actId="2696"/>
        <pc:sldMkLst>
          <pc:docMk/>
          <pc:sldMk cId="0" sldId="388"/>
        </pc:sldMkLst>
      </pc:sldChg>
      <pc:sldChg chg="del mod modShow">
        <pc:chgData name="Alan Harrah" userId="9dbaa1db5e5d5f04" providerId="LiveId" clId="{D4502DDC-EA26-47E9-A453-E89952727A4D}" dt="2026-08-10T14:53:29.327" v="132" actId="2696"/>
        <pc:sldMkLst>
          <pc:docMk/>
          <pc:sldMk cId="1798176088" sldId="507"/>
        </pc:sldMkLst>
      </pc:sldChg>
      <pc:sldChg chg="del mod modShow">
        <pc:chgData name="Alan Harrah" userId="9dbaa1db5e5d5f04" providerId="LiveId" clId="{D4502DDC-EA26-47E9-A453-E89952727A4D}" dt="2026-08-10T14:53:32.088" v="133" actId="2696"/>
        <pc:sldMkLst>
          <pc:docMk/>
          <pc:sldMk cId="1590989890" sldId="508"/>
        </pc:sldMkLst>
      </pc:sldChg>
      <pc:sldChg chg="modSp mod modShow">
        <pc:chgData name="Alan Harrah" userId="9dbaa1db5e5d5f04" providerId="LiveId" clId="{D4502DDC-EA26-47E9-A453-E89952727A4D}" dt="2026-08-10T14:54:04.817" v="136" actId="108"/>
        <pc:sldMkLst>
          <pc:docMk/>
          <pc:sldMk cId="578255640" sldId="511"/>
        </pc:sldMkLst>
        <pc:spChg chg="mod">
          <ac:chgData name="Alan Harrah" userId="9dbaa1db5e5d5f04" providerId="LiveId" clId="{D4502DDC-EA26-47E9-A453-E89952727A4D}" dt="2026-08-10T14:54:04.817" v="136" actId="108"/>
          <ac:spMkLst>
            <pc:docMk/>
            <pc:sldMk cId="578255640" sldId="511"/>
            <ac:spMk id="2" creationId="{3ED05A1B-971F-4B14-B14D-8EB6AAC87F2C}"/>
          </ac:spMkLst>
        </pc:spChg>
      </pc:sldChg>
      <pc:sldChg chg="mod modShow">
        <pc:chgData name="Alan Harrah" userId="9dbaa1db5e5d5f04" providerId="LiveId" clId="{D4502DDC-EA26-47E9-A453-E89952727A4D}" dt="2026-08-06T17:04:57.597" v="62" actId="729"/>
        <pc:sldMkLst>
          <pc:docMk/>
          <pc:sldMk cId="2945348553" sldId="512"/>
        </pc:sldMkLst>
      </pc:sldChg>
      <pc:sldChg chg="mod modShow">
        <pc:chgData name="Alan Harrah" userId="9dbaa1db5e5d5f04" providerId="LiveId" clId="{D4502DDC-EA26-47E9-A453-E89952727A4D}" dt="2026-08-10T14:53:49.135" v="135" actId="34476"/>
        <pc:sldMkLst>
          <pc:docMk/>
          <pc:sldMk cId="1152188491" sldId="513"/>
        </pc:sldMkLst>
      </pc:sldChg>
      <pc:sldChg chg="del">
        <pc:chgData name="Alan Harrah" userId="9dbaa1db5e5d5f04" providerId="LiveId" clId="{D4502DDC-EA26-47E9-A453-E89952727A4D}" dt="2026-08-10T18:29:56.498" v="154" actId="2696"/>
        <pc:sldMkLst>
          <pc:docMk/>
          <pc:sldMk cId="4232975520" sldId="981"/>
        </pc:sldMkLst>
      </pc:sldChg>
      <pc:sldChg chg="del">
        <pc:chgData name="Alan Harrah" userId="9dbaa1db5e5d5f04" providerId="LiveId" clId="{D4502DDC-EA26-47E9-A453-E89952727A4D}" dt="2026-08-10T14:55:34.973" v="139" actId="2696"/>
        <pc:sldMkLst>
          <pc:docMk/>
          <pc:sldMk cId="309965493" sldId="1009"/>
        </pc:sldMkLst>
      </pc:sldChg>
      <pc:sldChg chg="del">
        <pc:chgData name="Alan Harrah" userId="9dbaa1db5e5d5f04" providerId="LiveId" clId="{D4502DDC-EA26-47E9-A453-E89952727A4D}" dt="2026-08-10T14:55:42.513" v="141" actId="2696"/>
        <pc:sldMkLst>
          <pc:docMk/>
          <pc:sldMk cId="3325455436" sldId="1034"/>
        </pc:sldMkLst>
      </pc:sldChg>
      <pc:sldChg chg="del">
        <pc:chgData name="Alan Harrah" userId="9dbaa1db5e5d5f04" providerId="LiveId" clId="{D4502DDC-EA26-47E9-A453-E89952727A4D}" dt="2026-08-10T14:54:52.356" v="137" actId="2696"/>
        <pc:sldMkLst>
          <pc:docMk/>
          <pc:sldMk cId="3161121365" sldId="1051"/>
        </pc:sldMkLst>
      </pc:sldChg>
      <pc:sldChg chg="del">
        <pc:chgData name="Alan Harrah" userId="9dbaa1db5e5d5f04" providerId="LiveId" clId="{D4502DDC-EA26-47E9-A453-E89952727A4D}" dt="2026-08-10T18:28:12.173" v="151" actId="2696"/>
        <pc:sldMkLst>
          <pc:docMk/>
          <pc:sldMk cId="4194165525" sldId="1085"/>
        </pc:sldMkLst>
      </pc:sldChg>
      <pc:sldChg chg="del">
        <pc:chgData name="Alan Harrah" userId="9dbaa1db5e5d5f04" providerId="LiveId" clId="{D4502DDC-EA26-47E9-A453-E89952727A4D}" dt="2026-08-10T18:30:55.404" v="156" actId="2696"/>
        <pc:sldMkLst>
          <pc:docMk/>
          <pc:sldMk cId="772749953" sldId="1119"/>
        </pc:sldMkLst>
      </pc:sldChg>
      <pc:sldChg chg="del">
        <pc:chgData name="Alan Harrah" userId="9dbaa1db5e5d5f04" providerId="LiveId" clId="{D4502DDC-EA26-47E9-A453-E89952727A4D}" dt="2026-08-10T14:55:38.552" v="140" actId="2696"/>
        <pc:sldMkLst>
          <pc:docMk/>
          <pc:sldMk cId="2309687247" sldId="1139"/>
        </pc:sldMkLst>
      </pc:sldChg>
      <pc:sldChg chg="del mod modShow">
        <pc:chgData name="Alan Harrah" userId="9dbaa1db5e5d5f04" providerId="LiveId" clId="{D4502DDC-EA26-47E9-A453-E89952727A4D}" dt="2026-08-10T14:53:36.086" v="134" actId="2696"/>
        <pc:sldMkLst>
          <pc:docMk/>
          <pc:sldMk cId="3021396847" sldId="1166"/>
        </pc:sldMkLst>
      </pc:sldChg>
      <pc:sldChg chg="add del">
        <pc:chgData name="Alan Harrah" userId="9dbaa1db5e5d5f04" providerId="LiveId" clId="{D4502DDC-EA26-47E9-A453-E89952727A4D}" dt="2026-08-05T15:34:16.111" v="10"/>
        <pc:sldMkLst>
          <pc:docMk/>
          <pc:sldMk cId="0" sldId="1167"/>
        </pc:sldMkLst>
      </pc:sldChg>
      <pc:sldChg chg="add">
        <pc:chgData name="Alan Harrah" userId="9dbaa1db5e5d5f04" providerId="LiveId" clId="{D4502DDC-EA26-47E9-A453-E89952727A4D}" dt="2026-08-05T15:34:16.111" v="10"/>
        <pc:sldMkLst>
          <pc:docMk/>
          <pc:sldMk cId="0" sldId="1168"/>
        </pc:sldMkLst>
      </pc:sldChg>
      <pc:sldChg chg="add">
        <pc:chgData name="Alan Harrah" userId="9dbaa1db5e5d5f04" providerId="LiveId" clId="{D4502DDC-EA26-47E9-A453-E89952727A4D}" dt="2026-08-10T18:28:07.170" v="150"/>
        <pc:sldMkLst>
          <pc:docMk/>
          <pc:sldMk cId="0" sldId="1169"/>
        </pc:sldMkLst>
      </pc:sldChg>
      <pc:sldChg chg="modSp add mod">
        <pc:chgData name="Alan Harrah" userId="9dbaa1db5e5d5f04" providerId="LiveId" clId="{D4502DDC-EA26-47E9-A453-E89952727A4D}" dt="2026-08-10T18:44:28.588" v="163" actId="1076"/>
        <pc:sldMkLst>
          <pc:docMk/>
          <pc:sldMk cId="0" sldId="1170"/>
        </pc:sldMkLst>
        <pc:spChg chg="mod">
          <ac:chgData name="Alan Harrah" userId="9dbaa1db5e5d5f04" providerId="LiveId" clId="{D4502DDC-EA26-47E9-A453-E89952727A4D}" dt="2026-08-10T18:44:28.588" v="163" actId="1076"/>
          <ac:spMkLst>
            <pc:docMk/>
            <pc:sldMk cId="0" sldId="1170"/>
            <ac:spMk id="7" creationId="{00000000-0000-0000-0000-000000000000}"/>
          </ac:spMkLst>
        </pc:spChg>
      </pc:sldChg>
      <pc:sldMasterChg chg="del delSldLayout">
        <pc:chgData name="Alan Harrah" userId="9dbaa1db5e5d5f04" providerId="LiveId" clId="{D4502DDC-EA26-47E9-A453-E89952727A4D}" dt="2026-08-10T18:29:56.498" v="154" actId="2696"/>
        <pc:sldMasterMkLst>
          <pc:docMk/>
          <pc:sldMasterMk cId="4226454509" sldId="2147484069"/>
        </pc:sldMasterMkLst>
        <pc:sldLayoutChg chg="del">
          <pc:chgData name="Alan Harrah" userId="9dbaa1db5e5d5f04" providerId="LiveId" clId="{D4502DDC-EA26-47E9-A453-E89952727A4D}" dt="2026-08-10T18:29:56.498" v="154" actId="2696"/>
          <pc:sldLayoutMkLst>
            <pc:docMk/>
            <pc:sldMasterMk cId="4226454509" sldId="2147484069"/>
            <pc:sldLayoutMk cId="3330622386" sldId="2147484070"/>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3744913579" sldId="2147484071"/>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4047609376" sldId="2147484072"/>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540894231" sldId="2147484073"/>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1873814365" sldId="2147484074"/>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102243173" sldId="2147484075"/>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3193807857" sldId="2147484076"/>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859087246" sldId="2147484077"/>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1966449933" sldId="2147484078"/>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1315156900" sldId="2147484079"/>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1479235417" sldId="2147484080"/>
          </pc:sldLayoutMkLst>
        </pc:sldLayoutChg>
        <pc:sldLayoutChg chg="del">
          <pc:chgData name="Alan Harrah" userId="9dbaa1db5e5d5f04" providerId="LiveId" clId="{D4502DDC-EA26-47E9-A453-E89952727A4D}" dt="2026-08-10T18:29:56.498" v="154" actId="2696"/>
          <pc:sldLayoutMkLst>
            <pc:docMk/>
            <pc:sldMasterMk cId="4226454509" sldId="2147484069"/>
            <pc:sldLayoutMk cId="3794431311" sldId="2147484081"/>
          </pc:sldLayoutMkLst>
        </pc:sldLayoutChg>
      </pc:sldMasterChg>
      <pc:sldMasterChg chg="modSldLayout sldLayoutOrd">
        <pc:chgData name="Alan Harrah" userId="9dbaa1db5e5d5f04" providerId="LiveId" clId="{D4502DDC-EA26-47E9-A453-E89952727A4D}" dt="2026-08-10T18:26:39.575" v="147"/>
        <pc:sldMasterMkLst>
          <pc:docMk/>
          <pc:sldMasterMk cId="305369199" sldId="2147484098"/>
        </pc:sldMasterMkLst>
        <pc:sldLayoutChg chg="mod ord">
          <pc:chgData name="Alan Harrah" userId="9dbaa1db5e5d5f04" providerId="LiveId" clId="{D4502DDC-EA26-47E9-A453-E89952727A4D}" dt="2026-08-10T18:26:39.575" v="147"/>
          <pc:sldLayoutMkLst>
            <pc:docMk/>
            <pc:sldMasterMk cId="305369199" sldId="2147484098"/>
            <pc:sldLayoutMk cId="3957805948" sldId="2147484114"/>
          </pc:sldLayoutMkLst>
        </pc:sldLayoutChg>
        <pc:sldLayoutChg chg="modSp mod ord">
          <pc:chgData name="Alan Harrah" userId="9dbaa1db5e5d5f04" providerId="LiveId" clId="{D4502DDC-EA26-47E9-A453-E89952727A4D}" dt="2026-08-10T18:26:39.575" v="147"/>
          <pc:sldLayoutMkLst>
            <pc:docMk/>
            <pc:sldMasterMk cId="305369199" sldId="2147484098"/>
            <pc:sldLayoutMk cId="2523088609" sldId="2147484115"/>
          </pc:sldLayoutMkLst>
          <pc:spChg chg="mod">
            <ac:chgData name="Alan Harrah" userId="9dbaa1db5e5d5f04" providerId="LiveId" clId="{D4502DDC-EA26-47E9-A453-E89952727A4D}" dt="2026-08-10T18:26:39.575" v="147"/>
            <ac:spMkLst>
              <pc:docMk/>
              <pc:sldMasterMk cId="305369199" sldId="2147484098"/>
              <pc:sldLayoutMk cId="2523088609" sldId="2147484115"/>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2871059311" sldId="2147484116"/>
          </pc:sldLayoutMkLst>
          <pc:spChg chg="mod">
            <ac:chgData name="Alan Harrah" userId="9dbaa1db5e5d5f04" providerId="LiveId" clId="{D4502DDC-EA26-47E9-A453-E89952727A4D}" dt="2026-08-10T18:26:39.575" v="147"/>
            <ac:spMkLst>
              <pc:docMk/>
              <pc:sldMasterMk cId="305369199" sldId="2147484098"/>
              <pc:sldLayoutMk cId="2871059311" sldId="2147484116"/>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3432486365" sldId="2147484117"/>
          </pc:sldLayoutMkLst>
          <pc:spChg chg="mod">
            <ac:chgData name="Alan Harrah" userId="9dbaa1db5e5d5f04" providerId="LiveId" clId="{D4502DDC-EA26-47E9-A453-E89952727A4D}" dt="2026-08-10T18:26:39.575" v="147"/>
            <ac:spMkLst>
              <pc:docMk/>
              <pc:sldMasterMk cId="305369199" sldId="2147484098"/>
              <pc:sldLayoutMk cId="3432486365" sldId="2147484117"/>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3041710056" sldId="2147484118"/>
          </pc:sldLayoutMkLst>
          <pc:spChg chg="mod">
            <ac:chgData name="Alan Harrah" userId="9dbaa1db5e5d5f04" providerId="LiveId" clId="{D4502DDC-EA26-47E9-A453-E89952727A4D}" dt="2026-08-10T18:26:39.575" v="147"/>
            <ac:spMkLst>
              <pc:docMk/>
              <pc:sldMasterMk cId="305369199" sldId="2147484098"/>
              <pc:sldLayoutMk cId="3041710056" sldId="2147484118"/>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3593578405" sldId="2147484119"/>
          </pc:sldLayoutMkLst>
          <pc:spChg chg="mod">
            <ac:chgData name="Alan Harrah" userId="9dbaa1db5e5d5f04" providerId="LiveId" clId="{D4502DDC-EA26-47E9-A453-E89952727A4D}" dt="2026-08-10T18:26:39.575" v="147"/>
            <ac:spMkLst>
              <pc:docMk/>
              <pc:sldMasterMk cId="305369199" sldId="2147484098"/>
              <pc:sldLayoutMk cId="3593578405" sldId="2147484119"/>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1872451470" sldId="2147484120"/>
          </pc:sldLayoutMkLst>
          <pc:spChg chg="mod">
            <ac:chgData name="Alan Harrah" userId="9dbaa1db5e5d5f04" providerId="LiveId" clId="{D4502DDC-EA26-47E9-A453-E89952727A4D}" dt="2026-08-10T18:26:39.575" v="147"/>
            <ac:spMkLst>
              <pc:docMk/>
              <pc:sldMasterMk cId="305369199" sldId="2147484098"/>
              <pc:sldLayoutMk cId="1872451470" sldId="2147484120"/>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3416307975" sldId="2147484121"/>
          </pc:sldLayoutMkLst>
          <pc:spChg chg="mod">
            <ac:chgData name="Alan Harrah" userId="9dbaa1db5e5d5f04" providerId="LiveId" clId="{D4502DDC-EA26-47E9-A453-E89952727A4D}" dt="2026-08-10T18:26:39.575" v="147"/>
            <ac:spMkLst>
              <pc:docMk/>
              <pc:sldMasterMk cId="305369199" sldId="2147484098"/>
              <pc:sldLayoutMk cId="3416307975" sldId="2147484121"/>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3699810984" sldId="2147484122"/>
          </pc:sldLayoutMkLst>
          <pc:spChg chg="mod">
            <ac:chgData name="Alan Harrah" userId="9dbaa1db5e5d5f04" providerId="LiveId" clId="{D4502DDC-EA26-47E9-A453-E89952727A4D}" dt="2026-08-10T18:26:39.575" v="147"/>
            <ac:spMkLst>
              <pc:docMk/>
              <pc:sldMasterMk cId="305369199" sldId="2147484098"/>
              <pc:sldLayoutMk cId="3699810984" sldId="2147484122"/>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3577623550" sldId="2147484123"/>
          </pc:sldLayoutMkLst>
          <pc:spChg chg="mod">
            <ac:chgData name="Alan Harrah" userId="9dbaa1db5e5d5f04" providerId="LiveId" clId="{D4502DDC-EA26-47E9-A453-E89952727A4D}" dt="2026-08-10T18:26:39.575" v="147"/>
            <ac:spMkLst>
              <pc:docMk/>
              <pc:sldMasterMk cId="305369199" sldId="2147484098"/>
              <pc:sldLayoutMk cId="3577623550" sldId="2147484123"/>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3831648201" sldId="2147484124"/>
          </pc:sldLayoutMkLst>
          <pc:spChg chg="mod">
            <ac:chgData name="Alan Harrah" userId="9dbaa1db5e5d5f04" providerId="LiveId" clId="{D4502DDC-EA26-47E9-A453-E89952727A4D}" dt="2026-08-10T18:26:39.575" v="147"/>
            <ac:spMkLst>
              <pc:docMk/>
              <pc:sldMasterMk cId="305369199" sldId="2147484098"/>
              <pc:sldLayoutMk cId="3831648201" sldId="2147484124"/>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4063712339" sldId="2147484125"/>
          </pc:sldLayoutMkLst>
          <pc:spChg chg="mod">
            <ac:chgData name="Alan Harrah" userId="9dbaa1db5e5d5f04" providerId="LiveId" clId="{D4502DDC-EA26-47E9-A453-E89952727A4D}" dt="2026-08-10T18:26:39.575" v="147"/>
            <ac:spMkLst>
              <pc:docMk/>
              <pc:sldMasterMk cId="305369199" sldId="2147484098"/>
              <pc:sldLayoutMk cId="4063712339" sldId="2147484125"/>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1364626960" sldId="2147484126"/>
          </pc:sldLayoutMkLst>
          <pc:spChg chg="mod">
            <ac:chgData name="Alan Harrah" userId="9dbaa1db5e5d5f04" providerId="LiveId" clId="{D4502DDC-EA26-47E9-A453-E89952727A4D}" dt="2026-08-10T18:26:39.575" v="147"/>
            <ac:spMkLst>
              <pc:docMk/>
              <pc:sldMasterMk cId="305369199" sldId="2147484098"/>
              <pc:sldLayoutMk cId="1364626960" sldId="2147484126"/>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594929048" sldId="2147484127"/>
          </pc:sldLayoutMkLst>
          <pc:spChg chg="mod">
            <ac:chgData name="Alan Harrah" userId="9dbaa1db5e5d5f04" providerId="LiveId" clId="{D4502DDC-EA26-47E9-A453-E89952727A4D}" dt="2026-08-10T18:26:39.575" v="147"/>
            <ac:spMkLst>
              <pc:docMk/>
              <pc:sldMasterMk cId="305369199" sldId="2147484098"/>
              <pc:sldLayoutMk cId="594929048" sldId="2147484127"/>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2642846564" sldId="2147484128"/>
          </pc:sldLayoutMkLst>
          <pc:spChg chg="mod">
            <ac:chgData name="Alan Harrah" userId="9dbaa1db5e5d5f04" providerId="LiveId" clId="{D4502DDC-EA26-47E9-A453-E89952727A4D}" dt="2026-08-10T18:26:39.575" v="147"/>
            <ac:spMkLst>
              <pc:docMk/>
              <pc:sldMasterMk cId="305369199" sldId="2147484098"/>
              <pc:sldLayoutMk cId="2642846564" sldId="2147484128"/>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3439298231" sldId="2147484129"/>
          </pc:sldLayoutMkLst>
          <pc:spChg chg="mod">
            <ac:chgData name="Alan Harrah" userId="9dbaa1db5e5d5f04" providerId="LiveId" clId="{D4502DDC-EA26-47E9-A453-E89952727A4D}" dt="2026-08-10T18:26:39.575" v="147"/>
            <ac:spMkLst>
              <pc:docMk/>
              <pc:sldMasterMk cId="305369199" sldId="2147484098"/>
              <pc:sldLayoutMk cId="3439298231" sldId="2147484129"/>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2004596635" sldId="2147484130"/>
          </pc:sldLayoutMkLst>
          <pc:spChg chg="mod">
            <ac:chgData name="Alan Harrah" userId="9dbaa1db5e5d5f04" providerId="LiveId" clId="{D4502DDC-EA26-47E9-A453-E89952727A4D}" dt="2026-08-10T18:26:39.575" v="147"/>
            <ac:spMkLst>
              <pc:docMk/>
              <pc:sldMasterMk cId="305369199" sldId="2147484098"/>
              <pc:sldLayoutMk cId="2004596635" sldId="2147484130"/>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248644483" sldId="2147484131"/>
          </pc:sldLayoutMkLst>
          <pc:spChg chg="mod">
            <ac:chgData name="Alan Harrah" userId="9dbaa1db5e5d5f04" providerId="LiveId" clId="{D4502DDC-EA26-47E9-A453-E89952727A4D}" dt="2026-08-10T18:26:39.575" v="147"/>
            <ac:spMkLst>
              <pc:docMk/>
              <pc:sldMasterMk cId="305369199" sldId="2147484098"/>
              <pc:sldLayoutMk cId="248644483" sldId="2147484131"/>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351359840" sldId="2147484132"/>
          </pc:sldLayoutMkLst>
          <pc:spChg chg="mod">
            <ac:chgData name="Alan Harrah" userId="9dbaa1db5e5d5f04" providerId="LiveId" clId="{D4502DDC-EA26-47E9-A453-E89952727A4D}" dt="2026-08-10T18:26:39.575" v="147"/>
            <ac:spMkLst>
              <pc:docMk/>
              <pc:sldMasterMk cId="305369199" sldId="2147484098"/>
              <pc:sldLayoutMk cId="351359840" sldId="2147484132"/>
              <ac:spMk id="2" creationId="{00000000-0000-0000-0000-000000000000}"/>
            </ac:spMkLst>
          </pc:spChg>
        </pc:sldLayoutChg>
        <pc:sldLayoutChg chg="modSp mod ord">
          <pc:chgData name="Alan Harrah" userId="9dbaa1db5e5d5f04" providerId="LiveId" clId="{D4502DDC-EA26-47E9-A453-E89952727A4D}" dt="2026-08-10T18:26:39.575" v="147"/>
          <pc:sldLayoutMkLst>
            <pc:docMk/>
            <pc:sldMasterMk cId="305369199" sldId="2147484098"/>
            <pc:sldLayoutMk cId="552700963" sldId="2147484133"/>
          </pc:sldLayoutMkLst>
          <pc:spChg chg="mod">
            <ac:chgData name="Alan Harrah" userId="9dbaa1db5e5d5f04" providerId="LiveId" clId="{D4502DDC-EA26-47E9-A453-E89952727A4D}" dt="2026-08-10T18:26:39.575" v="147"/>
            <ac:spMkLst>
              <pc:docMk/>
              <pc:sldMasterMk cId="305369199" sldId="2147484098"/>
              <pc:sldLayoutMk cId="552700963" sldId="2147484133"/>
              <ac:spMk id="2" creationId="{00000000-0000-0000-0000-000000000000}"/>
            </ac:spMkLst>
          </pc:spChg>
        </pc:sldLayoutChg>
      </pc:sldMasterChg>
      <pc:sldMasterChg chg="del sldLayoutOrd">
        <pc:chgData name="Alan Harrah" userId="9dbaa1db5e5d5f04" providerId="LiveId" clId="{D4502DDC-EA26-47E9-A453-E89952727A4D}" dt="2026-08-10T18:26:39.624" v="148"/>
        <pc:sldMasterMkLst>
          <pc:docMk/>
          <pc:sldMasterMk cId="3471029547" sldId="2147484113"/>
        </pc:sldMasterMkLst>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5" Type="http://schemas.openxmlformats.org/officeDocument/2006/relationships/image" Target="../media/image16.svg"/><Relationship Id="rId4" Type="http://schemas.openxmlformats.org/officeDocument/2006/relationships/image" Target="../media/image15.svg"/></Relationships>
</file>

<file path=ppt/diagrams/_rels/data7.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image" Target="../media/image2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5" Type="http://schemas.openxmlformats.org/officeDocument/2006/relationships/image" Target="../media/image16.svg"/><Relationship Id="rId4" Type="http://schemas.openxmlformats.org/officeDocument/2006/relationships/image" Target="../media/image15.svg"/></Relationships>
</file>

<file path=ppt/diagrams/_rels/drawing7.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accent0_3#2">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3">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4">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4">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9BCD69-F98A-4171-A646-9A4A8C437714}" type="doc">
      <dgm:prSet loTypeId="urn:microsoft.com/office/officeart/2005/8/layout/list1" loCatId="list" qsTypeId="urn:microsoft.com/office/officeart/2005/8/quickstyle/simple1#2" qsCatId="simple" csTypeId="urn:microsoft.com/office/officeart/2005/8/colors/accent0_3#2" csCatId="mainScheme" phldr="1"/>
      <dgm:spPr/>
      <dgm:t>
        <a:bodyPr/>
        <a:lstStyle/>
        <a:p>
          <a:endParaRPr lang="en-US"/>
        </a:p>
      </dgm:t>
    </dgm:pt>
    <dgm:pt modelId="{9B416B49-AFCF-4BEA-B853-D1A16C5E89B7}">
      <dgm:prSet/>
      <dgm:spPr/>
      <dgm:t>
        <a:bodyPr/>
        <a:lstStyle/>
        <a:p>
          <a:r>
            <a:rPr lang="en-US" dirty="0"/>
            <a:t>Security must be assessed and verified</a:t>
          </a:r>
        </a:p>
      </dgm:t>
    </dgm:pt>
    <dgm:pt modelId="{63E595D5-92C3-4FBE-9E40-6FE4E08E6F53}" type="parTrans" cxnId="{CFE1418D-21B4-42AB-8096-2ADD958D010D}">
      <dgm:prSet/>
      <dgm:spPr/>
      <dgm:t>
        <a:bodyPr/>
        <a:lstStyle/>
        <a:p>
          <a:endParaRPr lang="en-US"/>
        </a:p>
      </dgm:t>
    </dgm:pt>
    <dgm:pt modelId="{08493F47-A40D-4E62-A9C4-FBE749E30EED}" type="sibTrans" cxnId="{CFE1418D-21B4-42AB-8096-2ADD958D010D}">
      <dgm:prSet/>
      <dgm:spPr/>
      <dgm:t>
        <a:bodyPr/>
        <a:lstStyle/>
        <a:p>
          <a:endParaRPr lang="en-US"/>
        </a:p>
      </dgm:t>
    </dgm:pt>
    <dgm:pt modelId="{C151434C-0E33-4559-A148-C6B0886CA26E}">
      <dgm:prSet/>
      <dgm:spPr/>
      <dgm:t>
        <a:bodyPr/>
        <a:lstStyle/>
        <a:p>
          <a:r>
            <a:rPr lang="en-US"/>
            <a:t>Security is not just an IT issue</a:t>
          </a:r>
        </a:p>
      </dgm:t>
    </dgm:pt>
    <dgm:pt modelId="{C7D30615-4540-4FD3-8EBD-5897E5AFEBF4}" type="parTrans" cxnId="{4D0BE497-F3A6-4FB0-8F48-3A11F340EE4D}">
      <dgm:prSet/>
      <dgm:spPr/>
      <dgm:t>
        <a:bodyPr/>
        <a:lstStyle/>
        <a:p>
          <a:endParaRPr lang="en-US"/>
        </a:p>
      </dgm:t>
    </dgm:pt>
    <dgm:pt modelId="{97FD331E-10B1-475D-8F31-DB8B24F53B6E}" type="sibTrans" cxnId="{4D0BE497-F3A6-4FB0-8F48-3A11F340EE4D}">
      <dgm:prSet/>
      <dgm:spPr/>
      <dgm:t>
        <a:bodyPr/>
        <a:lstStyle/>
        <a:p>
          <a:endParaRPr lang="en-US"/>
        </a:p>
      </dgm:t>
    </dgm:pt>
    <dgm:pt modelId="{AFED45BE-F8EE-4820-BCDF-905F583DD8A7}">
      <dgm:prSet/>
      <dgm:spPr/>
      <dgm:t>
        <a:bodyPr/>
        <a:lstStyle/>
        <a:p>
          <a:r>
            <a:rPr lang="en-US"/>
            <a:t>Affects every aspect of an organization</a:t>
          </a:r>
        </a:p>
      </dgm:t>
    </dgm:pt>
    <dgm:pt modelId="{BC370DFE-7ABF-4076-B158-BF6C32F3C393}" type="parTrans" cxnId="{439414A7-E988-450D-92A2-C408A9E20117}">
      <dgm:prSet/>
      <dgm:spPr/>
      <dgm:t>
        <a:bodyPr/>
        <a:lstStyle/>
        <a:p>
          <a:endParaRPr lang="en-US"/>
        </a:p>
      </dgm:t>
    </dgm:pt>
    <dgm:pt modelId="{5C802196-7501-49BA-BA7E-142AC6F80A78}" type="sibTrans" cxnId="{439414A7-E988-450D-92A2-C408A9E20117}">
      <dgm:prSet/>
      <dgm:spPr/>
      <dgm:t>
        <a:bodyPr/>
        <a:lstStyle/>
        <a:p>
          <a:endParaRPr lang="en-US"/>
        </a:p>
      </dgm:t>
    </dgm:pt>
    <dgm:pt modelId="{B0838454-1218-44DC-9E25-EB65ACD92256}" type="pres">
      <dgm:prSet presAssocID="{1D9BCD69-F98A-4171-A646-9A4A8C437714}" presName="linear" presStyleCnt="0">
        <dgm:presLayoutVars>
          <dgm:dir/>
          <dgm:animLvl val="lvl"/>
          <dgm:resizeHandles val="exact"/>
        </dgm:presLayoutVars>
      </dgm:prSet>
      <dgm:spPr/>
    </dgm:pt>
    <dgm:pt modelId="{D2C8B7A4-6406-4E79-80C3-1B78902FBD13}" type="pres">
      <dgm:prSet presAssocID="{9B416B49-AFCF-4BEA-B853-D1A16C5E89B7}" presName="parentLin" presStyleCnt="0"/>
      <dgm:spPr/>
    </dgm:pt>
    <dgm:pt modelId="{BE825553-218D-4795-A421-D10858F09985}" type="pres">
      <dgm:prSet presAssocID="{9B416B49-AFCF-4BEA-B853-D1A16C5E89B7}" presName="parentLeftMargin" presStyleLbl="node1" presStyleIdx="0" presStyleCnt="2"/>
      <dgm:spPr/>
    </dgm:pt>
    <dgm:pt modelId="{8989C282-B57F-4DBC-B017-06504008B655}" type="pres">
      <dgm:prSet presAssocID="{9B416B49-AFCF-4BEA-B853-D1A16C5E89B7}" presName="parentText" presStyleLbl="node1" presStyleIdx="0" presStyleCnt="2">
        <dgm:presLayoutVars>
          <dgm:chMax val="0"/>
          <dgm:bulletEnabled val="1"/>
        </dgm:presLayoutVars>
      </dgm:prSet>
      <dgm:spPr/>
    </dgm:pt>
    <dgm:pt modelId="{C7C41D80-55E9-4256-ACB6-CCC1C705E03C}" type="pres">
      <dgm:prSet presAssocID="{9B416B49-AFCF-4BEA-B853-D1A16C5E89B7}" presName="negativeSpace" presStyleCnt="0"/>
      <dgm:spPr/>
    </dgm:pt>
    <dgm:pt modelId="{63EF8F62-B166-40C9-A8DF-87392B73178D}" type="pres">
      <dgm:prSet presAssocID="{9B416B49-AFCF-4BEA-B853-D1A16C5E89B7}" presName="childText" presStyleLbl="conFgAcc1" presStyleIdx="0" presStyleCnt="2">
        <dgm:presLayoutVars>
          <dgm:bulletEnabled val="1"/>
        </dgm:presLayoutVars>
      </dgm:prSet>
      <dgm:spPr/>
    </dgm:pt>
    <dgm:pt modelId="{0318B7FD-FA99-4C36-A101-AA45B35E0D23}" type="pres">
      <dgm:prSet presAssocID="{08493F47-A40D-4E62-A9C4-FBE749E30EED}" presName="spaceBetweenRectangles" presStyleCnt="0"/>
      <dgm:spPr/>
    </dgm:pt>
    <dgm:pt modelId="{4156F4C1-BA88-4FAD-8324-A0FBFCBC9E7E}" type="pres">
      <dgm:prSet presAssocID="{C151434C-0E33-4559-A148-C6B0886CA26E}" presName="parentLin" presStyleCnt="0"/>
      <dgm:spPr/>
    </dgm:pt>
    <dgm:pt modelId="{EF64B3D4-3308-450B-96E8-DDB29D723872}" type="pres">
      <dgm:prSet presAssocID="{C151434C-0E33-4559-A148-C6B0886CA26E}" presName="parentLeftMargin" presStyleLbl="node1" presStyleIdx="0" presStyleCnt="2"/>
      <dgm:spPr/>
    </dgm:pt>
    <dgm:pt modelId="{8E82C4D3-8A3C-4DA9-BA3E-B010C6FDC981}" type="pres">
      <dgm:prSet presAssocID="{C151434C-0E33-4559-A148-C6B0886CA26E}" presName="parentText" presStyleLbl="node1" presStyleIdx="1" presStyleCnt="2">
        <dgm:presLayoutVars>
          <dgm:chMax val="0"/>
          <dgm:bulletEnabled val="1"/>
        </dgm:presLayoutVars>
      </dgm:prSet>
      <dgm:spPr/>
    </dgm:pt>
    <dgm:pt modelId="{A83F7017-01EA-4F5B-8C9C-4494629B3AEA}" type="pres">
      <dgm:prSet presAssocID="{C151434C-0E33-4559-A148-C6B0886CA26E}" presName="negativeSpace" presStyleCnt="0"/>
      <dgm:spPr/>
    </dgm:pt>
    <dgm:pt modelId="{B4AE108A-197A-4E18-8C9E-B634202676C9}" type="pres">
      <dgm:prSet presAssocID="{C151434C-0E33-4559-A148-C6B0886CA26E}" presName="childText" presStyleLbl="conFgAcc1" presStyleIdx="1" presStyleCnt="2">
        <dgm:presLayoutVars>
          <dgm:bulletEnabled val="1"/>
        </dgm:presLayoutVars>
      </dgm:prSet>
      <dgm:spPr/>
    </dgm:pt>
  </dgm:ptLst>
  <dgm:cxnLst>
    <dgm:cxn modelId="{6DFD0721-1375-49B2-9162-AF1F129C3E37}" type="presOf" srcId="{9B416B49-AFCF-4BEA-B853-D1A16C5E89B7}" destId="{8989C282-B57F-4DBC-B017-06504008B655}" srcOrd="1" destOrd="0" presId="urn:microsoft.com/office/officeart/2005/8/layout/list1"/>
    <dgm:cxn modelId="{C4B7E645-FA95-4AE3-BDD1-CBEA2BF058B2}" type="presOf" srcId="{9B416B49-AFCF-4BEA-B853-D1A16C5E89B7}" destId="{BE825553-218D-4795-A421-D10858F09985}" srcOrd="0" destOrd="0" presId="urn:microsoft.com/office/officeart/2005/8/layout/list1"/>
    <dgm:cxn modelId="{CFE1418D-21B4-42AB-8096-2ADD958D010D}" srcId="{1D9BCD69-F98A-4171-A646-9A4A8C437714}" destId="{9B416B49-AFCF-4BEA-B853-D1A16C5E89B7}" srcOrd="0" destOrd="0" parTransId="{63E595D5-92C3-4FBE-9E40-6FE4E08E6F53}" sibTransId="{08493F47-A40D-4E62-A9C4-FBE749E30EED}"/>
    <dgm:cxn modelId="{4D0BE497-F3A6-4FB0-8F48-3A11F340EE4D}" srcId="{1D9BCD69-F98A-4171-A646-9A4A8C437714}" destId="{C151434C-0E33-4559-A148-C6B0886CA26E}" srcOrd="1" destOrd="0" parTransId="{C7D30615-4540-4FD3-8EBD-5897E5AFEBF4}" sibTransId="{97FD331E-10B1-475D-8F31-DB8B24F53B6E}"/>
    <dgm:cxn modelId="{439414A7-E988-450D-92A2-C408A9E20117}" srcId="{C151434C-0E33-4559-A148-C6B0886CA26E}" destId="{AFED45BE-F8EE-4820-BCDF-905F583DD8A7}" srcOrd="0" destOrd="0" parTransId="{BC370DFE-7ABF-4076-B158-BF6C32F3C393}" sibTransId="{5C802196-7501-49BA-BA7E-142AC6F80A78}"/>
    <dgm:cxn modelId="{E446A9D6-0174-4A6B-A0EC-69D53B8BA655}" type="presOf" srcId="{AFED45BE-F8EE-4820-BCDF-905F583DD8A7}" destId="{B4AE108A-197A-4E18-8C9E-B634202676C9}" srcOrd="0" destOrd="0" presId="urn:microsoft.com/office/officeart/2005/8/layout/list1"/>
    <dgm:cxn modelId="{978F58D7-E223-4CA8-9CE1-8CFBADF119A0}" type="presOf" srcId="{C151434C-0E33-4559-A148-C6B0886CA26E}" destId="{8E82C4D3-8A3C-4DA9-BA3E-B010C6FDC981}" srcOrd="1" destOrd="0" presId="urn:microsoft.com/office/officeart/2005/8/layout/list1"/>
    <dgm:cxn modelId="{29F694ED-AD78-4ED4-8363-F9C8F0ED74DA}" type="presOf" srcId="{C151434C-0E33-4559-A148-C6B0886CA26E}" destId="{EF64B3D4-3308-450B-96E8-DDB29D723872}" srcOrd="0" destOrd="0" presId="urn:microsoft.com/office/officeart/2005/8/layout/list1"/>
    <dgm:cxn modelId="{36F9B4F3-F1E2-4F46-BB32-FA1A0E5AF005}" type="presOf" srcId="{1D9BCD69-F98A-4171-A646-9A4A8C437714}" destId="{B0838454-1218-44DC-9E25-EB65ACD92256}" srcOrd="0" destOrd="0" presId="urn:microsoft.com/office/officeart/2005/8/layout/list1"/>
    <dgm:cxn modelId="{FDF49706-6311-4E89-9341-110B7C7DFDDF}" type="presParOf" srcId="{B0838454-1218-44DC-9E25-EB65ACD92256}" destId="{D2C8B7A4-6406-4E79-80C3-1B78902FBD13}" srcOrd="0" destOrd="0" presId="urn:microsoft.com/office/officeart/2005/8/layout/list1"/>
    <dgm:cxn modelId="{662D4FF4-7C85-4DD9-8C60-53C97703D026}" type="presParOf" srcId="{D2C8B7A4-6406-4E79-80C3-1B78902FBD13}" destId="{BE825553-218D-4795-A421-D10858F09985}" srcOrd="0" destOrd="0" presId="urn:microsoft.com/office/officeart/2005/8/layout/list1"/>
    <dgm:cxn modelId="{91197092-B9BF-4F25-9ED4-3BD673FCDC96}" type="presParOf" srcId="{D2C8B7A4-6406-4E79-80C3-1B78902FBD13}" destId="{8989C282-B57F-4DBC-B017-06504008B655}" srcOrd="1" destOrd="0" presId="urn:microsoft.com/office/officeart/2005/8/layout/list1"/>
    <dgm:cxn modelId="{FA2C6543-56B8-459B-8313-0829A9A626A6}" type="presParOf" srcId="{B0838454-1218-44DC-9E25-EB65ACD92256}" destId="{C7C41D80-55E9-4256-ACB6-CCC1C705E03C}" srcOrd="1" destOrd="0" presId="urn:microsoft.com/office/officeart/2005/8/layout/list1"/>
    <dgm:cxn modelId="{21E1E23D-E096-4F4E-8608-1E3DB95C2A54}" type="presParOf" srcId="{B0838454-1218-44DC-9E25-EB65ACD92256}" destId="{63EF8F62-B166-40C9-A8DF-87392B73178D}" srcOrd="2" destOrd="0" presId="urn:microsoft.com/office/officeart/2005/8/layout/list1"/>
    <dgm:cxn modelId="{B5DE3D9D-E9B1-4408-9DCF-332EC5EF1EA1}" type="presParOf" srcId="{B0838454-1218-44DC-9E25-EB65ACD92256}" destId="{0318B7FD-FA99-4C36-A101-AA45B35E0D23}" srcOrd="3" destOrd="0" presId="urn:microsoft.com/office/officeart/2005/8/layout/list1"/>
    <dgm:cxn modelId="{38EA6C69-5BBF-4B12-A0A4-C03B7734B391}" type="presParOf" srcId="{B0838454-1218-44DC-9E25-EB65ACD92256}" destId="{4156F4C1-BA88-4FAD-8324-A0FBFCBC9E7E}" srcOrd="4" destOrd="0" presId="urn:microsoft.com/office/officeart/2005/8/layout/list1"/>
    <dgm:cxn modelId="{4EDA4BC7-59A3-4D14-BEF8-9D1561B6AB2E}" type="presParOf" srcId="{4156F4C1-BA88-4FAD-8324-A0FBFCBC9E7E}" destId="{EF64B3D4-3308-450B-96E8-DDB29D723872}" srcOrd="0" destOrd="0" presId="urn:microsoft.com/office/officeart/2005/8/layout/list1"/>
    <dgm:cxn modelId="{272AB775-1556-4A0C-ACB1-DCC06569240E}" type="presParOf" srcId="{4156F4C1-BA88-4FAD-8324-A0FBFCBC9E7E}" destId="{8E82C4D3-8A3C-4DA9-BA3E-B010C6FDC981}" srcOrd="1" destOrd="0" presId="urn:microsoft.com/office/officeart/2005/8/layout/list1"/>
    <dgm:cxn modelId="{30CD74E0-FA84-4E24-AF15-644E8053996C}" type="presParOf" srcId="{B0838454-1218-44DC-9E25-EB65ACD92256}" destId="{A83F7017-01EA-4F5B-8C9C-4494629B3AEA}" srcOrd="5" destOrd="0" presId="urn:microsoft.com/office/officeart/2005/8/layout/list1"/>
    <dgm:cxn modelId="{1FC81011-C317-45B2-AF02-F97BF802CC94}" type="presParOf" srcId="{B0838454-1218-44DC-9E25-EB65ACD92256}" destId="{B4AE108A-197A-4E18-8C9E-B634202676C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428D9C-1E1C-4B93-AFD3-5A90E1710004}" type="doc">
      <dgm:prSet loTypeId="urn:microsoft.com/office/officeart/2018/2/layout/IconLabelList" loCatId="icon" qsTypeId="urn:microsoft.com/office/officeart/2005/8/quickstyle/simple1#12" qsCatId="simple" csTypeId="urn:microsoft.com/office/officeart/2018/5/colors/Iconchunking_neutralbg_accent1_2" csCatId="accent1" phldr="1"/>
      <dgm:spPr/>
      <dgm:t>
        <a:bodyPr/>
        <a:lstStyle/>
        <a:p>
          <a:endParaRPr lang="en-US"/>
        </a:p>
      </dgm:t>
    </dgm:pt>
    <dgm:pt modelId="{3E2A3E6E-BC59-4902-9F38-A38A1CFFB00A}">
      <dgm:prSet/>
      <dgm:spPr/>
      <dgm:t>
        <a:bodyPr/>
        <a:lstStyle/>
        <a:p>
          <a:pPr>
            <a:lnSpc>
              <a:spcPct val="100000"/>
            </a:lnSpc>
          </a:pPr>
          <a:r>
            <a:rPr lang="en-US"/>
            <a:t>Policies</a:t>
          </a:r>
        </a:p>
      </dgm:t>
    </dgm:pt>
    <dgm:pt modelId="{B573D688-F17C-43D1-A403-EF32CBD4A2FE}" type="parTrans" cxnId="{2E9FF0DC-D63F-4EE4-B62F-9BF8AA749E4B}">
      <dgm:prSet/>
      <dgm:spPr/>
      <dgm:t>
        <a:bodyPr/>
        <a:lstStyle/>
        <a:p>
          <a:endParaRPr lang="en-US"/>
        </a:p>
      </dgm:t>
    </dgm:pt>
    <dgm:pt modelId="{42432DB1-9055-476E-8371-A33E03CCB2C4}" type="sibTrans" cxnId="{2E9FF0DC-D63F-4EE4-B62F-9BF8AA749E4B}">
      <dgm:prSet/>
      <dgm:spPr/>
      <dgm:t>
        <a:bodyPr/>
        <a:lstStyle/>
        <a:p>
          <a:endParaRPr lang="en-US"/>
        </a:p>
      </dgm:t>
    </dgm:pt>
    <dgm:pt modelId="{FB421B6B-BADC-4E5D-8CC9-C7A2C506BC72}">
      <dgm:prSet/>
      <dgm:spPr/>
      <dgm:t>
        <a:bodyPr/>
        <a:lstStyle/>
        <a:p>
          <a:pPr>
            <a:lnSpc>
              <a:spcPct val="100000"/>
            </a:lnSpc>
          </a:pPr>
          <a:r>
            <a:rPr lang="en-US" dirty="0"/>
            <a:t>Standards</a:t>
          </a:r>
        </a:p>
      </dgm:t>
    </dgm:pt>
    <dgm:pt modelId="{ADDA8754-4C35-47DF-A868-47849E29B401}" type="parTrans" cxnId="{9966C9C0-396D-4A9B-803B-7FFFF87909C9}">
      <dgm:prSet/>
      <dgm:spPr/>
      <dgm:t>
        <a:bodyPr/>
        <a:lstStyle/>
        <a:p>
          <a:endParaRPr lang="en-US"/>
        </a:p>
      </dgm:t>
    </dgm:pt>
    <dgm:pt modelId="{FE837CB3-1B09-47CD-9AC0-8DA54DD3B58E}" type="sibTrans" cxnId="{9966C9C0-396D-4A9B-803B-7FFFF87909C9}">
      <dgm:prSet/>
      <dgm:spPr/>
      <dgm:t>
        <a:bodyPr/>
        <a:lstStyle/>
        <a:p>
          <a:endParaRPr lang="en-US"/>
        </a:p>
      </dgm:t>
    </dgm:pt>
    <dgm:pt modelId="{08EEDB40-5755-45CA-A584-8CD02EF45400}">
      <dgm:prSet/>
      <dgm:spPr/>
      <dgm:t>
        <a:bodyPr/>
        <a:lstStyle/>
        <a:p>
          <a:pPr>
            <a:lnSpc>
              <a:spcPct val="100000"/>
            </a:lnSpc>
          </a:pPr>
          <a:r>
            <a:rPr lang="en-US" dirty="0"/>
            <a:t>Procedures</a:t>
          </a:r>
        </a:p>
      </dgm:t>
    </dgm:pt>
    <dgm:pt modelId="{7E47B195-45A9-4E9A-8D82-35461038A134}" type="parTrans" cxnId="{68FB5609-DD1F-4567-81C4-3B8A1E99F95F}">
      <dgm:prSet/>
      <dgm:spPr/>
      <dgm:t>
        <a:bodyPr/>
        <a:lstStyle/>
        <a:p>
          <a:endParaRPr lang="en-US"/>
        </a:p>
      </dgm:t>
    </dgm:pt>
    <dgm:pt modelId="{982800C6-9A08-48BF-A1ED-86997495F3AC}" type="sibTrans" cxnId="{68FB5609-DD1F-4567-81C4-3B8A1E99F95F}">
      <dgm:prSet/>
      <dgm:spPr/>
      <dgm:t>
        <a:bodyPr/>
        <a:lstStyle/>
        <a:p>
          <a:endParaRPr lang="en-US"/>
        </a:p>
      </dgm:t>
    </dgm:pt>
    <dgm:pt modelId="{97F70CE0-2E2A-4D90-AC48-7BC502996F33}">
      <dgm:prSet/>
      <dgm:spPr/>
      <dgm:t>
        <a:bodyPr/>
        <a:lstStyle/>
        <a:p>
          <a:pPr>
            <a:lnSpc>
              <a:spcPct val="100000"/>
            </a:lnSpc>
          </a:pPr>
          <a:r>
            <a:rPr lang="en-US" dirty="0"/>
            <a:t>Guidelines</a:t>
          </a:r>
        </a:p>
      </dgm:t>
    </dgm:pt>
    <dgm:pt modelId="{AA53C87A-0339-4163-971A-0F3DC4227CBD}" type="parTrans" cxnId="{033CEE27-E28D-46F7-B95D-7FFA6880E705}">
      <dgm:prSet/>
      <dgm:spPr/>
      <dgm:t>
        <a:bodyPr/>
        <a:lstStyle/>
        <a:p>
          <a:endParaRPr lang="en-US"/>
        </a:p>
      </dgm:t>
    </dgm:pt>
    <dgm:pt modelId="{DB5CE6B7-CA7C-48C6-AA2A-ACC105A20C52}" type="sibTrans" cxnId="{033CEE27-E28D-46F7-B95D-7FFA6880E705}">
      <dgm:prSet/>
      <dgm:spPr/>
      <dgm:t>
        <a:bodyPr/>
        <a:lstStyle/>
        <a:p>
          <a:endParaRPr lang="en-US"/>
        </a:p>
      </dgm:t>
    </dgm:pt>
    <dgm:pt modelId="{0DDB82D3-40AC-4A99-96AF-682C79D7EDD9}">
      <dgm:prSet/>
      <dgm:spPr/>
      <dgm:t>
        <a:bodyPr/>
        <a:lstStyle/>
        <a:p>
          <a:pPr>
            <a:lnSpc>
              <a:spcPct val="100000"/>
            </a:lnSpc>
          </a:pPr>
          <a:r>
            <a:rPr lang="en-US" dirty="0"/>
            <a:t>Baselines</a:t>
          </a:r>
        </a:p>
      </dgm:t>
    </dgm:pt>
    <dgm:pt modelId="{F5212C0F-4114-4970-963B-3D37ECE91762}" type="parTrans" cxnId="{F689A07A-26DB-450F-8202-405A677F40CB}">
      <dgm:prSet/>
      <dgm:spPr/>
    </dgm:pt>
    <dgm:pt modelId="{0560D006-F064-4565-8F21-0E19F7EA6382}" type="sibTrans" cxnId="{F689A07A-26DB-450F-8202-405A677F40CB}">
      <dgm:prSet/>
      <dgm:spPr/>
    </dgm:pt>
    <dgm:pt modelId="{557D1C85-9856-4C55-8D8F-174B32DCA04D}" type="pres">
      <dgm:prSet presAssocID="{12428D9C-1E1C-4B93-AFD3-5A90E1710004}" presName="root" presStyleCnt="0">
        <dgm:presLayoutVars>
          <dgm:dir/>
          <dgm:resizeHandles val="exact"/>
        </dgm:presLayoutVars>
      </dgm:prSet>
      <dgm:spPr/>
    </dgm:pt>
    <dgm:pt modelId="{52EFCEB0-E1B8-4114-ADEB-C9F96736274E}" type="pres">
      <dgm:prSet presAssocID="{3E2A3E6E-BC59-4902-9F38-A38A1CFFB00A}" presName="compNode" presStyleCnt="0"/>
      <dgm:spPr/>
    </dgm:pt>
    <dgm:pt modelId="{E97137D5-4E30-4E70-B9CC-CFD2BEE40E95}" type="pres">
      <dgm:prSet presAssocID="{3E2A3E6E-BC59-4902-9F38-A38A1CFFB00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 List"/>
        </a:ext>
      </dgm:extLst>
    </dgm:pt>
    <dgm:pt modelId="{E93E78C5-4CA9-4A74-8DCE-6D00C163BE69}" type="pres">
      <dgm:prSet presAssocID="{3E2A3E6E-BC59-4902-9F38-A38A1CFFB00A}" presName="spaceRect" presStyleCnt="0"/>
      <dgm:spPr/>
    </dgm:pt>
    <dgm:pt modelId="{F18972CF-86D7-446D-A2BF-41AD6D35245B}" type="pres">
      <dgm:prSet presAssocID="{3E2A3E6E-BC59-4902-9F38-A38A1CFFB00A}" presName="textRect" presStyleLbl="revTx" presStyleIdx="0" presStyleCnt="5">
        <dgm:presLayoutVars>
          <dgm:chMax val="1"/>
          <dgm:chPref val="1"/>
        </dgm:presLayoutVars>
      </dgm:prSet>
      <dgm:spPr/>
    </dgm:pt>
    <dgm:pt modelId="{13A925FB-571C-477A-B10E-87B97EC20611}" type="pres">
      <dgm:prSet presAssocID="{42432DB1-9055-476E-8371-A33E03CCB2C4}" presName="sibTrans" presStyleCnt="0"/>
      <dgm:spPr/>
    </dgm:pt>
    <dgm:pt modelId="{A9D3AB75-5560-4AC4-92D5-67B2416617E0}" type="pres">
      <dgm:prSet presAssocID="{FB421B6B-BADC-4E5D-8CC9-C7A2C506BC72}" presName="compNode" presStyleCnt="0"/>
      <dgm:spPr/>
    </dgm:pt>
    <dgm:pt modelId="{D775FA42-6143-4407-91FC-9119C9B1CE10}" type="pres">
      <dgm:prSet presAssocID="{FB421B6B-BADC-4E5D-8CC9-C7A2C506BC7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FECF4B4A-D521-4FFA-8055-DF6377382195}" type="pres">
      <dgm:prSet presAssocID="{FB421B6B-BADC-4E5D-8CC9-C7A2C506BC72}" presName="spaceRect" presStyleCnt="0"/>
      <dgm:spPr/>
    </dgm:pt>
    <dgm:pt modelId="{CCA2F96A-505B-4161-8914-AC618AF4E41E}" type="pres">
      <dgm:prSet presAssocID="{FB421B6B-BADC-4E5D-8CC9-C7A2C506BC72}" presName="textRect" presStyleLbl="revTx" presStyleIdx="1" presStyleCnt="5">
        <dgm:presLayoutVars>
          <dgm:chMax val="1"/>
          <dgm:chPref val="1"/>
        </dgm:presLayoutVars>
      </dgm:prSet>
      <dgm:spPr/>
    </dgm:pt>
    <dgm:pt modelId="{9E61FD91-7835-4CAA-B697-1AE679A45B16}" type="pres">
      <dgm:prSet presAssocID="{FE837CB3-1B09-47CD-9AC0-8DA54DD3B58E}" presName="sibTrans" presStyleCnt="0"/>
      <dgm:spPr/>
    </dgm:pt>
    <dgm:pt modelId="{86EF883A-D28A-4539-82FF-3BD6E645B922}" type="pres">
      <dgm:prSet presAssocID="{0DDB82D3-40AC-4A99-96AF-682C79D7EDD9}" presName="compNode" presStyleCnt="0"/>
      <dgm:spPr/>
    </dgm:pt>
    <dgm:pt modelId="{0B0F2BDF-B12B-4AFA-8260-E2CD889DEBC8}" type="pres">
      <dgm:prSet presAssocID="{0DDB82D3-40AC-4A99-96AF-682C79D7EDD9}"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Alterations &amp; Tailoring with solid fill"/>
        </a:ext>
      </dgm:extLst>
    </dgm:pt>
    <dgm:pt modelId="{19B9C929-1256-49E0-97D4-060CFCFB0B84}" type="pres">
      <dgm:prSet presAssocID="{0DDB82D3-40AC-4A99-96AF-682C79D7EDD9}" presName="spaceRect" presStyleCnt="0"/>
      <dgm:spPr/>
    </dgm:pt>
    <dgm:pt modelId="{991DF67A-050B-474C-9DC3-FFE387602BC8}" type="pres">
      <dgm:prSet presAssocID="{0DDB82D3-40AC-4A99-96AF-682C79D7EDD9}" presName="textRect" presStyleLbl="revTx" presStyleIdx="2" presStyleCnt="5">
        <dgm:presLayoutVars>
          <dgm:chMax val="1"/>
          <dgm:chPref val="1"/>
        </dgm:presLayoutVars>
      </dgm:prSet>
      <dgm:spPr/>
    </dgm:pt>
    <dgm:pt modelId="{4950974E-14B3-4E13-B707-4E1988745A27}" type="pres">
      <dgm:prSet presAssocID="{0560D006-F064-4565-8F21-0E19F7EA6382}" presName="sibTrans" presStyleCnt="0"/>
      <dgm:spPr/>
    </dgm:pt>
    <dgm:pt modelId="{4B7E5C13-FF9B-4E73-AA12-8959FEA6B660}" type="pres">
      <dgm:prSet presAssocID="{08EEDB40-5755-45CA-A584-8CD02EF45400}" presName="compNode" presStyleCnt="0"/>
      <dgm:spPr/>
    </dgm:pt>
    <dgm:pt modelId="{71C31284-D1AB-4CEF-8597-62E6D32AB644}" type="pres">
      <dgm:prSet presAssocID="{08EEDB40-5755-45CA-A584-8CD02EF45400}"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st"/>
        </a:ext>
      </dgm:extLst>
    </dgm:pt>
    <dgm:pt modelId="{D260D698-6D48-4853-8C17-914FAB49AA86}" type="pres">
      <dgm:prSet presAssocID="{08EEDB40-5755-45CA-A584-8CD02EF45400}" presName="spaceRect" presStyleCnt="0"/>
      <dgm:spPr/>
    </dgm:pt>
    <dgm:pt modelId="{2127FC1D-0FA1-4D10-8DD9-2DC51123F5F2}" type="pres">
      <dgm:prSet presAssocID="{08EEDB40-5755-45CA-A584-8CD02EF45400}" presName="textRect" presStyleLbl="revTx" presStyleIdx="3" presStyleCnt="5">
        <dgm:presLayoutVars>
          <dgm:chMax val="1"/>
          <dgm:chPref val="1"/>
        </dgm:presLayoutVars>
      </dgm:prSet>
      <dgm:spPr/>
    </dgm:pt>
    <dgm:pt modelId="{D80DEEC7-3A30-4650-B5E2-6F1C33CCAAF5}" type="pres">
      <dgm:prSet presAssocID="{982800C6-9A08-48BF-A1ED-86997495F3AC}" presName="sibTrans" presStyleCnt="0"/>
      <dgm:spPr/>
    </dgm:pt>
    <dgm:pt modelId="{2828D78F-1821-4B59-8FBB-0FE597C4BD14}" type="pres">
      <dgm:prSet presAssocID="{97F70CE0-2E2A-4D90-AC48-7BC502996F33}" presName="compNode" presStyleCnt="0"/>
      <dgm:spPr/>
    </dgm:pt>
    <dgm:pt modelId="{372C2BAF-4DB4-40C3-A0DA-FCFAB19C92CB}" type="pres">
      <dgm:prSet presAssocID="{97F70CE0-2E2A-4D90-AC48-7BC502996F33}"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cument"/>
        </a:ext>
      </dgm:extLst>
    </dgm:pt>
    <dgm:pt modelId="{22DEAA23-A8C6-4946-B7FA-D4EB6F1CFF82}" type="pres">
      <dgm:prSet presAssocID="{97F70CE0-2E2A-4D90-AC48-7BC502996F33}" presName="spaceRect" presStyleCnt="0"/>
      <dgm:spPr/>
    </dgm:pt>
    <dgm:pt modelId="{81DC346B-C8DA-401F-A289-9A8C41CBE542}" type="pres">
      <dgm:prSet presAssocID="{97F70CE0-2E2A-4D90-AC48-7BC502996F33}" presName="textRect" presStyleLbl="revTx" presStyleIdx="4" presStyleCnt="5">
        <dgm:presLayoutVars>
          <dgm:chMax val="1"/>
          <dgm:chPref val="1"/>
        </dgm:presLayoutVars>
      </dgm:prSet>
      <dgm:spPr/>
    </dgm:pt>
  </dgm:ptLst>
  <dgm:cxnLst>
    <dgm:cxn modelId="{68FB5609-DD1F-4567-81C4-3B8A1E99F95F}" srcId="{12428D9C-1E1C-4B93-AFD3-5A90E1710004}" destId="{08EEDB40-5755-45CA-A584-8CD02EF45400}" srcOrd="3" destOrd="0" parTransId="{7E47B195-45A9-4E9A-8D82-35461038A134}" sibTransId="{982800C6-9A08-48BF-A1ED-86997495F3AC}"/>
    <dgm:cxn modelId="{05FEDE20-3635-4CE3-ABAB-AB8B8871AB15}" type="presOf" srcId="{97F70CE0-2E2A-4D90-AC48-7BC502996F33}" destId="{81DC346B-C8DA-401F-A289-9A8C41CBE542}" srcOrd="0" destOrd="0" presId="urn:microsoft.com/office/officeart/2018/2/layout/IconLabelList"/>
    <dgm:cxn modelId="{56BB8D22-A751-407B-BFB1-26C5ED1910CA}" type="presOf" srcId="{12428D9C-1E1C-4B93-AFD3-5A90E1710004}" destId="{557D1C85-9856-4C55-8D8F-174B32DCA04D}" srcOrd="0" destOrd="0" presId="urn:microsoft.com/office/officeart/2018/2/layout/IconLabelList"/>
    <dgm:cxn modelId="{033CEE27-E28D-46F7-B95D-7FFA6880E705}" srcId="{12428D9C-1E1C-4B93-AFD3-5A90E1710004}" destId="{97F70CE0-2E2A-4D90-AC48-7BC502996F33}" srcOrd="4" destOrd="0" parTransId="{AA53C87A-0339-4163-971A-0F3DC4227CBD}" sibTransId="{DB5CE6B7-CA7C-48C6-AA2A-ACC105A20C52}"/>
    <dgm:cxn modelId="{F689A07A-26DB-450F-8202-405A677F40CB}" srcId="{12428D9C-1E1C-4B93-AFD3-5A90E1710004}" destId="{0DDB82D3-40AC-4A99-96AF-682C79D7EDD9}" srcOrd="2" destOrd="0" parTransId="{F5212C0F-4114-4970-963B-3D37ECE91762}" sibTransId="{0560D006-F064-4565-8F21-0E19F7EA6382}"/>
    <dgm:cxn modelId="{182C7FBE-4C8C-46FD-B1D2-AACBFC817198}" type="presOf" srcId="{0DDB82D3-40AC-4A99-96AF-682C79D7EDD9}" destId="{991DF67A-050B-474C-9DC3-FFE387602BC8}" srcOrd="0" destOrd="0" presId="urn:microsoft.com/office/officeart/2018/2/layout/IconLabelList"/>
    <dgm:cxn modelId="{9966C9C0-396D-4A9B-803B-7FFFF87909C9}" srcId="{12428D9C-1E1C-4B93-AFD3-5A90E1710004}" destId="{FB421B6B-BADC-4E5D-8CC9-C7A2C506BC72}" srcOrd="1" destOrd="0" parTransId="{ADDA8754-4C35-47DF-A868-47849E29B401}" sibTransId="{FE837CB3-1B09-47CD-9AC0-8DA54DD3B58E}"/>
    <dgm:cxn modelId="{8EDFFFC8-F59D-4A78-A8C0-C6FCA232CDFC}" type="presOf" srcId="{FB421B6B-BADC-4E5D-8CC9-C7A2C506BC72}" destId="{CCA2F96A-505B-4161-8914-AC618AF4E41E}" srcOrd="0" destOrd="0" presId="urn:microsoft.com/office/officeart/2018/2/layout/IconLabelList"/>
    <dgm:cxn modelId="{967EFCDB-4992-4F03-B78A-9127FDA70862}" type="presOf" srcId="{3E2A3E6E-BC59-4902-9F38-A38A1CFFB00A}" destId="{F18972CF-86D7-446D-A2BF-41AD6D35245B}" srcOrd="0" destOrd="0" presId="urn:microsoft.com/office/officeart/2018/2/layout/IconLabelList"/>
    <dgm:cxn modelId="{2E9FF0DC-D63F-4EE4-B62F-9BF8AA749E4B}" srcId="{12428D9C-1E1C-4B93-AFD3-5A90E1710004}" destId="{3E2A3E6E-BC59-4902-9F38-A38A1CFFB00A}" srcOrd="0" destOrd="0" parTransId="{B573D688-F17C-43D1-A403-EF32CBD4A2FE}" sibTransId="{42432DB1-9055-476E-8371-A33E03CCB2C4}"/>
    <dgm:cxn modelId="{07C0EAF5-9D95-4993-8601-84A96A1ED55D}" type="presOf" srcId="{08EEDB40-5755-45CA-A584-8CD02EF45400}" destId="{2127FC1D-0FA1-4D10-8DD9-2DC51123F5F2}" srcOrd="0" destOrd="0" presId="urn:microsoft.com/office/officeart/2018/2/layout/IconLabelList"/>
    <dgm:cxn modelId="{0DCE00CF-C202-47CB-BD9A-936392688492}" type="presParOf" srcId="{557D1C85-9856-4C55-8D8F-174B32DCA04D}" destId="{52EFCEB0-E1B8-4114-ADEB-C9F96736274E}" srcOrd="0" destOrd="0" presId="urn:microsoft.com/office/officeart/2018/2/layout/IconLabelList"/>
    <dgm:cxn modelId="{7F65242F-1442-45CE-B031-ADB0D9FC797B}" type="presParOf" srcId="{52EFCEB0-E1B8-4114-ADEB-C9F96736274E}" destId="{E97137D5-4E30-4E70-B9CC-CFD2BEE40E95}" srcOrd="0" destOrd="0" presId="urn:microsoft.com/office/officeart/2018/2/layout/IconLabelList"/>
    <dgm:cxn modelId="{93AA03C9-AA32-4772-A72F-D66755C9A62D}" type="presParOf" srcId="{52EFCEB0-E1B8-4114-ADEB-C9F96736274E}" destId="{E93E78C5-4CA9-4A74-8DCE-6D00C163BE69}" srcOrd="1" destOrd="0" presId="urn:microsoft.com/office/officeart/2018/2/layout/IconLabelList"/>
    <dgm:cxn modelId="{0CF52036-E6F5-4A57-8A2F-813AF84F67AB}" type="presParOf" srcId="{52EFCEB0-E1B8-4114-ADEB-C9F96736274E}" destId="{F18972CF-86D7-446D-A2BF-41AD6D35245B}" srcOrd="2" destOrd="0" presId="urn:microsoft.com/office/officeart/2018/2/layout/IconLabelList"/>
    <dgm:cxn modelId="{C8FF2F56-CE95-4B7C-8D9A-113288F4242D}" type="presParOf" srcId="{557D1C85-9856-4C55-8D8F-174B32DCA04D}" destId="{13A925FB-571C-477A-B10E-87B97EC20611}" srcOrd="1" destOrd="0" presId="urn:microsoft.com/office/officeart/2018/2/layout/IconLabelList"/>
    <dgm:cxn modelId="{46133DA5-912A-4539-844E-3B0AAF0A742D}" type="presParOf" srcId="{557D1C85-9856-4C55-8D8F-174B32DCA04D}" destId="{A9D3AB75-5560-4AC4-92D5-67B2416617E0}" srcOrd="2" destOrd="0" presId="urn:microsoft.com/office/officeart/2018/2/layout/IconLabelList"/>
    <dgm:cxn modelId="{EA98F5EE-0BC3-478B-8F3F-6A1E3CE409AE}" type="presParOf" srcId="{A9D3AB75-5560-4AC4-92D5-67B2416617E0}" destId="{D775FA42-6143-4407-91FC-9119C9B1CE10}" srcOrd="0" destOrd="0" presId="urn:microsoft.com/office/officeart/2018/2/layout/IconLabelList"/>
    <dgm:cxn modelId="{38BAC069-4B53-4B1C-B62E-77B906D765BC}" type="presParOf" srcId="{A9D3AB75-5560-4AC4-92D5-67B2416617E0}" destId="{FECF4B4A-D521-4FFA-8055-DF6377382195}" srcOrd="1" destOrd="0" presId="urn:microsoft.com/office/officeart/2018/2/layout/IconLabelList"/>
    <dgm:cxn modelId="{E28CC9E4-7F38-4AE6-BEE5-0BFA4BACB0A4}" type="presParOf" srcId="{A9D3AB75-5560-4AC4-92D5-67B2416617E0}" destId="{CCA2F96A-505B-4161-8914-AC618AF4E41E}" srcOrd="2" destOrd="0" presId="urn:microsoft.com/office/officeart/2018/2/layout/IconLabelList"/>
    <dgm:cxn modelId="{FB67C10B-6BB3-4FCB-AFB5-D1D668E00931}" type="presParOf" srcId="{557D1C85-9856-4C55-8D8F-174B32DCA04D}" destId="{9E61FD91-7835-4CAA-B697-1AE679A45B16}" srcOrd="3" destOrd="0" presId="urn:microsoft.com/office/officeart/2018/2/layout/IconLabelList"/>
    <dgm:cxn modelId="{74533678-E6D9-4FA0-9E9E-A9A0EA498202}" type="presParOf" srcId="{557D1C85-9856-4C55-8D8F-174B32DCA04D}" destId="{86EF883A-D28A-4539-82FF-3BD6E645B922}" srcOrd="4" destOrd="0" presId="urn:microsoft.com/office/officeart/2018/2/layout/IconLabelList"/>
    <dgm:cxn modelId="{A7543188-1083-4ABE-BCFB-8189600A2462}" type="presParOf" srcId="{86EF883A-D28A-4539-82FF-3BD6E645B922}" destId="{0B0F2BDF-B12B-4AFA-8260-E2CD889DEBC8}" srcOrd="0" destOrd="0" presId="urn:microsoft.com/office/officeart/2018/2/layout/IconLabelList"/>
    <dgm:cxn modelId="{62F0654B-BB74-47B0-ACB1-74212716A119}" type="presParOf" srcId="{86EF883A-D28A-4539-82FF-3BD6E645B922}" destId="{19B9C929-1256-49E0-97D4-060CFCFB0B84}" srcOrd="1" destOrd="0" presId="urn:microsoft.com/office/officeart/2018/2/layout/IconLabelList"/>
    <dgm:cxn modelId="{6C007640-9B3C-4CF8-8F48-A6101DE0AA27}" type="presParOf" srcId="{86EF883A-D28A-4539-82FF-3BD6E645B922}" destId="{991DF67A-050B-474C-9DC3-FFE387602BC8}" srcOrd="2" destOrd="0" presId="urn:microsoft.com/office/officeart/2018/2/layout/IconLabelList"/>
    <dgm:cxn modelId="{01CA22C0-3385-438F-AAC9-2B64B943E667}" type="presParOf" srcId="{557D1C85-9856-4C55-8D8F-174B32DCA04D}" destId="{4950974E-14B3-4E13-B707-4E1988745A27}" srcOrd="5" destOrd="0" presId="urn:microsoft.com/office/officeart/2018/2/layout/IconLabelList"/>
    <dgm:cxn modelId="{3287B429-A9BD-406D-9987-BA63F26B4FBE}" type="presParOf" srcId="{557D1C85-9856-4C55-8D8F-174B32DCA04D}" destId="{4B7E5C13-FF9B-4E73-AA12-8959FEA6B660}" srcOrd="6" destOrd="0" presId="urn:microsoft.com/office/officeart/2018/2/layout/IconLabelList"/>
    <dgm:cxn modelId="{41106BF4-C6AD-44B9-92C9-26D1FEA1C1CD}" type="presParOf" srcId="{4B7E5C13-FF9B-4E73-AA12-8959FEA6B660}" destId="{71C31284-D1AB-4CEF-8597-62E6D32AB644}" srcOrd="0" destOrd="0" presId="urn:microsoft.com/office/officeart/2018/2/layout/IconLabelList"/>
    <dgm:cxn modelId="{8BC91680-41E4-4CD1-B2A4-A2F4B73DBC48}" type="presParOf" srcId="{4B7E5C13-FF9B-4E73-AA12-8959FEA6B660}" destId="{D260D698-6D48-4853-8C17-914FAB49AA86}" srcOrd="1" destOrd="0" presId="urn:microsoft.com/office/officeart/2018/2/layout/IconLabelList"/>
    <dgm:cxn modelId="{6CE76D4F-09ED-4355-92DF-14C383E14165}" type="presParOf" srcId="{4B7E5C13-FF9B-4E73-AA12-8959FEA6B660}" destId="{2127FC1D-0FA1-4D10-8DD9-2DC51123F5F2}" srcOrd="2" destOrd="0" presId="urn:microsoft.com/office/officeart/2018/2/layout/IconLabelList"/>
    <dgm:cxn modelId="{B8851479-B21A-4F05-9862-3E7124049363}" type="presParOf" srcId="{557D1C85-9856-4C55-8D8F-174B32DCA04D}" destId="{D80DEEC7-3A30-4650-B5E2-6F1C33CCAAF5}" srcOrd="7" destOrd="0" presId="urn:microsoft.com/office/officeart/2018/2/layout/IconLabelList"/>
    <dgm:cxn modelId="{E9CB6A78-3D60-4E5F-887D-2F833A91A230}" type="presParOf" srcId="{557D1C85-9856-4C55-8D8F-174B32DCA04D}" destId="{2828D78F-1821-4B59-8FBB-0FE597C4BD14}" srcOrd="8" destOrd="0" presId="urn:microsoft.com/office/officeart/2018/2/layout/IconLabelList"/>
    <dgm:cxn modelId="{299AAD11-3097-4B1A-93DE-95FEEB4FED32}" type="presParOf" srcId="{2828D78F-1821-4B59-8FBB-0FE597C4BD14}" destId="{372C2BAF-4DB4-40C3-A0DA-FCFAB19C92CB}" srcOrd="0" destOrd="0" presId="urn:microsoft.com/office/officeart/2018/2/layout/IconLabelList"/>
    <dgm:cxn modelId="{82144FAC-C1C8-48D2-9622-1CCC8BF9DF48}" type="presParOf" srcId="{2828D78F-1821-4B59-8FBB-0FE597C4BD14}" destId="{22DEAA23-A8C6-4946-B7FA-D4EB6F1CFF82}" srcOrd="1" destOrd="0" presId="urn:microsoft.com/office/officeart/2018/2/layout/IconLabelList"/>
    <dgm:cxn modelId="{7FF695B6-B89E-4190-ACE3-36AD42EEDB2F}" type="presParOf" srcId="{2828D78F-1821-4B59-8FBB-0FE597C4BD14}" destId="{81DC346B-C8DA-401F-A289-9A8C41CBE54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548970-DE4F-44ED-81C7-5A6D67D47C65}" type="doc">
      <dgm:prSet loTypeId="urn:microsoft.com/office/officeart/2008/layout/LinedList" loCatId="list" qsTypeId="urn:microsoft.com/office/officeart/2005/8/quickstyle/simple5#1" qsCatId="simple" csTypeId="urn:microsoft.com/office/officeart/2005/8/colors/colorful1#3" csCatId="colorful" phldr="1"/>
      <dgm:spPr/>
      <dgm:t>
        <a:bodyPr/>
        <a:lstStyle/>
        <a:p>
          <a:endParaRPr lang="en-US"/>
        </a:p>
      </dgm:t>
    </dgm:pt>
    <dgm:pt modelId="{D96979B9-9A8A-4E2B-AC00-C23F5803A16A}">
      <dgm:prSet/>
      <dgm:spPr/>
      <dgm:t>
        <a:bodyPr/>
        <a:lstStyle/>
        <a:p>
          <a:r>
            <a:rPr lang="en-US" b="0" i="0" baseline="0" dirty="0"/>
            <a:t>Standards ensure that specific technologies and applications, are implemented in a uniform </a:t>
          </a:r>
          <a:r>
            <a:rPr lang="en-US" b="1" i="0" baseline="0" dirty="0"/>
            <a:t>(standardized) </a:t>
          </a:r>
          <a:r>
            <a:rPr lang="en-US" b="0" i="0" baseline="0" dirty="0"/>
            <a:t>manner across the organization. </a:t>
          </a:r>
          <a:endParaRPr lang="en-US" dirty="0"/>
        </a:p>
      </dgm:t>
    </dgm:pt>
    <dgm:pt modelId="{DDD26F46-AB4E-4114-970B-12D48B671BFB}" type="parTrans" cxnId="{342570A1-E91C-4FFB-AF09-C1857D477A32}">
      <dgm:prSet/>
      <dgm:spPr/>
      <dgm:t>
        <a:bodyPr/>
        <a:lstStyle/>
        <a:p>
          <a:endParaRPr lang="en-US"/>
        </a:p>
      </dgm:t>
    </dgm:pt>
    <dgm:pt modelId="{EAA0C0B1-67C2-496A-8E80-40EEF106F273}" type="sibTrans" cxnId="{342570A1-E91C-4FFB-AF09-C1857D477A32}">
      <dgm:prSet/>
      <dgm:spPr/>
      <dgm:t>
        <a:bodyPr/>
        <a:lstStyle/>
        <a:p>
          <a:endParaRPr lang="en-US"/>
        </a:p>
      </dgm:t>
    </dgm:pt>
    <dgm:pt modelId="{A9E43BB0-5320-41A9-8328-FE07689173C3}">
      <dgm:prSet/>
      <dgm:spPr/>
      <dgm:t>
        <a:bodyPr/>
        <a:lstStyle/>
        <a:p>
          <a:r>
            <a:rPr lang="en-US" b="1" i="0" baseline="0" dirty="0"/>
            <a:t>Standards</a:t>
          </a:r>
          <a:r>
            <a:rPr lang="en-US" b="0" i="0" baseline="0" dirty="0"/>
            <a:t> can give a </a:t>
          </a:r>
          <a:r>
            <a:rPr lang="en-US" b="1" i="0" baseline="0" dirty="0"/>
            <a:t>policy</a:t>
          </a:r>
          <a:r>
            <a:rPr lang="en-US" b="0" i="0" baseline="0" dirty="0"/>
            <a:t> its support </a:t>
          </a:r>
          <a:r>
            <a:rPr lang="en-US" b="0" i="0" baseline="0"/>
            <a:t>and reinforcement</a:t>
          </a:r>
          <a:br>
            <a:rPr lang="en-US" b="0" i="0" baseline="0" dirty="0"/>
          </a:br>
          <a:endParaRPr lang="en-US" dirty="0"/>
        </a:p>
      </dgm:t>
    </dgm:pt>
    <dgm:pt modelId="{6DBA906E-B0F1-498A-90D0-DC01EFBE7B44}" type="parTrans" cxnId="{96B29668-9169-4CBB-8729-99E74D35DCD9}">
      <dgm:prSet/>
      <dgm:spPr/>
      <dgm:t>
        <a:bodyPr/>
        <a:lstStyle/>
        <a:p>
          <a:endParaRPr lang="en-US"/>
        </a:p>
      </dgm:t>
    </dgm:pt>
    <dgm:pt modelId="{8C501185-9A7D-4C51-814E-C1BECD65C991}" type="sibTrans" cxnId="{96B29668-9169-4CBB-8729-99E74D35DCD9}">
      <dgm:prSet/>
      <dgm:spPr/>
      <dgm:t>
        <a:bodyPr/>
        <a:lstStyle/>
        <a:p>
          <a:endParaRPr lang="en-US"/>
        </a:p>
      </dgm:t>
    </dgm:pt>
    <dgm:pt modelId="{326EC940-DDED-45BD-8B7A-F65E9B181987}">
      <dgm:prSet/>
      <dgm:spPr/>
      <dgm:t>
        <a:bodyPr/>
        <a:lstStyle/>
        <a:p>
          <a:r>
            <a:rPr lang="en-US" b="0" i="0" baseline="0" dirty="0"/>
            <a:t>Organizational security </a:t>
          </a:r>
          <a:r>
            <a:rPr lang="en-US" b="1" i="0" baseline="0" dirty="0"/>
            <a:t>standards</a:t>
          </a:r>
          <a:r>
            <a:rPr lang="en-US" b="0" i="0" baseline="0" dirty="0"/>
            <a:t> may specify how hardware and software products are to be used. </a:t>
          </a:r>
          <a:endParaRPr lang="en-US" dirty="0"/>
        </a:p>
      </dgm:t>
    </dgm:pt>
    <dgm:pt modelId="{2D3EDDFB-C333-4235-BF1A-426246666FE6}" type="parTrans" cxnId="{83B8AB5A-14C3-4D87-858A-85FEE1289FCB}">
      <dgm:prSet/>
      <dgm:spPr/>
      <dgm:t>
        <a:bodyPr/>
        <a:lstStyle/>
        <a:p>
          <a:endParaRPr lang="en-US"/>
        </a:p>
      </dgm:t>
    </dgm:pt>
    <dgm:pt modelId="{C4A6B809-CDF9-4940-AFFF-A79EB579720B}" type="sibTrans" cxnId="{83B8AB5A-14C3-4D87-858A-85FEE1289FCB}">
      <dgm:prSet/>
      <dgm:spPr/>
      <dgm:t>
        <a:bodyPr/>
        <a:lstStyle/>
        <a:p>
          <a:endParaRPr lang="en-US"/>
        </a:p>
      </dgm:t>
    </dgm:pt>
    <dgm:pt modelId="{3CCBA67C-634D-4039-BD50-7D11DDCD1FCF}">
      <dgm:prSet/>
      <dgm:spPr/>
      <dgm:t>
        <a:bodyPr/>
        <a:lstStyle/>
        <a:p>
          <a:r>
            <a:rPr lang="en-US"/>
            <a:t>T</a:t>
          </a:r>
          <a:r>
            <a:rPr lang="en-US" b="0" i="0" baseline="0"/>
            <a:t>hey </a:t>
          </a:r>
          <a:r>
            <a:rPr lang="en-US" b="0" i="0" baseline="0" dirty="0"/>
            <a:t>can also be used to indicate expected user behavior.</a:t>
          </a:r>
          <a:br>
            <a:rPr lang="en-US" b="0" i="0" baseline="0"/>
          </a:br>
          <a:br>
            <a:rPr lang="en-US" b="0" i="0" baseline="0"/>
          </a:br>
          <a:endParaRPr lang="en-US" dirty="0"/>
        </a:p>
      </dgm:t>
    </dgm:pt>
    <dgm:pt modelId="{A61505AC-E57D-4DF0-AEE2-B83E72BD7CF0}" type="parTrans" cxnId="{453999C9-5856-4168-95CE-FB961A98BFCF}">
      <dgm:prSet/>
      <dgm:spPr/>
      <dgm:t>
        <a:bodyPr/>
        <a:lstStyle/>
        <a:p>
          <a:endParaRPr lang="en-US"/>
        </a:p>
      </dgm:t>
    </dgm:pt>
    <dgm:pt modelId="{4CDC2151-DC8F-45BE-A677-C1A3FA15847D}" type="sibTrans" cxnId="{453999C9-5856-4168-95CE-FB961A98BFCF}">
      <dgm:prSet/>
      <dgm:spPr/>
      <dgm:t>
        <a:bodyPr/>
        <a:lstStyle/>
        <a:p>
          <a:endParaRPr lang="en-US"/>
        </a:p>
      </dgm:t>
    </dgm:pt>
    <dgm:pt modelId="{CB129889-B6EA-4F52-AB54-3D516786FACC}" type="pres">
      <dgm:prSet presAssocID="{28548970-DE4F-44ED-81C7-5A6D67D47C65}" presName="vert0" presStyleCnt="0">
        <dgm:presLayoutVars>
          <dgm:dir/>
          <dgm:animOne val="branch"/>
          <dgm:animLvl val="lvl"/>
        </dgm:presLayoutVars>
      </dgm:prSet>
      <dgm:spPr/>
    </dgm:pt>
    <dgm:pt modelId="{0F10B02E-008A-46BD-8057-D351B83C6CBE}" type="pres">
      <dgm:prSet presAssocID="{D96979B9-9A8A-4E2B-AC00-C23F5803A16A}" presName="thickLine" presStyleLbl="alignNode1" presStyleIdx="0" presStyleCnt="4"/>
      <dgm:spPr/>
    </dgm:pt>
    <dgm:pt modelId="{132DF045-A71D-495C-8AF6-C4D79D775BC7}" type="pres">
      <dgm:prSet presAssocID="{D96979B9-9A8A-4E2B-AC00-C23F5803A16A}" presName="horz1" presStyleCnt="0"/>
      <dgm:spPr/>
    </dgm:pt>
    <dgm:pt modelId="{B02C17DB-4558-4C83-9A1A-13ECE2D2AB3E}" type="pres">
      <dgm:prSet presAssocID="{D96979B9-9A8A-4E2B-AC00-C23F5803A16A}" presName="tx1" presStyleLbl="revTx" presStyleIdx="0" presStyleCnt="4"/>
      <dgm:spPr/>
    </dgm:pt>
    <dgm:pt modelId="{7FAECA43-C219-4B67-B9C7-CF424BFB29F1}" type="pres">
      <dgm:prSet presAssocID="{D96979B9-9A8A-4E2B-AC00-C23F5803A16A}" presName="vert1" presStyleCnt="0"/>
      <dgm:spPr/>
    </dgm:pt>
    <dgm:pt modelId="{FB2185F9-D3E7-435C-9279-B60587CD999A}" type="pres">
      <dgm:prSet presAssocID="{A9E43BB0-5320-41A9-8328-FE07689173C3}" presName="thickLine" presStyleLbl="alignNode1" presStyleIdx="1" presStyleCnt="4"/>
      <dgm:spPr/>
    </dgm:pt>
    <dgm:pt modelId="{34F79713-FF1B-462C-9584-73F82A43CA73}" type="pres">
      <dgm:prSet presAssocID="{A9E43BB0-5320-41A9-8328-FE07689173C3}" presName="horz1" presStyleCnt="0"/>
      <dgm:spPr/>
    </dgm:pt>
    <dgm:pt modelId="{4A0F659F-4A21-4812-B8CE-E4848431A67D}" type="pres">
      <dgm:prSet presAssocID="{A9E43BB0-5320-41A9-8328-FE07689173C3}" presName="tx1" presStyleLbl="revTx" presStyleIdx="1" presStyleCnt="4"/>
      <dgm:spPr/>
    </dgm:pt>
    <dgm:pt modelId="{06D1B583-21BB-4679-A0C1-D5EC9A727D48}" type="pres">
      <dgm:prSet presAssocID="{A9E43BB0-5320-41A9-8328-FE07689173C3}" presName="vert1" presStyleCnt="0"/>
      <dgm:spPr/>
    </dgm:pt>
    <dgm:pt modelId="{351DC810-6453-49C1-A3B0-806FFCAD4DC0}" type="pres">
      <dgm:prSet presAssocID="{326EC940-DDED-45BD-8B7A-F65E9B181987}" presName="thickLine" presStyleLbl="alignNode1" presStyleIdx="2" presStyleCnt="4"/>
      <dgm:spPr/>
    </dgm:pt>
    <dgm:pt modelId="{1F02871E-8630-487F-B776-202EC351C992}" type="pres">
      <dgm:prSet presAssocID="{326EC940-DDED-45BD-8B7A-F65E9B181987}" presName="horz1" presStyleCnt="0"/>
      <dgm:spPr/>
    </dgm:pt>
    <dgm:pt modelId="{6A451A27-164F-4777-B8DC-9C9151A5EAEE}" type="pres">
      <dgm:prSet presAssocID="{326EC940-DDED-45BD-8B7A-F65E9B181987}" presName="tx1" presStyleLbl="revTx" presStyleIdx="2" presStyleCnt="4"/>
      <dgm:spPr/>
    </dgm:pt>
    <dgm:pt modelId="{3F3A1F8C-458D-4ABE-A7B3-99FAA03BC6A9}" type="pres">
      <dgm:prSet presAssocID="{326EC940-DDED-45BD-8B7A-F65E9B181987}" presName="vert1" presStyleCnt="0"/>
      <dgm:spPr/>
    </dgm:pt>
    <dgm:pt modelId="{16F6E739-7337-4F16-B169-33C7772EA922}" type="pres">
      <dgm:prSet presAssocID="{3CCBA67C-634D-4039-BD50-7D11DDCD1FCF}" presName="thickLine" presStyleLbl="alignNode1" presStyleIdx="3" presStyleCnt="4"/>
      <dgm:spPr/>
    </dgm:pt>
    <dgm:pt modelId="{79C30645-C04F-4584-932C-72BAA9EDE79C}" type="pres">
      <dgm:prSet presAssocID="{3CCBA67C-634D-4039-BD50-7D11DDCD1FCF}" presName="horz1" presStyleCnt="0"/>
      <dgm:spPr/>
    </dgm:pt>
    <dgm:pt modelId="{AA10D5A1-B8FC-4FFF-A467-59430E61FCF2}" type="pres">
      <dgm:prSet presAssocID="{3CCBA67C-634D-4039-BD50-7D11DDCD1FCF}" presName="tx1" presStyleLbl="revTx" presStyleIdx="3" presStyleCnt="4"/>
      <dgm:spPr/>
    </dgm:pt>
    <dgm:pt modelId="{86A56E31-955D-47B7-A023-825966AD4DB2}" type="pres">
      <dgm:prSet presAssocID="{3CCBA67C-634D-4039-BD50-7D11DDCD1FCF}" presName="vert1" presStyleCnt="0"/>
      <dgm:spPr/>
    </dgm:pt>
  </dgm:ptLst>
  <dgm:cxnLst>
    <dgm:cxn modelId="{2B8DBD1F-2395-4261-A8CE-DB967AA93156}" type="presOf" srcId="{3CCBA67C-634D-4039-BD50-7D11DDCD1FCF}" destId="{AA10D5A1-B8FC-4FFF-A467-59430E61FCF2}" srcOrd="0" destOrd="0" presId="urn:microsoft.com/office/officeart/2008/layout/LinedList"/>
    <dgm:cxn modelId="{05054A45-FD46-44A8-BA3B-E77256BC36B6}" type="presOf" srcId="{A9E43BB0-5320-41A9-8328-FE07689173C3}" destId="{4A0F659F-4A21-4812-B8CE-E4848431A67D}" srcOrd="0" destOrd="0" presId="urn:microsoft.com/office/officeart/2008/layout/LinedList"/>
    <dgm:cxn modelId="{83B8AB5A-14C3-4D87-858A-85FEE1289FCB}" srcId="{28548970-DE4F-44ED-81C7-5A6D67D47C65}" destId="{326EC940-DDED-45BD-8B7A-F65E9B181987}" srcOrd="2" destOrd="0" parTransId="{2D3EDDFB-C333-4235-BF1A-426246666FE6}" sibTransId="{C4A6B809-CDF9-4940-AFFF-A79EB579720B}"/>
    <dgm:cxn modelId="{5574DC5B-77C1-42CD-B535-36B8469B7F6E}" type="presOf" srcId="{28548970-DE4F-44ED-81C7-5A6D67D47C65}" destId="{CB129889-B6EA-4F52-AB54-3D516786FACC}" srcOrd="0" destOrd="0" presId="urn:microsoft.com/office/officeart/2008/layout/LinedList"/>
    <dgm:cxn modelId="{96B29668-9169-4CBB-8729-99E74D35DCD9}" srcId="{28548970-DE4F-44ED-81C7-5A6D67D47C65}" destId="{A9E43BB0-5320-41A9-8328-FE07689173C3}" srcOrd="1" destOrd="0" parTransId="{6DBA906E-B0F1-498A-90D0-DC01EFBE7B44}" sibTransId="{8C501185-9A7D-4C51-814E-C1BECD65C991}"/>
    <dgm:cxn modelId="{D0715E80-CF40-45FE-A014-AD1A4253D4B3}" type="presOf" srcId="{326EC940-DDED-45BD-8B7A-F65E9B181987}" destId="{6A451A27-164F-4777-B8DC-9C9151A5EAEE}" srcOrd="0" destOrd="0" presId="urn:microsoft.com/office/officeart/2008/layout/LinedList"/>
    <dgm:cxn modelId="{02939182-FA2D-41CE-8BEC-7E771D08F8AC}" type="presOf" srcId="{D96979B9-9A8A-4E2B-AC00-C23F5803A16A}" destId="{B02C17DB-4558-4C83-9A1A-13ECE2D2AB3E}" srcOrd="0" destOrd="0" presId="urn:microsoft.com/office/officeart/2008/layout/LinedList"/>
    <dgm:cxn modelId="{342570A1-E91C-4FFB-AF09-C1857D477A32}" srcId="{28548970-DE4F-44ED-81C7-5A6D67D47C65}" destId="{D96979B9-9A8A-4E2B-AC00-C23F5803A16A}" srcOrd="0" destOrd="0" parTransId="{DDD26F46-AB4E-4114-970B-12D48B671BFB}" sibTransId="{EAA0C0B1-67C2-496A-8E80-40EEF106F273}"/>
    <dgm:cxn modelId="{453999C9-5856-4168-95CE-FB961A98BFCF}" srcId="{28548970-DE4F-44ED-81C7-5A6D67D47C65}" destId="{3CCBA67C-634D-4039-BD50-7D11DDCD1FCF}" srcOrd="3" destOrd="0" parTransId="{A61505AC-E57D-4DF0-AEE2-B83E72BD7CF0}" sibTransId="{4CDC2151-DC8F-45BE-A677-C1A3FA15847D}"/>
    <dgm:cxn modelId="{8E415C29-64CC-4479-9DB4-EBF109E89270}" type="presParOf" srcId="{CB129889-B6EA-4F52-AB54-3D516786FACC}" destId="{0F10B02E-008A-46BD-8057-D351B83C6CBE}" srcOrd="0" destOrd="0" presId="urn:microsoft.com/office/officeart/2008/layout/LinedList"/>
    <dgm:cxn modelId="{55B08E34-4930-4839-B8B4-BADDD774CA84}" type="presParOf" srcId="{CB129889-B6EA-4F52-AB54-3D516786FACC}" destId="{132DF045-A71D-495C-8AF6-C4D79D775BC7}" srcOrd="1" destOrd="0" presId="urn:microsoft.com/office/officeart/2008/layout/LinedList"/>
    <dgm:cxn modelId="{54E6AEE1-E3C4-4782-8C98-F977F5873AEC}" type="presParOf" srcId="{132DF045-A71D-495C-8AF6-C4D79D775BC7}" destId="{B02C17DB-4558-4C83-9A1A-13ECE2D2AB3E}" srcOrd="0" destOrd="0" presId="urn:microsoft.com/office/officeart/2008/layout/LinedList"/>
    <dgm:cxn modelId="{C35AA02B-9A0C-4A23-9055-AD85DF7C41C3}" type="presParOf" srcId="{132DF045-A71D-495C-8AF6-C4D79D775BC7}" destId="{7FAECA43-C219-4B67-B9C7-CF424BFB29F1}" srcOrd="1" destOrd="0" presId="urn:microsoft.com/office/officeart/2008/layout/LinedList"/>
    <dgm:cxn modelId="{6743E6D7-5A0C-41C3-BF61-DE2F246CBD35}" type="presParOf" srcId="{CB129889-B6EA-4F52-AB54-3D516786FACC}" destId="{FB2185F9-D3E7-435C-9279-B60587CD999A}" srcOrd="2" destOrd="0" presId="urn:microsoft.com/office/officeart/2008/layout/LinedList"/>
    <dgm:cxn modelId="{C5897344-A9D9-4E41-BA40-372F315DFD3D}" type="presParOf" srcId="{CB129889-B6EA-4F52-AB54-3D516786FACC}" destId="{34F79713-FF1B-462C-9584-73F82A43CA73}" srcOrd="3" destOrd="0" presId="urn:microsoft.com/office/officeart/2008/layout/LinedList"/>
    <dgm:cxn modelId="{15A58825-361D-49A9-BDF3-47F12F408F53}" type="presParOf" srcId="{34F79713-FF1B-462C-9584-73F82A43CA73}" destId="{4A0F659F-4A21-4812-B8CE-E4848431A67D}" srcOrd="0" destOrd="0" presId="urn:microsoft.com/office/officeart/2008/layout/LinedList"/>
    <dgm:cxn modelId="{2B4C39ED-9719-4F71-BBC3-5B632BED24B6}" type="presParOf" srcId="{34F79713-FF1B-462C-9584-73F82A43CA73}" destId="{06D1B583-21BB-4679-A0C1-D5EC9A727D48}" srcOrd="1" destOrd="0" presId="urn:microsoft.com/office/officeart/2008/layout/LinedList"/>
    <dgm:cxn modelId="{8A1445BF-D9B2-4338-96A6-E5DEDE8EC89F}" type="presParOf" srcId="{CB129889-B6EA-4F52-AB54-3D516786FACC}" destId="{351DC810-6453-49C1-A3B0-806FFCAD4DC0}" srcOrd="4" destOrd="0" presId="urn:microsoft.com/office/officeart/2008/layout/LinedList"/>
    <dgm:cxn modelId="{F2D36D3C-B9AD-4D72-AA6D-FF832570E85E}" type="presParOf" srcId="{CB129889-B6EA-4F52-AB54-3D516786FACC}" destId="{1F02871E-8630-487F-B776-202EC351C992}" srcOrd="5" destOrd="0" presId="urn:microsoft.com/office/officeart/2008/layout/LinedList"/>
    <dgm:cxn modelId="{D5F21ACE-29D1-4475-AE9F-1723A31B2BA1}" type="presParOf" srcId="{1F02871E-8630-487F-B776-202EC351C992}" destId="{6A451A27-164F-4777-B8DC-9C9151A5EAEE}" srcOrd="0" destOrd="0" presId="urn:microsoft.com/office/officeart/2008/layout/LinedList"/>
    <dgm:cxn modelId="{74147F63-5D81-48AB-9C08-7A2690809129}" type="presParOf" srcId="{1F02871E-8630-487F-B776-202EC351C992}" destId="{3F3A1F8C-458D-4ABE-A7B3-99FAA03BC6A9}" srcOrd="1" destOrd="0" presId="urn:microsoft.com/office/officeart/2008/layout/LinedList"/>
    <dgm:cxn modelId="{2B7CBD5A-F041-4D44-81CC-4FDE1FC015D6}" type="presParOf" srcId="{CB129889-B6EA-4F52-AB54-3D516786FACC}" destId="{16F6E739-7337-4F16-B169-33C7772EA922}" srcOrd="6" destOrd="0" presId="urn:microsoft.com/office/officeart/2008/layout/LinedList"/>
    <dgm:cxn modelId="{76C6C5FB-281E-4CAB-9C8F-578BA5E5E76E}" type="presParOf" srcId="{CB129889-B6EA-4F52-AB54-3D516786FACC}" destId="{79C30645-C04F-4584-932C-72BAA9EDE79C}" srcOrd="7" destOrd="0" presId="urn:microsoft.com/office/officeart/2008/layout/LinedList"/>
    <dgm:cxn modelId="{73638ECE-C18F-4D7B-BF13-DF3EDA27288A}" type="presParOf" srcId="{79C30645-C04F-4584-932C-72BAA9EDE79C}" destId="{AA10D5A1-B8FC-4FFF-A467-59430E61FCF2}" srcOrd="0" destOrd="0" presId="urn:microsoft.com/office/officeart/2008/layout/LinedList"/>
    <dgm:cxn modelId="{6F31F4F5-77BB-4E29-9B85-25BD3E7CBEC9}" type="presParOf" srcId="{79C30645-C04F-4584-932C-72BAA9EDE79C}" destId="{86A56E31-955D-47B7-A023-825966AD4DB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1EBBBCA-AE65-475E-98E2-56AD0EA4A46C}" type="doc">
      <dgm:prSet loTypeId="urn:microsoft.com/office/officeart/2008/layout/LinedList" loCatId="list" qsTypeId="urn:microsoft.com/office/officeart/2005/8/quickstyle/simple1#13" qsCatId="simple" csTypeId="urn:microsoft.com/office/officeart/2005/8/colors/colorful5#3" csCatId="colorful" phldr="1"/>
      <dgm:spPr/>
      <dgm:t>
        <a:bodyPr/>
        <a:lstStyle/>
        <a:p>
          <a:endParaRPr lang="en-US"/>
        </a:p>
      </dgm:t>
    </dgm:pt>
    <dgm:pt modelId="{3F08CE53-19BE-48B7-9675-95736D2257E2}">
      <dgm:prSet custT="1"/>
      <dgm:spPr/>
      <dgm:t>
        <a:bodyPr/>
        <a:lstStyle/>
        <a:p>
          <a:r>
            <a:rPr lang="en-US" sz="2000" dirty="0"/>
            <a:t>T</a:t>
          </a:r>
          <a:r>
            <a:rPr lang="en-US" sz="2000" b="0" i="0" baseline="0" dirty="0"/>
            <a:t>he term </a:t>
          </a:r>
          <a:r>
            <a:rPr lang="en-US" sz="2000" b="1" i="0" baseline="0" dirty="0"/>
            <a:t>baseline</a:t>
          </a:r>
          <a:r>
            <a:rPr lang="en-US" sz="2000" b="0" i="0" baseline="0" dirty="0"/>
            <a:t> refers to a point in time that is used as a comparison for future changes. </a:t>
          </a:r>
          <a:br>
            <a:rPr lang="en-US" sz="2000" b="0" i="0" baseline="0" dirty="0"/>
          </a:br>
          <a:endParaRPr lang="en-US" sz="2000" dirty="0"/>
        </a:p>
      </dgm:t>
    </dgm:pt>
    <dgm:pt modelId="{0B8AD1D4-9954-4401-BB75-D2562696B185}" type="parTrans" cxnId="{BDAF057F-6DA4-49E6-91A4-0D13465476CB}">
      <dgm:prSet/>
      <dgm:spPr/>
      <dgm:t>
        <a:bodyPr/>
        <a:lstStyle/>
        <a:p>
          <a:endParaRPr lang="en-US"/>
        </a:p>
      </dgm:t>
    </dgm:pt>
    <dgm:pt modelId="{836B3045-E432-4416-A3AE-1436F2C2B5D1}" type="sibTrans" cxnId="{BDAF057F-6DA4-49E6-91A4-0D13465476CB}">
      <dgm:prSet/>
      <dgm:spPr/>
      <dgm:t>
        <a:bodyPr/>
        <a:lstStyle/>
        <a:p>
          <a:endParaRPr lang="en-US"/>
        </a:p>
      </dgm:t>
    </dgm:pt>
    <dgm:pt modelId="{52F790F8-A604-4540-9B4F-33BB8B23D50C}">
      <dgm:prSet custT="1"/>
      <dgm:spPr/>
      <dgm:t>
        <a:bodyPr/>
        <a:lstStyle/>
        <a:p>
          <a:r>
            <a:rPr lang="en-US" sz="2000" b="0" i="0" baseline="0" dirty="0"/>
            <a:t>Once risks have been mitigated and security put in place, a baseline is formally reviewed and agreed upon, after which all further </a:t>
          </a:r>
          <a:r>
            <a:rPr lang="en-US" sz="2000" b="1" i="0" baseline="0" dirty="0"/>
            <a:t>comparisons</a:t>
          </a:r>
          <a:r>
            <a:rPr lang="en-US" sz="2000" b="0" i="0" baseline="0" dirty="0"/>
            <a:t> and development are measured against it. </a:t>
          </a:r>
          <a:br>
            <a:rPr lang="en-US" sz="2000" b="0" i="0" baseline="0" dirty="0"/>
          </a:br>
          <a:endParaRPr lang="en-US" sz="2000" dirty="0"/>
        </a:p>
      </dgm:t>
    </dgm:pt>
    <dgm:pt modelId="{52A8D67D-3880-40EA-8369-56AA13211195}" type="parTrans" cxnId="{55FD5C3F-01FD-48BE-B6FE-6C08822BCA19}">
      <dgm:prSet/>
      <dgm:spPr/>
      <dgm:t>
        <a:bodyPr/>
        <a:lstStyle/>
        <a:p>
          <a:endParaRPr lang="en-US"/>
        </a:p>
      </dgm:t>
    </dgm:pt>
    <dgm:pt modelId="{A86F9A33-31FD-4254-9BB1-9BAC21E19DCF}" type="sibTrans" cxnId="{55FD5C3F-01FD-48BE-B6FE-6C08822BCA19}">
      <dgm:prSet/>
      <dgm:spPr/>
      <dgm:t>
        <a:bodyPr/>
        <a:lstStyle/>
        <a:p>
          <a:endParaRPr lang="en-US"/>
        </a:p>
      </dgm:t>
    </dgm:pt>
    <dgm:pt modelId="{AEBABCD7-A41C-448B-953C-023E425246CF}">
      <dgm:prSet custT="1"/>
      <dgm:spPr/>
      <dgm:t>
        <a:bodyPr/>
        <a:lstStyle/>
        <a:p>
          <a:r>
            <a:rPr lang="en-US" sz="2000" b="0" i="0" baseline="0" dirty="0"/>
            <a:t>A </a:t>
          </a:r>
          <a:r>
            <a:rPr lang="en-US" sz="2000" b="1" i="0" baseline="0" dirty="0"/>
            <a:t>baseline</a:t>
          </a:r>
          <a:r>
            <a:rPr lang="en-US" sz="2000" b="0" i="0" baseline="0" dirty="0"/>
            <a:t> results in a consistent reference point.</a:t>
          </a:r>
          <a:endParaRPr lang="en-US" sz="2000" dirty="0"/>
        </a:p>
      </dgm:t>
    </dgm:pt>
    <dgm:pt modelId="{616CDF68-EB19-4D76-A8E4-66F4A24985B8}" type="parTrans" cxnId="{1576FA0A-6A52-45E9-92B3-CDC853FF167B}">
      <dgm:prSet/>
      <dgm:spPr/>
      <dgm:t>
        <a:bodyPr/>
        <a:lstStyle/>
        <a:p>
          <a:endParaRPr lang="en-US"/>
        </a:p>
      </dgm:t>
    </dgm:pt>
    <dgm:pt modelId="{F951D4DE-E376-4233-9847-EAB8D92F67E6}" type="sibTrans" cxnId="{1576FA0A-6A52-45E9-92B3-CDC853FF167B}">
      <dgm:prSet/>
      <dgm:spPr/>
      <dgm:t>
        <a:bodyPr/>
        <a:lstStyle/>
        <a:p>
          <a:endParaRPr lang="en-US"/>
        </a:p>
      </dgm:t>
    </dgm:pt>
    <dgm:pt modelId="{923DAF35-1952-488F-B1D6-9AD15079E479}">
      <dgm:prSet custT="1"/>
      <dgm:spPr/>
      <dgm:t>
        <a:bodyPr/>
        <a:lstStyle/>
        <a:p>
          <a:r>
            <a:rPr lang="en-US" sz="2000" dirty="0"/>
            <a:t>Also,</a:t>
          </a:r>
          <a:r>
            <a:rPr lang="en-US" sz="2000" baseline="0" dirty="0"/>
            <a:t> refers to a minimum level of security</a:t>
          </a:r>
          <a:endParaRPr lang="en-US" sz="2000" dirty="0"/>
        </a:p>
      </dgm:t>
    </dgm:pt>
    <dgm:pt modelId="{61D49D9A-2A79-418B-A1ED-23E50128AD28}" type="parTrans" cxnId="{779A62FE-3922-4C19-B0CC-B6DE7DBC38BC}">
      <dgm:prSet/>
      <dgm:spPr/>
      <dgm:t>
        <a:bodyPr/>
        <a:lstStyle/>
        <a:p>
          <a:endParaRPr lang="en-US"/>
        </a:p>
      </dgm:t>
    </dgm:pt>
    <dgm:pt modelId="{851C2513-07AA-4EC9-838D-FE8678736104}" type="sibTrans" cxnId="{779A62FE-3922-4C19-B0CC-B6DE7DBC38BC}">
      <dgm:prSet/>
      <dgm:spPr/>
      <dgm:t>
        <a:bodyPr/>
        <a:lstStyle/>
        <a:p>
          <a:endParaRPr lang="en-US"/>
        </a:p>
      </dgm:t>
    </dgm:pt>
    <dgm:pt modelId="{DB77B27A-E5A1-4A74-8F38-D1D6E0D55378}" type="pres">
      <dgm:prSet presAssocID="{91EBBBCA-AE65-475E-98E2-56AD0EA4A46C}" presName="vert0" presStyleCnt="0">
        <dgm:presLayoutVars>
          <dgm:dir/>
          <dgm:animOne val="branch"/>
          <dgm:animLvl val="lvl"/>
        </dgm:presLayoutVars>
      </dgm:prSet>
      <dgm:spPr/>
    </dgm:pt>
    <dgm:pt modelId="{4F4347ED-F3CB-41FB-8272-11EA6036E165}" type="pres">
      <dgm:prSet presAssocID="{3F08CE53-19BE-48B7-9675-95736D2257E2}" presName="thickLine" presStyleLbl="alignNode1" presStyleIdx="0" presStyleCnt="4"/>
      <dgm:spPr/>
    </dgm:pt>
    <dgm:pt modelId="{ADA740A9-3303-4F59-83CB-BD324D8857AA}" type="pres">
      <dgm:prSet presAssocID="{3F08CE53-19BE-48B7-9675-95736D2257E2}" presName="horz1" presStyleCnt="0"/>
      <dgm:spPr/>
    </dgm:pt>
    <dgm:pt modelId="{2EB0CF78-A845-40FF-8977-6C87BF433F18}" type="pres">
      <dgm:prSet presAssocID="{3F08CE53-19BE-48B7-9675-95736D2257E2}" presName="tx1" presStyleLbl="revTx" presStyleIdx="0" presStyleCnt="4"/>
      <dgm:spPr/>
    </dgm:pt>
    <dgm:pt modelId="{6F1742A1-9D54-4EFD-A0F2-47BAFA89C92F}" type="pres">
      <dgm:prSet presAssocID="{3F08CE53-19BE-48B7-9675-95736D2257E2}" presName="vert1" presStyleCnt="0"/>
      <dgm:spPr/>
    </dgm:pt>
    <dgm:pt modelId="{F5043A7D-3FE9-4B58-9B9B-2D28B0DD4968}" type="pres">
      <dgm:prSet presAssocID="{52F790F8-A604-4540-9B4F-33BB8B23D50C}" presName="thickLine" presStyleLbl="alignNode1" presStyleIdx="1" presStyleCnt="4"/>
      <dgm:spPr/>
    </dgm:pt>
    <dgm:pt modelId="{92CB9AFE-77BD-4B2A-B092-43928D7D101C}" type="pres">
      <dgm:prSet presAssocID="{52F790F8-A604-4540-9B4F-33BB8B23D50C}" presName="horz1" presStyleCnt="0"/>
      <dgm:spPr/>
    </dgm:pt>
    <dgm:pt modelId="{3183FEBB-9315-43C5-A135-D0A61C2982B9}" type="pres">
      <dgm:prSet presAssocID="{52F790F8-A604-4540-9B4F-33BB8B23D50C}" presName="tx1" presStyleLbl="revTx" presStyleIdx="1" presStyleCnt="4"/>
      <dgm:spPr/>
    </dgm:pt>
    <dgm:pt modelId="{00D491A5-E25E-481F-BBFB-118AD80EB7A0}" type="pres">
      <dgm:prSet presAssocID="{52F790F8-A604-4540-9B4F-33BB8B23D50C}" presName="vert1" presStyleCnt="0"/>
      <dgm:spPr/>
    </dgm:pt>
    <dgm:pt modelId="{4B873C04-CF23-4F96-82B6-26167687B3C6}" type="pres">
      <dgm:prSet presAssocID="{AEBABCD7-A41C-448B-953C-023E425246CF}" presName="thickLine" presStyleLbl="alignNode1" presStyleIdx="2" presStyleCnt="4"/>
      <dgm:spPr/>
    </dgm:pt>
    <dgm:pt modelId="{79660842-89D8-4ECC-8C87-146C600CF343}" type="pres">
      <dgm:prSet presAssocID="{AEBABCD7-A41C-448B-953C-023E425246CF}" presName="horz1" presStyleCnt="0"/>
      <dgm:spPr/>
    </dgm:pt>
    <dgm:pt modelId="{AAA69F18-9912-48EE-BF29-90AC0485E4EB}" type="pres">
      <dgm:prSet presAssocID="{AEBABCD7-A41C-448B-953C-023E425246CF}" presName="tx1" presStyleLbl="revTx" presStyleIdx="2" presStyleCnt="4"/>
      <dgm:spPr/>
    </dgm:pt>
    <dgm:pt modelId="{51A8CC7E-7067-4544-957D-3A5140E421F7}" type="pres">
      <dgm:prSet presAssocID="{AEBABCD7-A41C-448B-953C-023E425246CF}" presName="vert1" presStyleCnt="0"/>
      <dgm:spPr/>
    </dgm:pt>
    <dgm:pt modelId="{A821F74F-BB76-4FE9-B7BD-2F8523EB1BBE}" type="pres">
      <dgm:prSet presAssocID="{923DAF35-1952-488F-B1D6-9AD15079E479}" presName="thickLine" presStyleLbl="alignNode1" presStyleIdx="3" presStyleCnt="4"/>
      <dgm:spPr/>
    </dgm:pt>
    <dgm:pt modelId="{F27CED0F-F984-42D7-82FA-6A02604F45A3}" type="pres">
      <dgm:prSet presAssocID="{923DAF35-1952-488F-B1D6-9AD15079E479}" presName="horz1" presStyleCnt="0"/>
      <dgm:spPr/>
    </dgm:pt>
    <dgm:pt modelId="{18F50D1C-D297-42C1-9625-4FD65EDC2E21}" type="pres">
      <dgm:prSet presAssocID="{923DAF35-1952-488F-B1D6-9AD15079E479}" presName="tx1" presStyleLbl="revTx" presStyleIdx="3" presStyleCnt="4"/>
      <dgm:spPr/>
    </dgm:pt>
    <dgm:pt modelId="{6B7B9766-EA93-4746-8F4E-9BC165A6AB3E}" type="pres">
      <dgm:prSet presAssocID="{923DAF35-1952-488F-B1D6-9AD15079E479}" presName="vert1" presStyleCnt="0"/>
      <dgm:spPr/>
    </dgm:pt>
  </dgm:ptLst>
  <dgm:cxnLst>
    <dgm:cxn modelId="{1576FA0A-6A52-45E9-92B3-CDC853FF167B}" srcId="{91EBBBCA-AE65-475E-98E2-56AD0EA4A46C}" destId="{AEBABCD7-A41C-448B-953C-023E425246CF}" srcOrd="2" destOrd="0" parTransId="{616CDF68-EB19-4D76-A8E4-66F4A24985B8}" sibTransId="{F951D4DE-E376-4233-9847-EAB8D92F67E6}"/>
    <dgm:cxn modelId="{55FD5C3F-01FD-48BE-B6FE-6C08822BCA19}" srcId="{91EBBBCA-AE65-475E-98E2-56AD0EA4A46C}" destId="{52F790F8-A604-4540-9B4F-33BB8B23D50C}" srcOrd="1" destOrd="0" parTransId="{52A8D67D-3880-40EA-8369-56AA13211195}" sibTransId="{A86F9A33-31FD-4254-9BB1-9BAC21E19DCF}"/>
    <dgm:cxn modelId="{BDAF057F-6DA4-49E6-91A4-0D13465476CB}" srcId="{91EBBBCA-AE65-475E-98E2-56AD0EA4A46C}" destId="{3F08CE53-19BE-48B7-9675-95736D2257E2}" srcOrd="0" destOrd="0" parTransId="{0B8AD1D4-9954-4401-BB75-D2562696B185}" sibTransId="{836B3045-E432-4416-A3AE-1436F2C2B5D1}"/>
    <dgm:cxn modelId="{BD641886-EC9D-425D-8F55-725CE2612225}" type="presOf" srcId="{923DAF35-1952-488F-B1D6-9AD15079E479}" destId="{18F50D1C-D297-42C1-9625-4FD65EDC2E21}" srcOrd="0" destOrd="0" presId="urn:microsoft.com/office/officeart/2008/layout/LinedList"/>
    <dgm:cxn modelId="{050A5386-FAA5-4CE9-A7B7-2D5B37BAAEA6}" type="presOf" srcId="{AEBABCD7-A41C-448B-953C-023E425246CF}" destId="{AAA69F18-9912-48EE-BF29-90AC0485E4EB}" srcOrd="0" destOrd="0" presId="urn:microsoft.com/office/officeart/2008/layout/LinedList"/>
    <dgm:cxn modelId="{21D3C8B4-3AF6-4584-A2D0-58EB1596B0DC}" type="presOf" srcId="{52F790F8-A604-4540-9B4F-33BB8B23D50C}" destId="{3183FEBB-9315-43C5-A135-D0A61C2982B9}" srcOrd="0" destOrd="0" presId="urn:microsoft.com/office/officeart/2008/layout/LinedList"/>
    <dgm:cxn modelId="{1184F7EC-F890-4736-B2D3-13DA694FDA62}" type="presOf" srcId="{3F08CE53-19BE-48B7-9675-95736D2257E2}" destId="{2EB0CF78-A845-40FF-8977-6C87BF433F18}" srcOrd="0" destOrd="0" presId="urn:microsoft.com/office/officeart/2008/layout/LinedList"/>
    <dgm:cxn modelId="{76EEEAF0-FBEC-466F-BFB3-D2C77DC7D544}" type="presOf" srcId="{91EBBBCA-AE65-475E-98E2-56AD0EA4A46C}" destId="{DB77B27A-E5A1-4A74-8F38-D1D6E0D55378}" srcOrd="0" destOrd="0" presId="urn:microsoft.com/office/officeart/2008/layout/LinedList"/>
    <dgm:cxn modelId="{779A62FE-3922-4C19-B0CC-B6DE7DBC38BC}" srcId="{91EBBBCA-AE65-475E-98E2-56AD0EA4A46C}" destId="{923DAF35-1952-488F-B1D6-9AD15079E479}" srcOrd="3" destOrd="0" parTransId="{61D49D9A-2A79-418B-A1ED-23E50128AD28}" sibTransId="{851C2513-07AA-4EC9-838D-FE8678736104}"/>
    <dgm:cxn modelId="{36E51307-E07A-4627-ABC4-941657A74F93}" type="presParOf" srcId="{DB77B27A-E5A1-4A74-8F38-D1D6E0D55378}" destId="{4F4347ED-F3CB-41FB-8272-11EA6036E165}" srcOrd="0" destOrd="0" presId="urn:microsoft.com/office/officeart/2008/layout/LinedList"/>
    <dgm:cxn modelId="{804D1081-D9E2-45DD-A8BF-FBCE016AF736}" type="presParOf" srcId="{DB77B27A-E5A1-4A74-8F38-D1D6E0D55378}" destId="{ADA740A9-3303-4F59-83CB-BD324D8857AA}" srcOrd="1" destOrd="0" presId="urn:microsoft.com/office/officeart/2008/layout/LinedList"/>
    <dgm:cxn modelId="{5624D846-6D65-440C-9A0D-B18BA0A03A4F}" type="presParOf" srcId="{ADA740A9-3303-4F59-83CB-BD324D8857AA}" destId="{2EB0CF78-A845-40FF-8977-6C87BF433F18}" srcOrd="0" destOrd="0" presId="urn:microsoft.com/office/officeart/2008/layout/LinedList"/>
    <dgm:cxn modelId="{E3BC4BC5-0998-4477-A9EB-088CCADA4049}" type="presParOf" srcId="{ADA740A9-3303-4F59-83CB-BD324D8857AA}" destId="{6F1742A1-9D54-4EFD-A0F2-47BAFA89C92F}" srcOrd="1" destOrd="0" presId="urn:microsoft.com/office/officeart/2008/layout/LinedList"/>
    <dgm:cxn modelId="{433219B1-BAFC-4B11-9439-F566549D80B3}" type="presParOf" srcId="{DB77B27A-E5A1-4A74-8F38-D1D6E0D55378}" destId="{F5043A7D-3FE9-4B58-9B9B-2D28B0DD4968}" srcOrd="2" destOrd="0" presId="urn:microsoft.com/office/officeart/2008/layout/LinedList"/>
    <dgm:cxn modelId="{D36FB1DB-BE73-4EC2-A82D-3E874EB21968}" type="presParOf" srcId="{DB77B27A-E5A1-4A74-8F38-D1D6E0D55378}" destId="{92CB9AFE-77BD-4B2A-B092-43928D7D101C}" srcOrd="3" destOrd="0" presId="urn:microsoft.com/office/officeart/2008/layout/LinedList"/>
    <dgm:cxn modelId="{E6D15ED4-70B2-48DF-844B-D387F8F2119F}" type="presParOf" srcId="{92CB9AFE-77BD-4B2A-B092-43928D7D101C}" destId="{3183FEBB-9315-43C5-A135-D0A61C2982B9}" srcOrd="0" destOrd="0" presId="urn:microsoft.com/office/officeart/2008/layout/LinedList"/>
    <dgm:cxn modelId="{841339D5-F5B4-465B-BA21-99044C849714}" type="presParOf" srcId="{92CB9AFE-77BD-4B2A-B092-43928D7D101C}" destId="{00D491A5-E25E-481F-BBFB-118AD80EB7A0}" srcOrd="1" destOrd="0" presId="urn:microsoft.com/office/officeart/2008/layout/LinedList"/>
    <dgm:cxn modelId="{A092EAA5-24ED-4DB0-A118-230743DE70C4}" type="presParOf" srcId="{DB77B27A-E5A1-4A74-8F38-D1D6E0D55378}" destId="{4B873C04-CF23-4F96-82B6-26167687B3C6}" srcOrd="4" destOrd="0" presId="urn:microsoft.com/office/officeart/2008/layout/LinedList"/>
    <dgm:cxn modelId="{45529B12-EF56-469C-B56A-3100609F62DC}" type="presParOf" srcId="{DB77B27A-E5A1-4A74-8F38-D1D6E0D55378}" destId="{79660842-89D8-4ECC-8C87-146C600CF343}" srcOrd="5" destOrd="0" presId="urn:microsoft.com/office/officeart/2008/layout/LinedList"/>
    <dgm:cxn modelId="{54AB3E7D-6BBB-4C7F-9889-3A1493B1DD89}" type="presParOf" srcId="{79660842-89D8-4ECC-8C87-146C600CF343}" destId="{AAA69F18-9912-48EE-BF29-90AC0485E4EB}" srcOrd="0" destOrd="0" presId="urn:microsoft.com/office/officeart/2008/layout/LinedList"/>
    <dgm:cxn modelId="{5AF781AC-BF07-4DFE-8E6A-120603E2D2DA}" type="presParOf" srcId="{79660842-89D8-4ECC-8C87-146C600CF343}" destId="{51A8CC7E-7067-4544-957D-3A5140E421F7}" srcOrd="1" destOrd="0" presId="urn:microsoft.com/office/officeart/2008/layout/LinedList"/>
    <dgm:cxn modelId="{05AF9F55-E725-48B8-8334-9BC31B4286BC}" type="presParOf" srcId="{DB77B27A-E5A1-4A74-8F38-D1D6E0D55378}" destId="{A821F74F-BB76-4FE9-B7BD-2F8523EB1BBE}" srcOrd="6" destOrd="0" presId="urn:microsoft.com/office/officeart/2008/layout/LinedList"/>
    <dgm:cxn modelId="{DE221A59-C551-43CC-8B82-2CFF68D3B79D}" type="presParOf" srcId="{DB77B27A-E5A1-4A74-8F38-D1D6E0D55378}" destId="{F27CED0F-F984-42D7-82FA-6A02604F45A3}" srcOrd="7" destOrd="0" presId="urn:microsoft.com/office/officeart/2008/layout/LinedList"/>
    <dgm:cxn modelId="{68756672-2A70-4D72-B63A-7404C1F64416}" type="presParOf" srcId="{F27CED0F-F984-42D7-82FA-6A02604F45A3}" destId="{18F50D1C-D297-42C1-9625-4FD65EDC2E21}" srcOrd="0" destOrd="0" presId="urn:microsoft.com/office/officeart/2008/layout/LinedList"/>
    <dgm:cxn modelId="{63BF3449-1348-412D-9163-5455D1006554}" type="presParOf" srcId="{F27CED0F-F984-42D7-82FA-6A02604F45A3}" destId="{6B7B9766-EA93-4746-8F4E-9BC165A6AB3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E5D20D1-9BA1-4C85-94B1-188DD92BC40A}" type="doc">
      <dgm:prSet loTypeId="urn:microsoft.com/office/officeart/2016/7/layout/BasicProcessNew" loCatId="process" qsTypeId="urn:microsoft.com/office/officeart/2005/8/quickstyle/simple2#2" qsCatId="simple" csTypeId="urn:microsoft.com/office/officeart/2005/8/colors/colorful5#4" csCatId="colorful" phldr="1"/>
      <dgm:spPr/>
      <dgm:t>
        <a:bodyPr/>
        <a:lstStyle/>
        <a:p>
          <a:endParaRPr lang="en-US"/>
        </a:p>
      </dgm:t>
    </dgm:pt>
    <dgm:pt modelId="{9D118D2C-E56C-442E-B71A-42198232975B}">
      <dgm:prSet custT="1"/>
      <dgm:spPr/>
      <dgm:t>
        <a:bodyPr/>
        <a:lstStyle/>
        <a:p>
          <a:r>
            <a:rPr lang="en-US" sz="2400" dirty="0"/>
            <a:t>Somewhat Discretionary</a:t>
          </a:r>
        </a:p>
      </dgm:t>
    </dgm:pt>
    <dgm:pt modelId="{7193F784-CEA7-4E13-9B80-B0C8DACF8FEE}" type="parTrans" cxnId="{68A2232B-11B0-4D6B-BBC9-F81E03066352}">
      <dgm:prSet/>
      <dgm:spPr/>
      <dgm:t>
        <a:bodyPr/>
        <a:lstStyle/>
        <a:p>
          <a:endParaRPr lang="en-US"/>
        </a:p>
      </dgm:t>
    </dgm:pt>
    <dgm:pt modelId="{143A6925-A3BB-4E74-AD09-88A63BE82A2D}" type="sibTrans" cxnId="{68A2232B-11B0-4D6B-BBC9-F81E03066352}">
      <dgm:prSet/>
      <dgm:spPr/>
      <dgm:t>
        <a:bodyPr/>
        <a:lstStyle/>
        <a:p>
          <a:endParaRPr lang="en-US"/>
        </a:p>
      </dgm:t>
    </dgm:pt>
    <dgm:pt modelId="{5DBF376F-8FE3-4E6F-8351-E9A1A3ED59B9}">
      <dgm:prSet custT="1"/>
      <dgm:spPr/>
      <dgm:t>
        <a:bodyPr/>
        <a:lstStyle/>
        <a:p>
          <a:r>
            <a:rPr lang="en-US" sz="2400" u="sng" dirty="0"/>
            <a:t>Minimum</a:t>
          </a:r>
          <a:r>
            <a:rPr lang="en-US" sz="2400" dirty="0"/>
            <a:t> acceptable security requirements for a system or process</a:t>
          </a:r>
        </a:p>
      </dgm:t>
    </dgm:pt>
    <dgm:pt modelId="{24183C3F-9A70-489A-BE43-AB651AC26EB5}" type="parTrans" cxnId="{AB160ECF-E72C-46A4-9B45-39A7A61B89FF}">
      <dgm:prSet/>
      <dgm:spPr/>
      <dgm:t>
        <a:bodyPr/>
        <a:lstStyle/>
        <a:p>
          <a:endParaRPr lang="en-US"/>
        </a:p>
      </dgm:t>
    </dgm:pt>
    <dgm:pt modelId="{E8827A2C-93D1-455A-B1BF-488AA327B4D0}" type="sibTrans" cxnId="{AB160ECF-E72C-46A4-9B45-39A7A61B89FF}">
      <dgm:prSet/>
      <dgm:spPr/>
      <dgm:t>
        <a:bodyPr/>
        <a:lstStyle/>
        <a:p>
          <a:endParaRPr lang="en-US"/>
        </a:p>
      </dgm:t>
    </dgm:pt>
    <dgm:pt modelId="{B420B904-F6BB-4FC6-BA28-8EF57796FCDD}" type="pres">
      <dgm:prSet presAssocID="{4E5D20D1-9BA1-4C85-94B1-188DD92BC40A}" presName="Name0" presStyleCnt="0">
        <dgm:presLayoutVars>
          <dgm:dir/>
          <dgm:resizeHandles val="exact"/>
        </dgm:presLayoutVars>
      </dgm:prSet>
      <dgm:spPr/>
    </dgm:pt>
    <dgm:pt modelId="{3F9DA50C-8B32-4F19-90C3-0CB351915581}" type="pres">
      <dgm:prSet presAssocID="{9D118D2C-E56C-442E-B71A-42198232975B}" presName="node" presStyleLbl="node1" presStyleIdx="0" presStyleCnt="3">
        <dgm:presLayoutVars>
          <dgm:bulletEnabled val="1"/>
        </dgm:presLayoutVars>
      </dgm:prSet>
      <dgm:spPr/>
    </dgm:pt>
    <dgm:pt modelId="{E1BF310C-F1AD-4D74-A78B-95E43EEEF697}" type="pres">
      <dgm:prSet presAssocID="{143A6925-A3BB-4E74-AD09-88A63BE82A2D}" presName="sibTransSpacerBeforeConnector" presStyleCnt="0"/>
      <dgm:spPr/>
    </dgm:pt>
    <dgm:pt modelId="{514BACAE-519C-4A89-B0A6-31F3F96A629B}" type="pres">
      <dgm:prSet presAssocID="{143A6925-A3BB-4E74-AD09-88A63BE82A2D}" presName="sibTrans" presStyleLbl="node1" presStyleIdx="1" presStyleCnt="3"/>
      <dgm:spPr/>
    </dgm:pt>
    <dgm:pt modelId="{BEAB95D5-2488-4D10-BFD2-A15D2D30701F}" type="pres">
      <dgm:prSet presAssocID="{143A6925-A3BB-4E74-AD09-88A63BE82A2D}" presName="sibTransSpacerAfterConnector" presStyleCnt="0"/>
      <dgm:spPr/>
    </dgm:pt>
    <dgm:pt modelId="{B77584D2-8D4C-400B-9147-07461354AA6F}" type="pres">
      <dgm:prSet presAssocID="{5DBF376F-8FE3-4E6F-8351-E9A1A3ED59B9}" presName="node" presStyleLbl="node1" presStyleIdx="2" presStyleCnt="3">
        <dgm:presLayoutVars>
          <dgm:bulletEnabled val="1"/>
        </dgm:presLayoutVars>
      </dgm:prSet>
      <dgm:spPr/>
    </dgm:pt>
  </dgm:ptLst>
  <dgm:cxnLst>
    <dgm:cxn modelId="{54E91F11-4FA3-464F-851D-FE346BE40DCA}" type="presOf" srcId="{5DBF376F-8FE3-4E6F-8351-E9A1A3ED59B9}" destId="{B77584D2-8D4C-400B-9147-07461354AA6F}" srcOrd="0" destOrd="0" presId="urn:microsoft.com/office/officeart/2016/7/layout/BasicProcessNew"/>
    <dgm:cxn modelId="{68A2232B-11B0-4D6B-BBC9-F81E03066352}" srcId="{4E5D20D1-9BA1-4C85-94B1-188DD92BC40A}" destId="{9D118D2C-E56C-442E-B71A-42198232975B}" srcOrd="0" destOrd="0" parTransId="{7193F784-CEA7-4E13-9B80-B0C8DACF8FEE}" sibTransId="{143A6925-A3BB-4E74-AD09-88A63BE82A2D}"/>
    <dgm:cxn modelId="{17EF687E-D8C5-4CF8-8BBE-77F5801E1368}" type="presOf" srcId="{143A6925-A3BB-4E74-AD09-88A63BE82A2D}" destId="{514BACAE-519C-4A89-B0A6-31F3F96A629B}" srcOrd="0" destOrd="0" presId="urn:microsoft.com/office/officeart/2016/7/layout/BasicProcessNew"/>
    <dgm:cxn modelId="{1735B487-54A7-4D4C-9B5B-44AA19B56985}" type="presOf" srcId="{9D118D2C-E56C-442E-B71A-42198232975B}" destId="{3F9DA50C-8B32-4F19-90C3-0CB351915581}" srcOrd="0" destOrd="0" presId="urn:microsoft.com/office/officeart/2016/7/layout/BasicProcessNew"/>
    <dgm:cxn modelId="{7877E7A9-1155-4022-B924-8287D4E29C1B}" type="presOf" srcId="{4E5D20D1-9BA1-4C85-94B1-188DD92BC40A}" destId="{B420B904-F6BB-4FC6-BA28-8EF57796FCDD}" srcOrd="0" destOrd="0" presId="urn:microsoft.com/office/officeart/2016/7/layout/BasicProcessNew"/>
    <dgm:cxn modelId="{AB160ECF-E72C-46A4-9B45-39A7A61B89FF}" srcId="{4E5D20D1-9BA1-4C85-94B1-188DD92BC40A}" destId="{5DBF376F-8FE3-4E6F-8351-E9A1A3ED59B9}" srcOrd="1" destOrd="0" parTransId="{24183C3F-9A70-489A-BE43-AB651AC26EB5}" sibTransId="{E8827A2C-93D1-455A-B1BF-488AA327B4D0}"/>
    <dgm:cxn modelId="{9822F749-4623-49DB-A71E-70BEAF21DC88}" type="presParOf" srcId="{B420B904-F6BB-4FC6-BA28-8EF57796FCDD}" destId="{3F9DA50C-8B32-4F19-90C3-0CB351915581}" srcOrd="0" destOrd="0" presId="urn:microsoft.com/office/officeart/2016/7/layout/BasicProcessNew"/>
    <dgm:cxn modelId="{4EBC5D29-F9DE-4ACE-83AE-F8D49BBDA5F1}" type="presParOf" srcId="{B420B904-F6BB-4FC6-BA28-8EF57796FCDD}" destId="{E1BF310C-F1AD-4D74-A78B-95E43EEEF697}" srcOrd="1" destOrd="0" presId="urn:microsoft.com/office/officeart/2016/7/layout/BasicProcessNew"/>
    <dgm:cxn modelId="{553B308F-FFAC-4472-AEAA-801D7A245663}" type="presParOf" srcId="{B420B904-F6BB-4FC6-BA28-8EF57796FCDD}" destId="{514BACAE-519C-4A89-B0A6-31F3F96A629B}" srcOrd="2" destOrd="0" presId="urn:microsoft.com/office/officeart/2016/7/layout/BasicProcessNew"/>
    <dgm:cxn modelId="{5534C0E3-53CA-46B5-B411-AD5DA482AB29}" type="presParOf" srcId="{B420B904-F6BB-4FC6-BA28-8EF57796FCDD}" destId="{BEAB95D5-2488-4D10-BFD2-A15D2D30701F}" srcOrd="3" destOrd="0" presId="urn:microsoft.com/office/officeart/2016/7/layout/BasicProcessNew"/>
    <dgm:cxn modelId="{EBD82501-570A-47C1-A51A-4D7FE3648BEC}" type="presParOf" srcId="{B420B904-F6BB-4FC6-BA28-8EF57796FCDD}" destId="{B77584D2-8D4C-400B-9147-07461354AA6F}" srcOrd="4" destOrd="0" presId="urn:microsoft.com/office/officeart/2016/7/layout/Basic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F664418-4D00-410D-889B-0066183F9D49}" type="doc">
      <dgm:prSet loTypeId="urn:microsoft.com/office/officeart/2008/layout/LinedList" loCatId="list" qsTypeId="urn:microsoft.com/office/officeart/2005/8/quickstyle/simple1#14" qsCatId="simple" csTypeId="urn:microsoft.com/office/officeart/2005/8/colors/accent1_2#2" csCatId="accent1" phldr="1"/>
      <dgm:spPr/>
      <dgm:t>
        <a:bodyPr/>
        <a:lstStyle/>
        <a:p>
          <a:endParaRPr lang="en-US"/>
        </a:p>
      </dgm:t>
    </dgm:pt>
    <dgm:pt modelId="{E3509832-BD50-4780-8280-5181967EB67A}">
      <dgm:prSet custT="1"/>
      <dgm:spPr/>
      <dgm:t>
        <a:bodyPr/>
        <a:lstStyle/>
        <a:p>
          <a:r>
            <a:rPr lang="en-US" sz="1800" b="1" i="0" baseline="0" dirty="0"/>
            <a:t>Guidelines</a:t>
          </a:r>
          <a:r>
            <a:rPr lang="en-US" sz="1800" b="0" i="0" baseline="0" dirty="0"/>
            <a:t> are </a:t>
          </a:r>
          <a:r>
            <a:rPr lang="en-US" sz="1800" b="1" i="0" baseline="0" dirty="0"/>
            <a:t>recommended</a:t>
          </a:r>
          <a:r>
            <a:rPr lang="en-US" sz="1800" b="0" i="0" baseline="0" dirty="0"/>
            <a:t> actions and operational guides to users, </a:t>
          </a:r>
          <a:r>
            <a:rPr lang="en-US" sz="1800" dirty="0"/>
            <a:t>IT</a:t>
          </a:r>
          <a:r>
            <a:rPr lang="en-US" sz="1800" b="0" i="0" baseline="0" dirty="0"/>
            <a:t> staff, operations staff, and others when a specific standard does not apply. </a:t>
          </a:r>
          <a:endParaRPr lang="en-US" sz="1800" dirty="0"/>
        </a:p>
      </dgm:t>
    </dgm:pt>
    <dgm:pt modelId="{1D3A8859-6BE0-4330-9916-2047829FDBEC}" type="parTrans" cxnId="{BCBCF6F2-3F18-4310-92A5-430C12C600F3}">
      <dgm:prSet/>
      <dgm:spPr/>
      <dgm:t>
        <a:bodyPr/>
        <a:lstStyle/>
        <a:p>
          <a:endParaRPr lang="en-US"/>
        </a:p>
      </dgm:t>
    </dgm:pt>
    <dgm:pt modelId="{1CEB3B27-F191-4542-B080-FC11F6A46965}" type="sibTrans" cxnId="{BCBCF6F2-3F18-4310-92A5-430C12C600F3}">
      <dgm:prSet/>
      <dgm:spPr/>
      <dgm:t>
        <a:bodyPr/>
        <a:lstStyle/>
        <a:p>
          <a:endParaRPr lang="en-US"/>
        </a:p>
      </dgm:t>
    </dgm:pt>
    <dgm:pt modelId="{54988902-CEFA-49B3-B879-3BDFCC335E0C}">
      <dgm:prSet custT="1"/>
      <dgm:spPr/>
      <dgm:t>
        <a:bodyPr/>
        <a:lstStyle/>
        <a:p>
          <a:r>
            <a:rPr lang="en-US" sz="1800" dirty="0"/>
            <a:t>T</a:t>
          </a:r>
          <a:r>
            <a:rPr lang="en-US" sz="1800" b="0" i="0" baseline="0" dirty="0"/>
            <a:t>hey can also be used as a recommended way to achieve specific standards when specific procedures do not apply. </a:t>
          </a:r>
          <a:endParaRPr lang="en-US" sz="1800" dirty="0"/>
        </a:p>
      </dgm:t>
    </dgm:pt>
    <dgm:pt modelId="{D93F01F7-BCE0-40F7-8ACA-7D510A9899AD}" type="parTrans" cxnId="{A6B55A2A-C0E0-44FD-815C-ADED63BD6E02}">
      <dgm:prSet/>
      <dgm:spPr/>
      <dgm:t>
        <a:bodyPr/>
        <a:lstStyle/>
        <a:p>
          <a:endParaRPr lang="en-US"/>
        </a:p>
      </dgm:t>
    </dgm:pt>
    <dgm:pt modelId="{8B3BB58B-C4E0-4904-B933-AA902D2AEDA2}" type="sibTrans" cxnId="{A6B55A2A-C0E0-44FD-815C-ADED63BD6E02}">
      <dgm:prSet/>
      <dgm:spPr/>
      <dgm:t>
        <a:bodyPr/>
        <a:lstStyle/>
        <a:p>
          <a:endParaRPr lang="en-US"/>
        </a:p>
      </dgm:t>
    </dgm:pt>
    <dgm:pt modelId="{48D152CE-AF86-4EAA-B1F9-4287C87BD574}" type="pres">
      <dgm:prSet presAssocID="{6F664418-4D00-410D-889B-0066183F9D49}" presName="vert0" presStyleCnt="0">
        <dgm:presLayoutVars>
          <dgm:dir/>
          <dgm:animOne val="branch"/>
          <dgm:animLvl val="lvl"/>
        </dgm:presLayoutVars>
      </dgm:prSet>
      <dgm:spPr/>
    </dgm:pt>
    <dgm:pt modelId="{A160BAC3-7E76-4834-AB7B-355A5E20505F}" type="pres">
      <dgm:prSet presAssocID="{E3509832-BD50-4780-8280-5181967EB67A}" presName="thickLine" presStyleLbl="alignNode1" presStyleIdx="0" presStyleCnt="2"/>
      <dgm:spPr/>
    </dgm:pt>
    <dgm:pt modelId="{55BABE47-593B-4D55-814E-61A6CB27064B}" type="pres">
      <dgm:prSet presAssocID="{E3509832-BD50-4780-8280-5181967EB67A}" presName="horz1" presStyleCnt="0"/>
      <dgm:spPr/>
    </dgm:pt>
    <dgm:pt modelId="{EC536902-3409-4ED6-9A4C-B4BA4C6CAB50}" type="pres">
      <dgm:prSet presAssocID="{E3509832-BD50-4780-8280-5181967EB67A}" presName="tx1" presStyleLbl="revTx" presStyleIdx="0" presStyleCnt="2"/>
      <dgm:spPr/>
    </dgm:pt>
    <dgm:pt modelId="{0E36DDB0-DC4F-4ED6-B102-08AB7B33B9DC}" type="pres">
      <dgm:prSet presAssocID="{E3509832-BD50-4780-8280-5181967EB67A}" presName="vert1" presStyleCnt="0"/>
      <dgm:spPr/>
    </dgm:pt>
    <dgm:pt modelId="{1BD9ACC8-58BA-4869-9A6D-B97E331B02C0}" type="pres">
      <dgm:prSet presAssocID="{54988902-CEFA-49B3-B879-3BDFCC335E0C}" presName="thickLine" presStyleLbl="alignNode1" presStyleIdx="1" presStyleCnt="2"/>
      <dgm:spPr/>
    </dgm:pt>
    <dgm:pt modelId="{BB5467BE-4455-4A84-802E-F4421178E268}" type="pres">
      <dgm:prSet presAssocID="{54988902-CEFA-49B3-B879-3BDFCC335E0C}" presName="horz1" presStyleCnt="0"/>
      <dgm:spPr/>
    </dgm:pt>
    <dgm:pt modelId="{9851EEB4-77EC-44F4-B00E-84744FEAEE06}" type="pres">
      <dgm:prSet presAssocID="{54988902-CEFA-49B3-B879-3BDFCC335E0C}" presName="tx1" presStyleLbl="revTx" presStyleIdx="1" presStyleCnt="2"/>
      <dgm:spPr/>
    </dgm:pt>
    <dgm:pt modelId="{FBBDDE6D-1B79-40E5-B622-3D001AFB88DF}" type="pres">
      <dgm:prSet presAssocID="{54988902-CEFA-49B3-B879-3BDFCC335E0C}" presName="vert1" presStyleCnt="0"/>
      <dgm:spPr/>
    </dgm:pt>
  </dgm:ptLst>
  <dgm:cxnLst>
    <dgm:cxn modelId="{A6B55A2A-C0E0-44FD-815C-ADED63BD6E02}" srcId="{6F664418-4D00-410D-889B-0066183F9D49}" destId="{54988902-CEFA-49B3-B879-3BDFCC335E0C}" srcOrd="1" destOrd="0" parTransId="{D93F01F7-BCE0-40F7-8ACA-7D510A9899AD}" sibTransId="{8B3BB58B-C4E0-4904-B933-AA902D2AEDA2}"/>
    <dgm:cxn modelId="{CFB77379-A62D-4140-B38A-7283FCEB3F57}" type="presOf" srcId="{E3509832-BD50-4780-8280-5181967EB67A}" destId="{EC536902-3409-4ED6-9A4C-B4BA4C6CAB50}" srcOrd="0" destOrd="0" presId="urn:microsoft.com/office/officeart/2008/layout/LinedList"/>
    <dgm:cxn modelId="{D97D9BAB-B5A0-4B52-8AFE-1FFFE44AB2B0}" type="presOf" srcId="{6F664418-4D00-410D-889B-0066183F9D49}" destId="{48D152CE-AF86-4EAA-B1F9-4287C87BD574}" srcOrd="0" destOrd="0" presId="urn:microsoft.com/office/officeart/2008/layout/LinedList"/>
    <dgm:cxn modelId="{A8B61EB1-02ED-4623-A7F6-1E2AEE910A9B}" type="presOf" srcId="{54988902-CEFA-49B3-B879-3BDFCC335E0C}" destId="{9851EEB4-77EC-44F4-B00E-84744FEAEE06}" srcOrd="0" destOrd="0" presId="urn:microsoft.com/office/officeart/2008/layout/LinedList"/>
    <dgm:cxn modelId="{BCBCF6F2-3F18-4310-92A5-430C12C600F3}" srcId="{6F664418-4D00-410D-889B-0066183F9D49}" destId="{E3509832-BD50-4780-8280-5181967EB67A}" srcOrd="0" destOrd="0" parTransId="{1D3A8859-6BE0-4330-9916-2047829FDBEC}" sibTransId="{1CEB3B27-F191-4542-B080-FC11F6A46965}"/>
    <dgm:cxn modelId="{32D86174-AC7A-4340-B34C-75A6C9A19FAB}" type="presParOf" srcId="{48D152CE-AF86-4EAA-B1F9-4287C87BD574}" destId="{A160BAC3-7E76-4834-AB7B-355A5E20505F}" srcOrd="0" destOrd="0" presId="urn:microsoft.com/office/officeart/2008/layout/LinedList"/>
    <dgm:cxn modelId="{9E20AE49-D4D9-413C-83B9-1E38401C7A64}" type="presParOf" srcId="{48D152CE-AF86-4EAA-B1F9-4287C87BD574}" destId="{55BABE47-593B-4D55-814E-61A6CB27064B}" srcOrd="1" destOrd="0" presId="urn:microsoft.com/office/officeart/2008/layout/LinedList"/>
    <dgm:cxn modelId="{958DCB35-F4AF-4CC1-95A8-160EDAB4E453}" type="presParOf" srcId="{55BABE47-593B-4D55-814E-61A6CB27064B}" destId="{EC536902-3409-4ED6-9A4C-B4BA4C6CAB50}" srcOrd="0" destOrd="0" presId="urn:microsoft.com/office/officeart/2008/layout/LinedList"/>
    <dgm:cxn modelId="{70DB3DCF-4E9E-4F39-8E55-EA1D19DE92FD}" type="presParOf" srcId="{55BABE47-593B-4D55-814E-61A6CB27064B}" destId="{0E36DDB0-DC4F-4ED6-B102-08AB7B33B9DC}" srcOrd="1" destOrd="0" presId="urn:microsoft.com/office/officeart/2008/layout/LinedList"/>
    <dgm:cxn modelId="{9043700F-E7E2-4AB1-A70E-1A492FE42580}" type="presParOf" srcId="{48D152CE-AF86-4EAA-B1F9-4287C87BD574}" destId="{1BD9ACC8-58BA-4869-9A6D-B97E331B02C0}" srcOrd="2" destOrd="0" presId="urn:microsoft.com/office/officeart/2008/layout/LinedList"/>
    <dgm:cxn modelId="{5AB8A55E-4561-46F6-B83E-2627528F12A1}" type="presParOf" srcId="{48D152CE-AF86-4EAA-B1F9-4287C87BD574}" destId="{BB5467BE-4455-4A84-802E-F4421178E268}" srcOrd="3" destOrd="0" presId="urn:microsoft.com/office/officeart/2008/layout/LinedList"/>
    <dgm:cxn modelId="{00B23266-21C3-4B18-8CDE-74C3126687AB}" type="presParOf" srcId="{BB5467BE-4455-4A84-802E-F4421178E268}" destId="{9851EEB4-77EC-44F4-B00E-84744FEAEE06}" srcOrd="0" destOrd="0" presId="urn:microsoft.com/office/officeart/2008/layout/LinedList"/>
    <dgm:cxn modelId="{BF63A804-1E13-4CBE-8B9E-1CBC4304529E}" type="presParOf" srcId="{BB5467BE-4455-4A84-802E-F4421178E268}" destId="{FBBDDE6D-1B79-40E5-B622-3D001AFB88D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8C14DB3-D0DF-449C-9690-CCA5B3A7C1C2}" type="doc">
      <dgm:prSet loTypeId="urn:microsoft.com/office/officeart/2018/2/layout/IconLabelList" loCatId="icon" qsTypeId="urn:microsoft.com/office/officeart/2005/8/quickstyle/simple1#4" qsCatId="simple" csTypeId="urn:microsoft.com/office/officeart/2018/5/colors/Iconchunking_neutralbg_accent1_2" csCatId="accent1" phldr="1"/>
      <dgm:spPr/>
      <dgm:t>
        <a:bodyPr/>
        <a:lstStyle/>
        <a:p>
          <a:endParaRPr lang="en-US"/>
        </a:p>
      </dgm:t>
    </dgm:pt>
    <dgm:pt modelId="{6D184F33-EAA6-442C-8DB4-138DC3601192}">
      <dgm:prSet/>
      <dgm:spPr/>
      <dgm:t>
        <a:bodyPr/>
        <a:lstStyle/>
        <a:p>
          <a:pPr>
            <a:lnSpc>
              <a:spcPct val="100000"/>
            </a:lnSpc>
          </a:pPr>
          <a:r>
            <a:rPr lang="en-US" dirty="0"/>
            <a:t>What</a:t>
          </a:r>
          <a:r>
            <a:rPr lang="en-US" b="1" dirty="0"/>
            <a:t> </a:t>
          </a:r>
          <a:r>
            <a:rPr lang="en-US" dirty="0"/>
            <a:t>will it actually cost us in $ ? </a:t>
          </a:r>
          <a:br>
            <a:rPr lang="en-US" dirty="0"/>
          </a:br>
          <a:endParaRPr lang="en-US" dirty="0"/>
        </a:p>
      </dgm:t>
    </dgm:pt>
    <dgm:pt modelId="{FF873A9C-C51A-42AE-8B5E-FA5F3DEE2E73}" type="parTrans" cxnId="{AB0CE034-2C1C-490C-8A7D-B752061E00F0}">
      <dgm:prSet/>
      <dgm:spPr/>
      <dgm:t>
        <a:bodyPr/>
        <a:lstStyle/>
        <a:p>
          <a:endParaRPr lang="en-US"/>
        </a:p>
      </dgm:t>
    </dgm:pt>
    <dgm:pt modelId="{144E7311-719A-470E-B224-59C1DE637607}" type="sibTrans" cxnId="{AB0CE034-2C1C-490C-8A7D-B752061E00F0}">
      <dgm:prSet/>
      <dgm:spPr/>
      <dgm:t>
        <a:bodyPr/>
        <a:lstStyle/>
        <a:p>
          <a:endParaRPr lang="en-US"/>
        </a:p>
      </dgm:t>
    </dgm:pt>
    <dgm:pt modelId="{F8008E5B-CB48-4EEB-AD76-6050BBF3464D}">
      <dgm:prSet/>
      <dgm:spPr/>
      <dgm:t>
        <a:bodyPr/>
        <a:lstStyle/>
        <a:p>
          <a:pPr>
            <a:lnSpc>
              <a:spcPct val="100000"/>
            </a:lnSpc>
          </a:pPr>
          <a:r>
            <a:rPr lang="en-US" dirty="0"/>
            <a:t>Numbers-based analysis, math is involved.</a:t>
          </a:r>
        </a:p>
      </dgm:t>
    </dgm:pt>
    <dgm:pt modelId="{1AEB8461-0C90-4A97-B7B8-FA976B9A7BA5}" type="parTrans" cxnId="{1BC6722C-1C1E-40C9-9046-A3778E9937D2}">
      <dgm:prSet/>
      <dgm:spPr/>
      <dgm:t>
        <a:bodyPr/>
        <a:lstStyle/>
        <a:p>
          <a:endParaRPr lang="en-US"/>
        </a:p>
      </dgm:t>
    </dgm:pt>
    <dgm:pt modelId="{E39DB0C8-AD41-4701-A7F2-D5E278072AE1}" type="sibTrans" cxnId="{1BC6722C-1C1E-40C9-9046-A3778E9937D2}">
      <dgm:prSet/>
      <dgm:spPr/>
      <dgm:t>
        <a:bodyPr/>
        <a:lstStyle/>
        <a:p>
          <a:endParaRPr lang="en-US"/>
        </a:p>
      </dgm:t>
    </dgm:pt>
    <dgm:pt modelId="{B35A1A24-0901-4F53-9287-1F7F41151CC1}" type="pres">
      <dgm:prSet presAssocID="{58C14DB3-D0DF-449C-9690-CCA5B3A7C1C2}" presName="root" presStyleCnt="0">
        <dgm:presLayoutVars>
          <dgm:dir/>
          <dgm:resizeHandles val="exact"/>
        </dgm:presLayoutVars>
      </dgm:prSet>
      <dgm:spPr/>
    </dgm:pt>
    <dgm:pt modelId="{486E22C5-F17F-4881-81C9-AD4EED988372}" type="pres">
      <dgm:prSet presAssocID="{6D184F33-EAA6-442C-8DB4-138DC3601192}" presName="compNode" presStyleCnt="0"/>
      <dgm:spPr/>
    </dgm:pt>
    <dgm:pt modelId="{BBFAE8E7-1BEE-4BC6-85B1-3B2B0E6A3067}" type="pres">
      <dgm:prSet presAssocID="{6D184F33-EAA6-442C-8DB4-138DC360119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oney"/>
        </a:ext>
      </dgm:extLst>
    </dgm:pt>
    <dgm:pt modelId="{082CF64E-AB0E-48E7-A931-32D41D473ACE}" type="pres">
      <dgm:prSet presAssocID="{6D184F33-EAA6-442C-8DB4-138DC3601192}" presName="spaceRect" presStyleCnt="0"/>
      <dgm:spPr/>
    </dgm:pt>
    <dgm:pt modelId="{7672BAA9-14E9-4110-BFC5-9D2ED963D1DB}" type="pres">
      <dgm:prSet presAssocID="{6D184F33-EAA6-442C-8DB4-138DC3601192}" presName="textRect" presStyleLbl="revTx" presStyleIdx="0" presStyleCnt="2">
        <dgm:presLayoutVars>
          <dgm:chMax val="1"/>
          <dgm:chPref val="1"/>
        </dgm:presLayoutVars>
      </dgm:prSet>
      <dgm:spPr/>
    </dgm:pt>
    <dgm:pt modelId="{D339B7C0-42A1-41A2-9184-B65B8017E770}" type="pres">
      <dgm:prSet presAssocID="{144E7311-719A-470E-B224-59C1DE637607}" presName="sibTrans" presStyleCnt="0"/>
      <dgm:spPr/>
    </dgm:pt>
    <dgm:pt modelId="{A28543CF-B19F-46CD-BA6F-6E4B9FEE36E6}" type="pres">
      <dgm:prSet presAssocID="{F8008E5B-CB48-4EEB-AD76-6050BBF3464D}" presName="compNode" presStyleCnt="0"/>
      <dgm:spPr/>
    </dgm:pt>
    <dgm:pt modelId="{3EA1A101-1E3E-46CF-A292-A4E92EB83E59}" type="pres">
      <dgm:prSet presAssocID="{F8008E5B-CB48-4EEB-AD76-6050BBF3464D}"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DAA2263E-CA5B-435F-BDC4-B29B0ACDC507}" type="pres">
      <dgm:prSet presAssocID="{F8008E5B-CB48-4EEB-AD76-6050BBF3464D}" presName="spaceRect" presStyleCnt="0"/>
      <dgm:spPr/>
    </dgm:pt>
    <dgm:pt modelId="{BE888C9B-C5E6-404E-A091-D89EACE83293}" type="pres">
      <dgm:prSet presAssocID="{F8008E5B-CB48-4EEB-AD76-6050BBF3464D}" presName="textRect" presStyleLbl="revTx" presStyleIdx="1" presStyleCnt="2">
        <dgm:presLayoutVars>
          <dgm:chMax val="1"/>
          <dgm:chPref val="1"/>
        </dgm:presLayoutVars>
      </dgm:prSet>
      <dgm:spPr/>
    </dgm:pt>
  </dgm:ptLst>
  <dgm:cxnLst>
    <dgm:cxn modelId="{F5A50B23-FD38-4E1E-B698-AA55FD911114}" type="presOf" srcId="{F8008E5B-CB48-4EEB-AD76-6050BBF3464D}" destId="{BE888C9B-C5E6-404E-A091-D89EACE83293}" srcOrd="0" destOrd="0" presId="urn:microsoft.com/office/officeart/2018/2/layout/IconLabelList"/>
    <dgm:cxn modelId="{C2366E2C-2C9E-44D3-9F96-5D681091E4C3}" type="presOf" srcId="{6D184F33-EAA6-442C-8DB4-138DC3601192}" destId="{7672BAA9-14E9-4110-BFC5-9D2ED963D1DB}" srcOrd="0" destOrd="0" presId="urn:microsoft.com/office/officeart/2018/2/layout/IconLabelList"/>
    <dgm:cxn modelId="{1BC6722C-1C1E-40C9-9046-A3778E9937D2}" srcId="{58C14DB3-D0DF-449C-9690-CCA5B3A7C1C2}" destId="{F8008E5B-CB48-4EEB-AD76-6050BBF3464D}" srcOrd="1" destOrd="0" parTransId="{1AEB8461-0C90-4A97-B7B8-FA976B9A7BA5}" sibTransId="{E39DB0C8-AD41-4701-A7F2-D5E278072AE1}"/>
    <dgm:cxn modelId="{AB0CE034-2C1C-490C-8A7D-B752061E00F0}" srcId="{58C14DB3-D0DF-449C-9690-CCA5B3A7C1C2}" destId="{6D184F33-EAA6-442C-8DB4-138DC3601192}" srcOrd="0" destOrd="0" parTransId="{FF873A9C-C51A-42AE-8B5E-FA5F3DEE2E73}" sibTransId="{144E7311-719A-470E-B224-59C1DE637607}"/>
    <dgm:cxn modelId="{CBD79BA4-93D5-4287-BBFD-CDBA5783BFFB}" type="presOf" srcId="{58C14DB3-D0DF-449C-9690-CCA5B3A7C1C2}" destId="{B35A1A24-0901-4F53-9287-1F7F41151CC1}" srcOrd="0" destOrd="0" presId="urn:microsoft.com/office/officeart/2018/2/layout/IconLabelList"/>
    <dgm:cxn modelId="{5581B43C-1544-4891-B2FE-C723FA94853E}" type="presParOf" srcId="{B35A1A24-0901-4F53-9287-1F7F41151CC1}" destId="{486E22C5-F17F-4881-81C9-AD4EED988372}" srcOrd="0" destOrd="0" presId="urn:microsoft.com/office/officeart/2018/2/layout/IconLabelList"/>
    <dgm:cxn modelId="{1ADFDF3B-6EED-4B7A-ABC1-82BF46861D80}" type="presParOf" srcId="{486E22C5-F17F-4881-81C9-AD4EED988372}" destId="{BBFAE8E7-1BEE-4BC6-85B1-3B2B0E6A3067}" srcOrd="0" destOrd="0" presId="urn:microsoft.com/office/officeart/2018/2/layout/IconLabelList"/>
    <dgm:cxn modelId="{387D0E23-5AF8-4A18-9612-A80F5963F104}" type="presParOf" srcId="{486E22C5-F17F-4881-81C9-AD4EED988372}" destId="{082CF64E-AB0E-48E7-A931-32D41D473ACE}" srcOrd="1" destOrd="0" presId="urn:microsoft.com/office/officeart/2018/2/layout/IconLabelList"/>
    <dgm:cxn modelId="{3F7AFC9E-F40A-41DC-BE6B-6747318AAE90}" type="presParOf" srcId="{486E22C5-F17F-4881-81C9-AD4EED988372}" destId="{7672BAA9-14E9-4110-BFC5-9D2ED963D1DB}" srcOrd="2" destOrd="0" presId="urn:microsoft.com/office/officeart/2018/2/layout/IconLabelList"/>
    <dgm:cxn modelId="{F4C83BD1-718D-471E-9179-558C0E84660A}" type="presParOf" srcId="{B35A1A24-0901-4F53-9287-1F7F41151CC1}" destId="{D339B7C0-42A1-41A2-9184-B65B8017E770}" srcOrd="1" destOrd="0" presId="urn:microsoft.com/office/officeart/2018/2/layout/IconLabelList"/>
    <dgm:cxn modelId="{1261A3B3-7C4E-4A56-95E2-C63AB9CE1A2B}" type="presParOf" srcId="{B35A1A24-0901-4F53-9287-1F7F41151CC1}" destId="{A28543CF-B19F-46CD-BA6F-6E4B9FEE36E6}" srcOrd="2" destOrd="0" presId="urn:microsoft.com/office/officeart/2018/2/layout/IconLabelList"/>
    <dgm:cxn modelId="{D27AD5CB-4E44-42C5-B6ED-61AB1626724B}" type="presParOf" srcId="{A28543CF-B19F-46CD-BA6F-6E4B9FEE36E6}" destId="{3EA1A101-1E3E-46CF-A292-A4E92EB83E59}" srcOrd="0" destOrd="0" presId="urn:microsoft.com/office/officeart/2018/2/layout/IconLabelList"/>
    <dgm:cxn modelId="{67C57E63-49F3-41AA-87DA-BBC4046C9F54}" type="presParOf" srcId="{A28543CF-B19F-46CD-BA6F-6E4B9FEE36E6}" destId="{DAA2263E-CA5B-435F-BDC4-B29B0ACDC507}" srcOrd="1" destOrd="0" presId="urn:microsoft.com/office/officeart/2018/2/layout/IconLabelList"/>
    <dgm:cxn modelId="{1DEC2274-A4E8-4D4B-BFAC-ECEAEFADB690}" type="presParOf" srcId="{A28543CF-B19F-46CD-BA6F-6E4B9FEE36E6}" destId="{BE888C9B-C5E6-404E-A091-D89EACE8329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147A5C2-C6E7-4E66-941E-67A68CC028F4}" type="doc">
      <dgm:prSet loTypeId="urn:microsoft.com/office/officeart/2005/8/layout/vProcess5" loCatId="process" qsTypeId="urn:microsoft.com/office/officeart/2005/8/quickstyle/simple1#7" qsCatId="simple" csTypeId="urn:microsoft.com/office/officeart/2005/8/colors/colorful1#2" csCatId="colorful"/>
      <dgm:spPr/>
      <dgm:t>
        <a:bodyPr/>
        <a:lstStyle/>
        <a:p>
          <a:endParaRPr lang="en-US"/>
        </a:p>
      </dgm:t>
    </dgm:pt>
    <dgm:pt modelId="{8F597A35-C7C2-40A9-9BDF-B483FF58EB2E}">
      <dgm:prSet/>
      <dgm:spPr/>
      <dgm:t>
        <a:bodyPr/>
        <a:lstStyle/>
        <a:p>
          <a:r>
            <a:rPr lang="en-US"/>
            <a:t>Once in 10 years has an ARO of 0.1 </a:t>
          </a:r>
        </a:p>
      </dgm:t>
    </dgm:pt>
    <dgm:pt modelId="{02F4082E-72F4-44EC-9AB0-56018CCF58A1}" type="parTrans" cxnId="{DAC1170F-BE7E-4271-A9FD-9128DB9B3E8C}">
      <dgm:prSet/>
      <dgm:spPr/>
      <dgm:t>
        <a:bodyPr/>
        <a:lstStyle/>
        <a:p>
          <a:endParaRPr lang="en-US"/>
        </a:p>
      </dgm:t>
    </dgm:pt>
    <dgm:pt modelId="{04174C2A-F99C-44F0-9365-DA9070EF4A5A}" type="sibTrans" cxnId="{DAC1170F-BE7E-4271-A9FD-9128DB9B3E8C}">
      <dgm:prSet/>
      <dgm:spPr/>
      <dgm:t>
        <a:bodyPr/>
        <a:lstStyle/>
        <a:p>
          <a:endParaRPr lang="en-US"/>
        </a:p>
      </dgm:t>
    </dgm:pt>
    <dgm:pt modelId="{9A1E3C79-3062-473E-B2F0-FD3894863D38}">
      <dgm:prSet/>
      <dgm:spPr/>
      <dgm:t>
        <a:bodyPr/>
        <a:lstStyle/>
        <a:p>
          <a:r>
            <a:rPr lang="en-US"/>
            <a:t>Every 2 years would be an ARO of 0.5</a:t>
          </a:r>
        </a:p>
      </dgm:t>
    </dgm:pt>
    <dgm:pt modelId="{4EB03B5C-94B3-4872-A3C0-E2F0E7F51B8F}" type="parTrans" cxnId="{93300BE3-FA7C-4F7C-938B-9DF1FC6C9F79}">
      <dgm:prSet/>
      <dgm:spPr/>
      <dgm:t>
        <a:bodyPr/>
        <a:lstStyle/>
        <a:p>
          <a:endParaRPr lang="en-US"/>
        </a:p>
      </dgm:t>
    </dgm:pt>
    <dgm:pt modelId="{318903B2-CA95-4E64-8642-3FA83FCECB90}" type="sibTrans" cxnId="{93300BE3-FA7C-4F7C-938B-9DF1FC6C9F79}">
      <dgm:prSet/>
      <dgm:spPr/>
      <dgm:t>
        <a:bodyPr/>
        <a:lstStyle/>
        <a:p>
          <a:endParaRPr lang="en-US"/>
        </a:p>
      </dgm:t>
    </dgm:pt>
    <dgm:pt modelId="{379122E3-2BE0-4058-B444-5CAA96EBA73E}">
      <dgm:prSet/>
      <dgm:spPr/>
      <dgm:t>
        <a:bodyPr/>
        <a:lstStyle/>
        <a:p>
          <a:r>
            <a:rPr lang="en-US"/>
            <a:t>Every 4 years would be 0.25</a:t>
          </a:r>
        </a:p>
      </dgm:t>
    </dgm:pt>
    <dgm:pt modelId="{CFCD5F2C-CB0C-431C-A9FB-3E6A632CB0BC}" type="parTrans" cxnId="{E4BD69CA-8A9D-41BA-B0A0-0F60520C4904}">
      <dgm:prSet/>
      <dgm:spPr/>
      <dgm:t>
        <a:bodyPr/>
        <a:lstStyle/>
        <a:p>
          <a:endParaRPr lang="en-US"/>
        </a:p>
      </dgm:t>
    </dgm:pt>
    <dgm:pt modelId="{65F406A1-3E94-449C-9CAB-A09A5923282B}" type="sibTrans" cxnId="{E4BD69CA-8A9D-41BA-B0A0-0F60520C4904}">
      <dgm:prSet/>
      <dgm:spPr/>
      <dgm:t>
        <a:bodyPr/>
        <a:lstStyle/>
        <a:p>
          <a:endParaRPr lang="en-US"/>
        </a:p>
      </dgm:t>
    </dgm:pt>
    <dgm:pt modelId="{FDD2DAB3-FBB4-4FC0-9FD3-BD36DE45D8FA}">
      <dgm:prSet/>
      <dgm:spPr/>
      <dgm:t>
        <a:bodyPr/>
        <a:lstStyle/>
        <a:p>
          <a:r>
            <a:rPr lang="en-US"/>
            <a:t>Every 5 years would be 0.2</a:t>
          </a:r>
        </a:p>
      </dgm:t>
    </dgm:pt>
    <dgm:pt modelId="{B49CA9A2-5696-4581-8F1A-02512985B92F}" type="parTrans" cxnId="{337CE0BE-918B-45C1-9B6B-05B5B99CC8F5}">
      <dgm:prSet/>
      <dgm:spPr/>
      <dgm:t>
        <a:bodyPr/>
        <a:lstStyle/>
        <a:p>
          <a:endParaRPr lang="en-US"/>
        </a:p>
      </dgm:t>
    </dgm:pt>
    <dgm:pt modelId="{37BEDFCD-0733-4AAD-81A9-2BB9D2EB7C2C}" type="sibTrans" cxnId="{337CE0BE-918B-45C1-9B6B-05B5B99CC8F5}">
      <dgm:prSet/>
      <dgm:spPr/>
      <dgm:t>
        <a:bodyPr/>
        <a:lstStyle/>
        <a:p>
          <a:endParaRPr lang="en-US"/>
        </a:p>
      </dgm:t>
    </dgm:pt>
    <dgm:pt modelId="{03C5C080-1C57-4FA8-9929-4D771169E09E}" type="pres">
      <dgm:prSet presAssocID="{F147A5C2-C6E7-4E66-941E-67A68CC028F4}" presName="outerComposite" presStyleCnt="0">
        <dgm:presLayoutVars>
          <dgm:chMax val="5"/>
          <dgm:dir/>
          <dgm:resizeHandles val="exact"/>
        </dgm:presLayoutVars>
      </dgm:prSet>
      <dgm:spPr/>
    </dgm:pt>
    <dgm:pt modelId="{689D3B38-4D60-46D0-BAE2-BC38D965574B}" type="pres">
      <dgm:prSet presAssocID="{F147A5C2-C6E7-4E66-941E-67A68CC028F4}" presName="dummyMaxCanvas" presStyleCnt="0">
        <dgm:presLayoutVars/>
      </dgm:prSet>
      <dgm:spPr/>
    </dgm:pt>
    <dgm:pt modelId="{4ED993E0-9D7C-4084-98FB-7988D4990C01}" type="pres">
      <dgm:prSet presAssocID="{F147A5C2-C6E7-4E66-941E-67A68CC028F4}" presName="FourNodes_1" presStyleLbl="node1" presStyleIdx="0" presStyleCnt="4">
        <dgm:presLayoutVars>
          <dgm:bulletEnabled val="1"/>
        </dgm:presLayoutVars>
      </dgm:prSet>
      <dgm:spPr/>
    </dgm:pt>
    <dgm:pt modelId="{A8A8EA4F-115E-48D1-AAC5-D374A10F9705}" type="pres">
      <dgm:prSet presAssocID="{F147A5C2-C6E7-4E66-941E-67A68CC028F4}" presName="FourNodes_2" presStyleLbl="node1" presStyleIdx="1" presStyleCnt="4">
        <dgm:presLayoutVars>
          <dgm:bulletEnabled val="1"/>
        </dgm:presLayoutVars>
      </dgm:prSet>
      <dgm:spPr/>
    </dgm:pt>
    <dgm:pt modelId="{CA9CEFAA-DCA6-4A46-94C9-CE864AA7A33E}" type="pres">
      <dgm:prSet presAssocID="{F147A5C2-C6E7-4E66-941E-67A68CC028F4}" presName="FourNodes_3" presStyleLbl="node1" presStyleIdx="2" presStyleCnt="4">
        <dgm:presLayoutVars>
          <dgm:bulletEnabled val="1"/>
        </dgm:presLayoutVars>
      </dgm:prSet>
      <dgm:spPr/>
    </dgm:pt>
    <dgm:pt modelId="{C41F7D20-9243-48A2-8CE7-E7D9ABCB4E75}" type="pres">
      <dgm:prSet presAssocID="{F147A5C2-C6E7-4E66-941E-67A68CC028F4}" presName="FourNodes_4" presStyleLbl="node1" presStyleIdx="3" presStyleCnt="4">
        <dgm:presLayoutVars>
          <dgm:bulletEnabled val="1"/>
        </dgm:presLayoutVars>
      </dgm:prSet>
      <dgm:spPr/>
    </dgm:pt>
    <dgm:pt modelId="{20AA2F34-AB9B-476B-A782-D0D596441E24}" type="pres">
      <dgm:prSet presAssocID="{F147A5C2-C6E7-4E66-941E-67A68CC028F4}" presName="FourConn_1-2" presStyleLbl="fgAccFollowNode1" presStyleIdx="0" presStyleCnt="3">
        <dgm:presLayoutVars>
          <dgm:bulletEnabled val="1"/>
        </dgm:presLayoutVars>
      </dgm:prSet>
      <dgm:spPr/>
    </dgm:pt>
    <dgm:pt modelId="{FEC72FAB-B16E-4F8C-8D55-C32F455E1770}" type="pres">
      <dgm:prSet presAssocID="{F147A5C2-C6E7-4E66-941E-67A68CC028F4}" presName="FourConn_2-3" presStyleLbl="fgAccFollowNode1" presStyleIdx="1" presStyleCnt="3">
        <dgm:presLayoutVars>
          <dgm:bulletEnabled val="1"/>
        </dgm:presLayoutVars>
      </dgm:prSet>
      <dgm:spPr/>
    </dgm:pt>
    <dgm:pt modelId="{39669BD8-2E81-4D09-A221-5F45C5F6CEAE}" type="pres">
      <dgm:prSet presAssocID="{F147A5C2-C6E7-4E66-941E-67A68CC028F4}" presName="FourConn_3-4" presStyleLbl="fgAccFollowNode1" presStyleIdx="2" presStyleCnt="3">
        <dgm:presLayoutVars>
          <dgm:bulletEnabled val="1"/>
        </dgm:presLayoutVars>
      </dgm:prSet>
      <dgm:spPr/>
    </dgm:pt>
    <dgm:pt modelId="{B52C5EC1-7C83-4E5D-AB16-770757B3235F}" type="pres">
      <dgm:prSet presAssocID="{F147A5C2-C6E7-4E66-941E-67A68CC028F4}" presName="FourNodes_1_text" presStyleLbl="node1" presStyleIdx="3" presStyleCnt="4">
        <dgm:presLayoutVars>
          <dgm:bulletEnabled val="1"/>
        </dgm:presLayoutVars>
      </dgm:prSet>
      <dgm:spPr/>
    </dgm:pt>
    <dgm:pt modelId="{6FA0455A-A996-4131-A545-276804EA07CB}" type="pres">
      <dgm:prSet presAssocID="{F147A5C2-C6E7-4E66-941E-67A68CC028F4}" presName="FourNodes_2_text" presStyleLbl="node1" presStyleIdx="3" presStyleCnt="4">
        <dgm:presLayoutVars>
          <dgm:bulletEnabled val="1"/>
        </dgm:presLayoutVars>
      </dgm:prSet>
      <dgm:spPr/>
    </dgm:pt>
    <dgm:pt modelId="{8A31FF6D-C0CB-43D8-9761-B7C61DC7E9C2}" type="pres">
      <dgm:prSet presAssocID="{F147A5C2-C6E7-4E66-941E-67A68CC028F4}" presName="FourNodes_3_text" presStyleLbl="node1" presStyleIdx="3" presStyleCnt="4">
        <dgm:presLayoutVars>
          <dgm:bulletEnabled val="1"/>
        </dgm:presLayoutVars>
      </dgm:prSet>
      <dgm:spPr/>
    </dgm:pt>
    <dgm:pt modelId="{251BBADE-C0A0-4D89-ADD0-F2C8E2EA73A5}" type="pres">
      <dgm:prSet presAssocID="{F147A5C2-C6E7-4E66-941E-67A68CC028F4}" presName="FourNodes_4_text" presStyleLbl="node1" presStyleIdx="3" presStyleCnt="4">
        <dgm:presLayoutVars>
          <dgm:bulletEnabled val="1"/>
        </dgm:presLayoutVars>
      </dgm:prSet>
      <dgm:spPr/>
    </dgm:pt>
  </dgm:ptLst>
  <dgm:cxnLst>
    <dgm:cxn modelId="{C38BD100-E09F-46EB-880F-97C6C8AEF616}" type="presOf" srcId="{FDD2DAB3-FBB4-4FC0-9FD3-BD36DE45D8FA}" destId="{C41F7D20-9243-48A2-8CE7-E7D9ABCB4E75}" srcOrd="0" destOrd="0" presId="urn:microsoft.com/office/officeart/2005/8/layout/vProcess5"/>
    <dgm:cxn modelId="{14857106-567C-4F24-9212-11FAE05EC562}" type="presOf" srcId="{F147A5C2-C6E7-4E66-941E-67A68CC028F4}" destId="{03C5C080-1C57-4FA8-9929-4D771169E09E}" srcOrd="0" destOrd="0" presId="urn:microsoft.com/office/officeart/2005/8/layout/vProcess5"/>
    <dgm:cxn modelId="{DAC1170F-BE7E-4271-A9FD-9128DB9B3E8C}" srcId="{F147A5C2-C6E7-4E66-941E-67A68CC028F4}" destId="{8F597A35-C7C2-40A9-9BDF-B483FF58EB2E}" srcOrd="0" destOrd="0" parTransId="{02F4082E-72F4-44EC-9AB0-56018CCF58A1}" sibTransId="{04174C2A-F99C-44F0-9365-DA9070EF4A5A}"/>
    <dgm:cxn modelId="{D188D31D-CC49-4182-AFD3-1827657CA5D2}" type="presOf" srcId="{65F406A1-3E94-449C-9CAB-A09A5923282B}" destId="{39669BD8-2E81-4D09-A221-5F45C5F6CEAE}" srcOrd="0" destOrd="0" presId="urn:microsoft.com/office/officeart/2005/8/layout/vProcess5"/>
    <dgm:cxn modelId="{6CC3B42E-D720-42CA-A4B7-156BB75198BF}" type="presOf" srcId="{FDD2DAB3-FBB4-4FC0-9FD3-BD36DE45D8FA}" destId="{251BBADE-C0A0-4D89-ADD0-F2C8E2EA73A5}" srcOrd="1" destOrd="0" presId="urn:microsoft.com/office/officeart/2005/8/layout/vProcess5"/>
    <dgm:cxn modelId="{F14BCB37-034B-43A4-9806-67EB2F0B6E82}" type="presOf" srcId="{9A1E3C79-3062-473E-B2F0-FD3894863D38}" destId="{6FA0455A-A996-4131-A545-276804EA07CB}" srcOrd="1" destOrd="0" presId="urn:microsoft.com/office/officeart/2005/8/layout/vProcess5"/>
    <dgm:cxn modelId="{3B6D2546-98DA-4E59-A05F-268AD5B432A7}" type="presOf" srcId="{318903B2-CA95-4E64-8642-3FA83FCECB90}" destId="{FEC72FAB-B16E-4F8C-8D55-C32F455E1770}" srcOrd="0" destOrd="0" presId="urn:microsoft.com/office/officeart/2005/8/layout/vProcess5"/>
    <dgm:cxn modelId="{E1B99248-5BD0-4E94-8651-9A0B115105ED}" type="presOf" srcId="{04174C2A-F99C-44F0-9365-DA9070EF4A5A}" destId="{20AA2F34-AB9B-476B-A782-D0D596441E24}" srcOrd="0" destOrd="0" presId="urn:microsoft.com/office/officeart/2005/8/layout/vProcess5"/>
    <dgm:cxn modelId="{435AEC68-5755-4FBB-9AA9-D7F55A4CF965}" type="presOf" srcId="{8F597A35-C7C2-40A9-9BDF-B483FF58EB2E}" destId="{4ED993E0-9D7C-4084-98FB-7988D4990C01}" srcOrd="0" destOrd="0" presId="urn:microsoft.com/office/officeart/2005/8/layout/vProcess5"/>
    <dgm:cxn modelId="{CEBEEF6E-BBCD-48A7-8B91-B0892427A3FF}" type="presOf" srcId="{9A1E3C79-3062-473E-B2F0-FD3894863D38}" destId="{A8A8EA4F-115E-48D1-AAC5-D374A10F9705}" srcOrd="0" destOrd="0" presId="urn:microsoft.com/office/officeart/2005/8/layout/vProcess5"/>
    <dgm:cxn modelId="{3E2D5F73-31E1-4635-91FD-4422662E9767}" type="presOf" srcId="{8F597A35-C7C2-40A9-9BDF-B483FF58EB2E}" destId="{B52C5EC1-7C83-4E5D-AB16-770757B3235F}" srcOrd="1" destOrd="0" presId="urn:microsoft.com/office/officeart/2005/8/layout/vProcess5"/>
    <dgm:cxn modelId="{422D7890-8637-4B33-9D05-0A2F0162994D}" type="presOf" srcId="{379122E3-2BE0-4058-B444-5CAA96EBA73E}" destId="{CA9CEFAA-DCA6-4A46-94C9-CE864AA7A33E}" srcOrd="0" destOrd="0" presId="urn:microsoft.com/office/officeart/2005/8/layout/vProcess5"/>
    <dgm:cxn modelId="{337CE0BE-918B-45C1-9B6B-05B5B99CC8F5}" srcId="{F147A5C2-C6E7-4E66-941E-67A68CC028F4}" destId="{FDD2DAB3-FBB4-4FC0-9FD3-BD36DE45D8FA}" srcOrd="3" destOrd="0" parTransId="{B49CA9A2-5696-4581-8F1A-02512985B92F}" sibTransId="{37BEDFCD-0733-4AAD-81A9-2BB9D2EB7C2C}"/>
    <dgm:cxn modelId="{E4BD69CA-8A9D-41BA-B0A0-0F60520C4904}" srcId="{F147A5C2-C6E7-4E66-941E-67A68CC028F4}" destId="{379122E3-2BE0-4058-B444-5CAA96EBA73E}" srcOrd="2" destOrd="0" parTransId="{CFCD5F2C-CB0C-431C-A9FB-3E6A632CB0BC}" sibTransId="{65F406A1-3E94-449C-9CAB-A09A5923282B}"/>
    <dgm:cxn modelId="{93300BE3-FA7C-4F7C-938B-9DF1FC6C9F79}" srcId="{F147A5C2-C6E7-4E66-941E-67A68CC028F4}" destId="{9A1E3C79-3062-473E-B2F0-FD3894863D38}" srcOrd="1" destOrd="0" parTransId="{4EB03B5C-94B3-4872-A3C0-E2F0E7F51B8F}" sibTransId="{318903B2-CA95-4E64-8642-3FA83FCECB90}"/>
    <dgm:cxn modelId="{8D8C29EC-6E9D-4098-A3BD-0D625E79F697}" type="presOf" srcId="{379122E3-2BE0-4058-B444-5CAA96EBA73E}" destId="{8A31FF6D-C0CB-43D8-9761-B7C61DC7E9C2}" srcOrd="1" destOrd="0" presId="urn:microsoft.com/office/officeart/2005/8/layout/vProcess5"/>
    <dgm:cxn modelId="{4FC729E6-7721-4939-A471-CE247DF330A2}" type="presParOf" srcId="{03C5C080-1C57-4FA8-9929-4D771169E09E}" destId="{689D3B38-4D60-46D0-BAE2-BC38D965574B}" srcOrd="0" destOrd="0" presId="urn:microsoft.com/office/officeart/2005/8/layout/vProcess5"/>
    <dgm:cxn modelId="{5D5C9ED5-87D5-46DB-B41C-6C24247EB9D2}" type="presParOf" srcId="{03C5C080-1C57-4FA8-9929-4D771169E09E}" destId="{4ED993E0-9D7C-4084-98FB-7988D4990C01}" srcOrd="1" destOrd="0" presId="urn:microsoft.com/office/officeart/2005/8/layout/vProcess5"/>
    <dgm:cxn modelId="{9BC002AE-C595-4CEB-AF33-BE8F4F1FAEF9}" type="presParOf" srcId="{03C5C080-1C57-4FA8-9929-4D771169E09E}" destId="{A8A8EA4F-115E-48D1-AAC5-D374A10F9705}" srcOrd="2" destOrd="0" presId="urn:microsoft.com/office/officeart/2005/8/layout/vProcess5"/>
    <dgm:cxn modelId="{098538B8-3B09-405C-BFB7-AA954191361E}" type="presParOf" srcId="{03C5C080-1C57-4FA8-9929-4D771169E09E}" destId="{CA9CEFAA-DCA6-4A46-94C9-CE864AA7A33E}" srcOrd="3" destOrd="0" presId="urn:microsoft.com/office/officeart/2005/8/layout/vProcess5"/>
    <dgm:cxn modelId="{0E95F95E-A646-4862-8926-51A6C951BC0C}" type="presParOf" srcId="{03C5C080-1C57-4FA8-9929-4D771169E09E}" destId="{C41F7D20-9243-48A2-8CE7-E7D9ABCB4E75}" srcOrd="4" destOrd="0" presId="urn:microsoft.com/office/officeart/2005/8/layout/vProcess5"/>
    <dgm:cxn modelId="{A55EF865-2CFA-4FB9-9202-85A9CE0712D3}" type="presParOf" srcId="{03C5C080-1C57-4FA8-9929-4D771169E09E}" destId="{20AA2F34-AB9B-476B-A782-D0D596441E24}" srcOrd="5" destOrd="0" presId="urn:microsoft.com/office/officeart/2005/8/layout/vProcess5"/>
    <dgm:cxn modelId="{6DB777BA-0D13-461D-A7AD-D17A7BE6FDFE}" type="presParOf" srcId="{03C5C080-1C57-4FA8-9929-4D771169E09E}" destId="{FEC72FAB-B16E-4F8C-8D55-C32F455E1770}" srcOrd="6" destOrd="0" presId="urn:microsoft.com/office/officeart/2005/8/layout/vProcess5"/>
    <dgm:cxn modelId="{552304A7-5883-44D5-9890-562018DDFC98}" type="presParOf" srcId="{03C5C080-1C57-4FA8-9929-4D771169E09E}" destId="{39669BD8-2E81-4D09-A221-5F45C5F6CEAE}" srcOrd="7" destOrd="0" presId="urn:microsoft.com/office/officeart/2005/8/layout/vProcess5"/>
    <dgm:cxn modelId="{C846BE3F-4266-4C8B-B052-EAD1E9C0C9BE}" type="presParOf" srcId="{03C5C080-1C57-4FA8-9929-4D771169E09E}" destId="{B52C5EC1-7C83-4E5D-AB16-770757B3235F}" srcOrd="8" destOrd="0" presId="urn:microsoft.com/office/officeart/2005/8/layout/vProcess5"/>
    <dgm:cxn modelId="{AAAE256F-2DB6-4C6D-BBCE-0A537C3CD076}" type="presParOf" srcId="{03C5C080-1C57-4FA8-9929-4D771169E09E}" destId="{6FA0455A-A996-4131-A545-276804EA07CB}" srcOrd="9" destOrd="0" presId="urn:microsoft.com/office/officeart/2005/8/layout/vProcess5"/>
    <dgm:cxn modelId="{0AD2C9D2-9E4C-4505-AD66-1347E41846FA}" type="presParOf" srcId="{03C5C080-1C57-4FA8-9929-4D771169E09E}" destId="{8A31FF6D-C0CB-43D8-9761-B7C61DC7E9C2}" srcOrd="10" destOrd="0" presId="urn:microsoft.com/office/officeart/2005/8/layout/vProcess5"/>
    <dgm:cxn modelId="{35E430F9-6BD9-4BB9-9B7E-6D3277A745C2}" type="presParOf" srcId="{03C5C080-1C57-4FA8-9929-4D771169E09E}" destId="{251BBADE-C0A0-4D89-ADD0-F2C8E2EA73A5}"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2F9D396-020C-4D2A-88EE-2BC9AF58A164}" type="doc">
      <dgm:prSet loTypeId="urn:microsoft.com/office/officeart/2008/layout/LinedList" loCatId="list" qsTypeId="urn:microsoft.com/office/officeart/2005/8/quickstyle/simple1#17" qsCatId="simple" csTypeId="urn:microsoft.com/office/officeart/2005/8/colors/accent0_3#4" csCatId="mainScheme"/>
      <dgm:spPr/>
      <dgm:t>
        <a:bodyPr/>
        <a:lstStyle/>
        <a:p>
          <a:endParaRPr lang="en-US"/>
        </a:p>
      </dgm:t>
    </dgm:pt>
    <dgm:pt modelId="{88839291-6978-4917-A843-62F3E541DDCF}">
      <dgm:prSet/>
      <dgm:spPr/>
      <dgm:t>
        <a:bodyPr/>
        <a:lstStyle/>
        <a:p>
          <a:r>
            <a:rPr lang="en-US" b="1"/>
            <a:t>Preventive </a:t>
          </a:r>
          <a:br>
            <a:rPr lang="en-US" b="1"/>
          </a:br>
          <a:endParaRPr lang="en-US"/>
        </a:p>
      </dgm:t>
    </dgm:pt>
    <dgm:pt modelId="{C8E02FBB-2DB4-4160-A24A-A9ABFB520FD0}" type="parTrans" cxnId="{C8FF1C11-A3F5-416A-A409-6418200F1181}">
      <dgm:prSet/>
      <dgm:spPr/>
      <dgm:t>
        <a:bodyPr/>
        <a:lstStyle/>
        <a:p>
          <a:endParaRPr lang="en-US"/>
        </a:p>
      </dgm:t>
    </dgm:pt>
    <dgm:pt modelId="{9BCBEABC-650D-4CBC-9080-5E5E6EF36640}" type="sibTrans" cxnId="{C8FF1C11-A3F5-416A-A409-6418200F1181}">
      <dgm:prSet/>
      <dgm:spPr/>
      <dgm:t>
        <a:bodyPr/>
        <a:lstStyle/>
        <a:p>
          <a:endParaRPr lang="en-US"/>
        </a:p>
      </dgm:t>
    </dgm:pt>
    <dgm:pt modelId="{B60CD789-D810-466F-83A8-A8FBBA597398}">
      <dgm:prSet/>
      <dgm:spPr/>
      <dgm:t>
        <a:bodyPr/>
        <a:lstStyle/>
        <a:p>
          <a:r>
            <a:rPr lang="en-US"/>
            <a:t>• Physical:  Lock</a:t>
          </a:r>
          <a:br>
            <a:rPr lang="en-US"/>
          </a:br>
          <a:endParaRPr lang="en-US"/>
        </a:p>
      </dgm:t>
    </dgm:pt>
    <dgm:pt modelId="{9AB924B7-1BE2-4E0B-9744-5533A1FDE637}" type="parTrans" cxnId="{65575C01-873B-40C4-8F08-3E8427E84A00}">
      <dgm:prSet/>
      <dgm:spPr/>
      <dgm:t>
        <a:bodyPr/>
        <a:lstStyle/>
        <a:p>
          <a:endParaRPr lang="en-US"/>
        </a:p>
      </dgm:t>
    </dgm:pt>
    <dgm:pt modelId="{FB3603A3-54FB-4D36-8498-B248B9ECE608}" type="sibTrans" cxnId="{65575C01-873B-40C4-8F08-3E8427E84A00}">
      <dgm:prSet/>
      <dgm:spPr/>
      <dgm:t>
        <a:bodyPr/>
        <a:lstStyle/>
        <a:p>
          <a:endParaRPr lang="en-US"/>
        </a:p>
      </dgm:t>
    </dgm:pt>
    <dgm:pt modelId="{1AE042B1-184A-4D88-B2DA-A2CCA83A1A9F}">
      <dgm:prSet/>
      <dgm:spPr/>
      <dgm:t>
        <a:bodyPr/>
        <a:lstStyle/>
        <a:p>
          <a:r>
            <a:rPr lang="en-US"/>
            <a:t>• Technical:  Firewall </a:t>
          </a:r>
          <a:br>
            <a:rPr lang="en-US"/>
          </a:br>
          <a:endParaRPr lang="en-US"/>
        </a:p>
      </dgm:t>
    </dgm:pt>
    <dgm:pt modelId="{56CF6332-A204-45DA-A990-BDDABA007F7B}" type="parTrans" cxnId="{F2B30BB6-E508-479D-917E-4ABB815BB984}">
      <dgm:prSet/>
      <dgm:spPr/>
      <dgm:t>
        <a:bodyPr/>
        <a:lstStyle/>
        <a:p>
          <a:endParaRPr lang="en-US"/>
        </a:p>
      </dgm:t>
    </dgm:pt>
    <dgm:pt modelId="{DFD426DA-40ED-47B3-86AB-E88383C60FF8}" type="sibTrans" cxnId="{F2B30BB6-E508-479D-917E-4ABB815BB984}">
      <dgm:prSet/>
      <dgm:spPr/>
      <dgm:t>
        <a:bodyPr/>
        <a:lstStyle/>
        <a:p>
          <a:endParaRPr lang="en-US"/>
        </a:p>
      </dgm:t>
    </dgm:pt>
    <dgm:pt modelId="{767DBE40-0DF2-41E7-AC16-0A76EA4BA266}">
      <dgm:prSet/>
      <dgm:spPr/>
      <dgm:t>
        <a:bodyPr/>
        <a:lstStyle/>
        <a:p>
          <a:r>
            <a:rPr lang="en-US"/>
            <a:t>• Administrative:  Pre-employment drug screening (proper hiring practices)</a:t>
          </a:r>
        </a:p>
      </dgm:t>
    </dgm:pt>
    <dgm:pt modelId="{7B11F122-579F-41F7-8DAC-C4EBEBDBB204}" type="parTrans" cxnId="{5A3BEC37-8C56-44CE-8ABA-4853767C9D50}">
      <dgm:prSet/>
      <dgm:spPr/>
      <dgm:t>
        <a:bodyPr/>
        <a:lstStyle/>
        <a:p>
          <a:endParaRPr lang="en-US"/>
        </a:p>
      </dgm:t>
    </dgm:pt>
    <dgm:pt modelId="{C947844A-0F47-4211-BF3D-7EE781E9005B}" type="sibTrans" cxnId="{5A3BEC37-8C56-44CE-8ABA-4853767C9D50}">
      <dgm:prSet/>
      <dgm:spPr/>
      <dgm:t>
        <a:bodyPr/>
        <a:lstStyle/>
        <a:p>
          <a:endParaRPr lang="en-US"/>
        </a:p>
      </dgm:t>
    </dgm:pt>
    <dgm:pt modelId="{FB8727E2-9461-47A4-AB76-6194435CBADA}" type="pres">
      <dgm:prSet presAssocID="{22F9D396-020C-4D2A-88EE-2BC9AF58A164}" presName="vert0" presStyleCnt="0">
        <dgm:presLayoutVars>
          <dgm:dir/>
          <dgm:animOne val="branch"/>
          <dgm:animLvl val="lvl"/>
        </dgm:presLayoutVars>
      </dgm:prSet>
      <dgm:spPr/>
    </dgm:pt>
    <dgm:pt modelId="{55E25BED-9E51-4D69-833C-AF42C1DA3D58}" type="pres">
      <dgm:prSet presAssocID="{88839291-6978-4917-A843-62F3E541DDCF}" presName="thickLine" presStyleLbl="alignNode1" presStyleIdx="0" presStyleCnt="4"/>
      <dgm:spPr/>
    </dgm:pt>
    <dgm:pt modelId="{D755D799-FFF2-43BB-B65B-7E60CDDE75CC}" type="pres">
      <dgm:prSet presAssocID="{88839291-6978-4917-A843-62F3E541DDCF}" presName="horz1" presStyleCnt="0"/>
      <dgm:spPr/>
    </dgm:pt>
    <dgm:pt modelId="{6542B6D8-22EF-45E0-B5B8-93B1B76E5296}" type="pres">
      <dgm:prSet presAssocID="{88839291-6978-4917-A843-62F3E541DDCF}" presName="tx1" presStyleLbl="revTx" presStyleIdx="0" presStyleCnt="4"/>
      <dgm:spPr/>
    </dgm:pt>
    <dgm:pt modelId="{26FE78A8-0600-4E59-8B73-22F6475C73D6}" type="pres">
      <dgm:prSet presAssocID="{88839291-6978-4917-A843-62F3E541DDCF}" presName="vert1" presStyleCnt="0"/>
      <dgm:spPr/>
    </dgm:pt>
    <dgm:pt modelId="{49248015-DE40-4B09-96B8-4E7B42D87C8C}" type="pres">
      <dgm:prSet presAssocID="{B60CD789-D810-466F-83A8-A8FBBA597398}" presName="thickLine" presStyleLbl="alignNode1" presStyleIdx="1" presStyleCnt="4"/>
      <dgm:spPr/>
    </dgm:pt>
    <dgm:pt modelId="{D8CCFBAA-6333-4FC9-B253-EE104DD674DD}" type="pres">
      <dgm:prSet presAssocID="{B60CD789-D810-466F-83A8-A8FBBA597398}" presName="horz1" presStyleCnt="0"/>
      <dgm:spPr/>
    </dgm:pt>
    <dgm:pt modelId="{F6E284F3-FF76-4CB0-8BA1-BE83CBE5B5FC}" type="pres">
      <dgm:prSet presAssocID="{B60CD789-D810-466F-83A8-A8FBBA597398}" presName="tx1" presStyleLbl="revTx" presStyleIdx="1" presStyleCnt="4"/>
      <dgm:spPr/>
    </dgm:pt>
    <dgm:pt modelId="{A48FEC49-9DB9-4223-982F-67E03E715617}" type="pres">
      <dgm:prSet presAssocID="{B60CD789-D810-466F-83A8-A8FBBA597398}" presName="vert1" presStyleCnt="0"/>
      <dgm:spPr/>
    </dgm:pt>
    <dgm:pt modelId="{806C91FA-C401-4D18-AFC4-29ACE7E6E2B0}" type="pres">
      <dgm:prSet presAssocID="{1AE042B1-184A-4D88-B2DA-A2CCA83A1A9F}" presName="thickLine" presStyleLbl="alignNode1" presStyleIdx="2" presStyleCnt="4"/>
      <dgm:spPr/>
    </dgm:pt>
    <dgm:pt modelId="{F9562347-BC33-422F-AD92-1D17CFFB5E5E}" type="pres">
      <dgm:prSet presAssocID="{1AE042B1-184A-4D88-B2DA-A2CCA83A1A9F}" presName="horz1" presStyleCnt="0"/>
      <dgm:spPr/>
    </dgm:pt>
    <dgm:pt modelId="{A6095A36-B34B-4D62-BEF4-F4F0BCF082D0}" type="pres">
      <dgm:prSet presAssocID="{1AE042B1-184A-4D88-B2DA-A2CCA83A1A9F}" presName="tx1" presStyleLbl="revTx" presStyleIdx="2" presStyleCnt="4"/>
      <dgm:spPr/>
    </dgm:pt>
    <dgm:pt modelId="{37CC5BDD-E2DD-4670-A87F-2F9752AC4A91}" type="pres">
      <dgm:prSet presAssocID="{1AE042B1-184A-4D88-B2DA-A2CCA83A1A9F}" presName="vert1" presStyleCnt="0"/>
      <dgm:spPr/>
    </dgm:pt>
    <dgm:pt modelId="{84F3F84D-1745-40CD-8FC9-62DF2086A26E}" type="pres">
      <dgm:prSet presAssocID="{767DBE40-0DF2-41E7-AC16-0A76EA4BA266}" presName="thickLine" presStyleLbl="alignNode1" presStyleIdx="3" presStyleCnt="4"/>
      <dgm:spPr/>
    </dgm:pt>
    <dgm:pt modelId="{9D7CF396-98E7-4094-915B-6F3D9DBE5AB3}" type="pres">
      <dgm:prSet presAssocID="{767DBE40-0DF2-41E7-AC16-0A76EA4BA266}" presName="horz1" presStyleCnt="0"/>
      <dgm:spPr/>
    </dgm:pt>
    <dgm:pt modelId="{CBA63307-1E4E-4EA6-B742-C82FE2C1C3D7}" type="pres">
      <dgm:prSet presAssocID="{767DBE40-0DF2-41E7-AC16-0A76EA4BA266}" presName="tx1" presStyleLbl="revTx" presStyleIdx="3" presStyleCnt="4"/>
      <dgm:spPr/>
    </dgm:pt>
    <dgm:pt modelId="{D176A3C8-6258-4985-83E7-54CAC35A2CEC}" type="pres">
      <dgm:prSet presAssocID="{767DBE40-0DF2-41E7-AC16-0A76EA4BA266}" presName="vert1" presStyleCnt="0"/>
      <dgm:spPr/>
    </dgm:pt>
  </dgm:ptLst>
  <dgm:cxnLst>
    <dgm:cxn modelId="{65575C01-873B-40C4-8F08-3E8427E84A00}" srcId="{22F9D396-020C-4D2A-88EE-2BC9AF58A164}" destId="{B60CD789-D810-466F-83A8-A8FBBA597398}" srcOrd="1" destOrd="0" parTransId="{9AB924B7-1BE2-4E0B-9744-5533A1FDE637}" sibTransId="{FB3603A3-54FB-4D36-8498-B248B9ECE608}"/>
    <dgm:cxn modelId="{6BBE4F02-5BC2-4FAA-9A0F-840743A5BA53}" type="presOf" srcId="{B60CD789-D810-466F-83A8-A8FBBA597398}" destId="{F6E284F3-FF76-4CB0-8BA1-BE83CBE5B5FC}" srcOrd="0" destOrd="0" presId="urn:microsoft.com/office/officeart/2008/layout/LinedList"/>
    <dgm:cxn modelId="{C8FF1C11-A3F5-416A-A409-6418200F1181}" srcId="{22F9D396-020C-4D2A-88EE-2BC9AF58A164}" destId="{88839291-6978-4917-A843-62F3E541DDCF}" srcOrd="0" destOrd="0" parTransId="{C8E02FBB-2DB4-4160-A24A-A9ABFB520FD0}" sibTransId="{9BCBEABC-650D-4CBC-9080-5E5E6EF36640}"/>
    <dgm:cxn modelId="{5A3BEC37-8C56-44CE-8ABA-4853767C9D50}" srcId="{22F9D396-020C-4D2A-88EE-2BC9AF58A164}" destId="{767DBE40-0DF2-41E7-AC16-0A76EA4BA266}" srcOrd="3" destOrd="0" parTransId="{7B11F122-579F-41F7-8DAC-C4EBEBDBB204}" sibTransId="{C947844A-0F47-4211-BF3D-7EE781E9005B}"/>
    <dgm:cxn modelId="{7495BCA2-1CF1-449B-B5D0-0AFD43114768}" type="presOf" srcId="{1AE042B1-184A-4D88-B2DA-A2CCA83A1A9F}" destId="{A6095A36-B34B-4D62-BEF4-F4F0BCF082D0}" srcOrd="0" destOrd="0" presId="urn:microsoft.com/office/officeart/2008/layout/LinedList"/>
    <dgm:cxn modelId="{F2B30BB6-E508-479D-917E-4ABB815BB984}" srcId="{22F9D396-020C-4D2A-88EE-2BC9AF58A164}" destId="{1AE042B1-184A-4D88-B2DA-A2CCA83A1A9F}" srcOrd="2" destOrd="0" parTransId="{56CF6332-A204-45DA-A990-BDDABA007F7B}" sibTransId="{DFD426DA-40ED-47B3-86AB-E88383C60FF8}"/>
    <dgm:cxn modelId="{EAAE85BB-C515-44FE-BF32-757CC8BDC541}" type="presOf" srcId="{88839291-6978-4917-A843-62F3E541DDCF}" destId="{6542B6D8-22EF-45E0-B5B8-93B1B76E5296}" srcOrd="0" destOrd="0" presId="urn:microsoft.com/office/officeart/2008/layout/LinedList"/>
    <dgm:cxn modelId="{14405EF8-9997-4D13-AF3F-D690BF1C8BBE}" type="presOf" srcId="{767DBE40-0DF2-41E7-AC16-0A76EA4BA266}" destId="{CBA63307-1E4E-4EA6-B742-C82FE2C1C3D7}" srcOrd="0" destOrd="0" presId="urn:microsoft.com/office/officeart/2008/layout/LinedList"/>
    <dgm:cxn modelId="{34E831FC-F571-4112-9D45-B20372458954}" type="presOf" srcId="{22F9D396-020C-4D2A-88EE-2BC9AF58A164}" destId="{FB8727E2-9461-47A4-AB76-6194435CBADA}" srcOrd="0" destOrd="0" presId="urn:microsoft.com/office/officeart/2008/layout/LinedList"/>
    <dgm:cxn modelId="{270AE6F5-72DD-411F-8A81-028E4A76BB41}" type="presParOf" srcId="{FB8727E2-9461-47A4-AB76-6194435CBADA}" destId="{55E25BED-9E51-4D69-833C-AF42C1DA3D58}" srcOrd="0" destOrd="0" presId="urn:microsoft.com/office/officeart/2008/layout/LinedList"/>
    <dgm:cxn modelId="{B00A37F9-17B0-4EA5-924C-BA4C8510EF88}" type="presParOf" srcId="{FB8727E2-9461-47A4-AB76-6194435CBADA}" destId="{D755D799-FFF2-43BB-B65B-7E60CDDE75CC}" srcOrd="1" destOrd="0" presId="urn:microsoft.com/office/officeart/2008/layout/LinedList"/>
    <dgm:cxn modelId="{4722D34B-D063-4766-990B-22531F9EFA0D}" type="presParOf" srcId="{D755D799-FFF2-43BB-B65B-7E60CDDE75CC}" destId="{6542B6D8-22EF-45E0-B5B8-93B1B76E5296}" srcOrd="0" destOrd="0" presId="urn:microsoft.com/office/officeart/2008/layout/LinedList"/>
    <dgm:cxn modelId="{9A1692EC-14EE-4D3E-9D7E-D82DB3752B91}" type="presParOf" srcId="{D755D799-FFF2-43BB-B65B-7E60CDDE75CC}" destId="{26FE78A8-0600-4E59-8B73-22F6475C73D6}" srcOrd="1" destOrd="0" presId="urn:microsoft.com/office/officeart/2008/layout/LinedList"/>
    <dgm:cxn modelId="{64225F31-7296-4924-85CD-4EE199D933BC}" type="presParOf" srcId="{FB8727E2-9461-47A4-AB76-6194435CBADA}" destId="{49248015-DE40-4B09-96B8-4E7B42D87C8C}" srcOrd="2" destOrd="0" presId="urn:microsoft.com/office/officeart/2008/layout/LinedList"/>
    <dgm:cxn modelId="{796B515D-0218-4274-A4E2-898E1FA7C482}" type="presParOf" srcId="{FB8727E2-9461-47A4-AB76-6194435CBADA}" destId="{D8CCFBAA-6333-4FC9-B253-EE104DD674DD}" srcOrd="3" destOrd="0" presId="urn:microsoft.com/office/officeart/2008/layout/LinedList"/>
    <dgm:cxn modelId="{532D80BF-6676-47EF-8FEF-4E77D0A765E8}" type="presParOf" srcId="{D8CCFBAA-6333-4FC9-B253-EE104DD674DD}" destId="{F6E284F3-FF76-4CB0-8BA1-BE83CBE5B5FC}" srcOrd="0" destOrd="0" presId="urn:microsoft.com/office/officeart/2008/layout/LinedList"/>
    <dgm:cxn modelId="{8AE4C974-F349-4835-AB0C-E80ECB5692E0}" type="presParOf" srcId="{D8CCFBAA-6333-4FC9-B253-EE104DD674DD}" destId="{A48FEC49-9DB9-4223-982F-67E03E715617}" srcOrd="1" destOrd="0" presId="urn:microsoft.com/office/officeart/2008/layout/LinedList"/>
    <dgm:cxn modelId="{C3CF1209-F3F1-4A02-A8E6-47D8D2C1F8D6}" type="presParOf" srcId="{FB8727E2-9461-47A4-AB76-6194435CBADA}" destId="{806C91FA-C401-4D18-AFC4-29ACE7E6E2B0}" srcOrd="4" destOrd="0" presId="urn:microsoft.com/office/officeart/2008/layout/LinedList"/>
    <dgm:cxn modelId="{276B4D2D-C6EB-43AF-8CCF-4F774B0A9A2F}" type="presParOf" srcId="{FB8727E2-9461-47A4-AB76-6194435CBADA}" destId="{F9562347-BC33-422F-AD92-1D17CFFB5E5E}" srcOrd="5" destOrd="0" presId="urn:microsoft.com/office/officeart/2008/layout/LinedList"/>
    <dgm:cxn modelId="{349D6798-1343-4B44-B1E8-F7F69A095072}" type="presParOf" srcId="{F9562347-BC33-422F-AD92-1D17CFFB5E5E}" destId="{A6095A36-B34B-4D62-BEF4-F4F0BCF082D0}" srcOrd="0" destOrd="0" presId="urn:microsoft.com/office/officeart/2008/layout/LinedList"/>
    <dgm:cxn modelId="{91B168EB-3A35-4618-8E93-0B4B380B0CB6}" type="presParOf" srcId="{F9562347-BC33-422F-AD92-1D17CFFB5E5E}" destId="{37CC5BDD-E2DD-4670-A87F-2F9752AC4A91}" srcOrd="1" destOrd="0" presId="urn:microsoft.com/office/officeart/2008/layout/LinedList"/>
    <dgm:cxn modelId="{461D8D78-8EE3-4EE4-981F-0DC6475282A2}" type="presParOf" srcId="{FB8727E2-9461-47A4-AB76-6194435CBADA}" destId="{84F3F84D-1745-40CD-8FC9-62DF2086A26E}" srcOrd="6" destOrd="0" presId="urn:microsoft.com/office/officeart/2008/layout/LinedList"/>
    <dgm:cxn modelId="{485ACBA8-BBDA-40DA-A642-E6FB063FF32E}" type="presParOf" srcId="{FB8727E2-9461-47A4-AB76-6194435CBADA}" destId="{9D7CF396-98E7-4094-915B-6F3D9DBE5AB3}" srcOrd="7" destOrd="0" presId="urn:microsoft.com/office/officeart/2008/layout/LinedList"/>
    <dgm:cxn modelId="{B609B339-7ACA-4C82-A534-E74FBD5D7CEE}" type="presParOf" srcId="{9D7CF396-98E7-4094-915B-6F3D9DBE5AB3}" destId="{CBA63307-1E4E-4EA6-B742-C82FE2C1C3D7}" srcOrd="0" destOrd="0" presId="urn:microsoft.com/office/officeart/2008/layout/LinedList"/>
    <dgm:cxn modelId="{71B53BF3-3C9A-49EC-9D2F-2CF351BED1FE}" type="presParOf" srcId="{9D7CF396-98E7-4094-915B-6F3D9DBE5AB3}" destId="{D176A3C8-6258-4985-83E7-54CAC35A2CE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F8F62-B166-40C9-A8DF-87392B73178D}">
      <dsp:nvSpPr>
        <dsp:cNvPr id="0" name=""/>
        <dsp:cNvSpPr/>
      </dsp:nvSpPr>
      <dsp:spPr>
        <a:xfrm>
          <a:off x="0" y="969709"/>
          <a:ext cx="10515600" cy="8316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89C282-B57F-4DBC-B017-06504008B655}">
      <dsp:nvSpPr>
        <dsp:cNvPr id="0" name=""/>
        <dsp:cNvSpPr/>
      </dsp:nvSpPr>
      <dsp:spPr>
        <a:xfrm>
          <a:off x="525780" y="482629"/>
          <a:ext cx="7360920" cy="9741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US" sz="3300" kern="1200" dirty="0"/>
            <a:t>Security must be assessed and verified</a:t>
          </a:r>
        </a:p>
      </dsp:txBody>
      <dsp:txXfrm>
        <a:off x="573335" y="530184"/>
        <a:ext cx="7265810" cy="879050"/>
      </dsp:txXfrm>
    </dsp:sp>
    <dsp:sp modelId="{B4AE108A-197A-4E18-8C9E-B634202676C9}">
      <dsp:nvSpPr>
        <dsp:cNvPr id="0" name=""/>
        <dsp:cNvSpPr/>
      </dsp:nvSpPr>
      <dsp:spPr>
        <a:xfrm>
          <a:off x="0" y="2466589"/>
          <a:ext cx="10515600" cy="1403325"/>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687324" rIns="816127" bIns="234696" numCol="1" spcCol="1270" anchor="t" anchorCtr="0">
          <a:noAutofit/>
        </a:bodyPr>
        <a:lstStyle/>
        <a:p>
          <a:pPr marL="285750" lvl="1" indent="-285750" algn="l" defTabSz="1466850">
            <a:lnSpc>
              <a:spcPct val="90000"/>
            </a:lnSpc>
            <a:spcBef>
              <a:spcPct val="0"/>
            </a:spcBef>
            <a:spcAft>
              <a:spcPct val="15000"/>
            </a:spcAft>
            <a:buChar char="•"/>
          </a:pPr>
          <a:r>
            <a:rPr lang="en-US" sz="3300" kern="1200"/>
            <a:t>Affects every aspect of an organization</a:t>
          </a:r>
        </a:p>
      </dsp:txBody>
      <dsp:txXfrm>
        <a:off x="0" y="2466589"/>
        <a:ext cx="10515600" cy="1403325"/>
      </dsp:txXfrm>
    </dsp:sp>
    <dsp:sp modelId="{8E82C4D3-8A3C-4DA9-BA3E-B010C6FDC981}">
      <dsp:nvSpPr>
        <dsp:cNvPr id="0" name=""/>
        <dsp:cNvSpPr/>
      </dsp:nvSpPr>
      <dsp:spPr>
        <a:xfrm>
          <a:off x="525780" y="1979509"/>
          <a:ext cx="7360920" cy="9741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US" sz="3300" kern="1200"/>
            <a:t>Security is not just an IT issue</a:t>
          </a:r>
        </a:p>
      </dsp:txBody>
      <dsp:txXfrm>
        <a:off x="573335" y="2027064"/>
        <a:ext cx="7265810" cy="8790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7137D5-4E30-4E70-B9CC-CFD2BEE40E95}">
      <dsp:nvSpPr>
        <dsp:cNvPr id="0" name=""/>
        <dsp:cNvSpPr/>
      </dsp:nvSpPr>
      <dsp:spPr>
        <a:xfrm>
          <a:off x="492575" y="896181"/>
          <a:ext cx="798134" cy="7981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8972CF-86D7-446D-A2BF-41AD6D35245B}">
      <dsp:nvSpPr>
        <dsp:cNvPr id="0" name=""/>
        <dsp:cNvSpPr/>
      </dsp:nvSpPr>
      <dsp:spPr>
        <a:xfrm>
          <a:off x="4826" y="1960524"/>
          <a:ext cx="1773632" cy="70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a:t>Policies</a:t>
          </a:r>
        </a:p>
      </dsp:txBody>
      <dsp:txXfrm>
        <a:off x="4826" y="1960524"/>
        <a:ext cx="1773632" cy="709453"/>
      </dsp:txXfrm>
    </dsp:sp>
    <dsp:sp modelId="{D775FA42-6143-4407-91FC-9119C9B1CE10}">
      <dsp:nvSpPr>
        <dsp:cNvPr id="0" name=""/>
        <dsp:cNvSpPr/>
      </dsp:nvSpPr>
      <dsp:spPr>
        <a:xfrm>
          <a:off x="2576594" y="896181"/>
          <a:ext cx="798134" cy="7981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A2F96A-505B-4161-8914-AC618AF4E41E}">
      <dsp:nvSpPr>
        <dsp:cNvPr id="0" name=""/>
        <dsp:cNvSpPr/>
      </dsp:nvSpPr>
      <dsp:spPr>
        <a:xfrm>
          <a:off x="2088845" y="1960524"/>
          <a:ext cx="1773632" cy="70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Standards</a:t>
          </a:r>
        </a:p>
      </dsp:txBody>
      <dsp:txXfrm>
        <a:off x="2088845" y="1960524"/>
        <a:ext cx="1773632" cy="709453"/>
      </dsp:txXfrm>
    </dsp:sp>
    <dsp:sp modelId="{0B0F2BDF-B12B-4AFA-8260-E2CD889DEBC8}">
      <dsp:nvSpPr>
        <dsp:cNvPr id="0" name=""/>
        <dsp:cNvSpPr/>
      </dsp:nvSpPr>
      <dsp:spPr>
        <a:xfrm>
          <a:off x="4660612" y="896181"/>
          <a:ext cx="798134" cy="7981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1DF67A-050B-474C-9DC3-FFE387602BC8}">
      <dsp:nvSpPr>
        <dsp:cNvPr id="0" name=""/>
        <dsp:cNvSpPr/>
      </dsp:nvSpPr>
      <dsp:spPr>
        <a:xfrm>
          <a:off x="4172863" y="1960524"/>
          <a:ext cx="1773632" cy="70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Baselines</a:t>
          </a:r>
        </a:p>
      </dsp:txBody>
      <dsp:txXfrm>
        <a:off x="4172863" y="1960524"/>
        <a:ext cx="1773632" cy="709453"/>
      </dsp:txXfrm>
    </dsp:sp>
    <dsp:sp modelId="{71C31284-D1AB-4CEF-8597-62E6D32AB644}">
      <dsp:nvSpPr>
        <dsp:cNvPr id="0" name=""/>
        <dsp:cNvSpPr/>
      </dsp:nvSpPr>
      <dsp:spPr>
        <a:xfrm>
          <a:off x="6744631" y="896181"/>
          <a:ext cx="798134" cy="7981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27FC1D-0FA1-4D10-8DD9-2DC51123F5F2}">
      <dsp:nvSpPr>
        <dsp:cNvPr id="0" name=""/>
        <dsp:cNvSpPr/>
      </dsp:nvSpPr>
      <dsp:spPr>
        <a:xfrm>
          <a:off x="6256882" y="1960524"/>
          <a:ext cx="1773632" cy="70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Procedures</a:t>
          </a:r>
        </a:p>
      </dsp:txBody>
      <dsp:txXfrm>
        <a:off x="6256882" y="1960524"/>
        <a:ext cx="1773632" cy="709453"/>
      </dsp:txXfrm>
    </dsp:sp>
    <dsp:sp modelId="{372C2BAF-4DB4-40C3-A0DA-FCFAB19C92CB}">
      <dsp:nvSpPr>
        <dsp:cNvPr id="0" name=""/>
        <dsp:cNvSpPr/>
      </dsp:nvSpPr>
      <dsp:spPr>
        <a:xfrm>
          <a:off x="8828649" y="896181"/>
          <a:ext cx="798134" cy="7981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DC346B-C8DA-401F-A289-9A8C41CBE542}">
      <dsp:nvSpPr>
        <dsp:cNvPr id="0" name=""/>
        <dsp:cNvSpPr/>
      </dsp:nvSpPr>
      <dsp:spPr>
        <a:xfrm>
          <a:off x="8340900" y="1960524"/>
          <a:ext cx="1773632" cy="70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Guidelines</a:t>
          </a:r>
        </a:p>
      </dsp:txBody>
      <dsp:txXfrm>
        <a:off x="8340900" y="1960524"/>
        <a:ext cx="1773632" cy="7094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10B02E-008A-46BD-8057-D351B83C6CBE}">
      <dsp:nvSpPr>
        <dsp:cNvPr id="0" name=""/>
        <dsp:cNvSpPr/>
      </dsp:nvSpPr>
      <dsp:spPr>
        <a:xfrm>
          <a:off x="0" y="0"/>
          <a:ext cx="6713552"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B02C17DB-4558-4C83-9A1A-13ECE2D2AB3E}">
      <dsp:nvSpPr>
        <dsp:cNvPr id="0" name=""/>
        <dsp:cNvSpPr/>
      </dsp:nvSpPr>
      <dsp:spPr>
        <a:xfrm>
          <a:off x="0" y="0"/>
          <a:ext cx="6713552" cy="102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baseline="0" dirty="0"/>
            <a:t>Standards ensure that specific technologies and applications, are implemented in a uniform </a:t>
          </a:r>
          <a:r>
            <a:rPr lang="en-US" sz="1900" b="1" i="0" kern="1200" baseline="0" dirty="0"/>
            <a:t>(standardized) </a:t>
          </a:r>
          <a:r>
            <a:rPr lang="en-US" sz="1900" b="0" i="0" kern="1200" baseline="0" dirty="0"/>
            <a:t>manner across the organization. </a:t>
          </a:r>
          <a:endParaRPr lang="en-US" sz="1900" kern="1200" dirty="0"/>
        </a:p>
      </dsp:txBody>
      <dsp:txXfrm>
        <a:off x="0" y="0"/>
        <a:ext cx="6713552" cy="1029793"/>
      </dsp:txXfrm>
    </dsp:sp>
    <dsp:sp modelId="{FB2185F9-D3E7-435C-9279-B60587CD999A}">
      <dsp:nvSpPr>
        <dsp:cNvPr id="0" name=""/>
        <dsp:cNvSpPr/>
      </dsp:nvSpPr>
      <dsp:spPr>
        <a:xfrm>
          <a:off x="0" y="1029792"/>
          <a:ext cx="6713552"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A0F659F-4A21-4812-B8CE-E4848431A67D}">
      <dsp:nvSpPr>
        <dsp:cNvPr id="0" name=""/>
        <dsp:cNvSpPr/>
      </dsp:nvSpPr>
      <dsp:spPr>
        <a:xfrm>
          <a:off x="0" y="1029793"/>
          <a:ext cx="6713552" cy="102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i="0" kern="1200" baseline="0" dirty="0"/>
            <a:t>Standards</a:t>
          </a:r>
          <a:r>
            <a:rPr lang="en-US" sz="1900" b="0" i="0" kern="1200" baseline="0" dirty="0"/>
            <a:t> can give a </a:t>
          </a:r>
          <a:r>
            <a:rPr lang="en-US" sz="1900" b="1" i="0" kern="1200" baseline="0" dirty="0"/>
            <a:t>policy</a:t>
          </a:r>
          <a:r>
            <a:rPr lang="en-US" sz="1900" b="0" i="0" kern="1200" baseline="0" dirty="0"/>
            <a:t> its support </a:t>
          </a:r>
          <a:r>
            <a:rPr lang="en-US" sz="1900" b="0" i="0" kern="1200" baseline="0"/>
            <a:t>and reinforcement</a:t>
          </a:r>
          <a:br>
            <a:rPr lang="en-US" sz="1900" b="0" i="0" kern="1200" baseline="0" dirty="0"/>
          </a:br>
          <a:endParaRPr lang="en-US" sz="1900" kern="1200" dirty="0"/>
        </a:p>
      </dsp:txBody>
      <dsp:txXfrm>
        <a:off x="0" y="1029793"/>
        <a:ext cx="6713552" cy="1029793"/>
      </dsp:txXfrm>
    </dsp:sp>
    <dsp:sp modelId="{351DC810-6453-49C1-A3B0-806FFCAD4DC0}">
      <dsp:nvSpPr>
        <dsp:cNvPr id="0" name=""/>
        <dsp:cNvSpPr/>
      </dsp:nvSpPr>
      <dsp:spPr>
        <a:xfrm>
          <a:off x="0" y="2059585"/>
          <a:ext cx="6713552"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A451A27-164F-4777-B8DC-9C9151A5EAEE}">
      <dsp:nvSpPr>
        <dsp:cNvPr id="0" name=""/>
        <dsp:cNvSpPr/>
      </dsp:nvSpPr>
      <dsp:spPr>
        <a:xfrm>
          <a:off x="0" y="2059586"/>
          <a:ext cx="6713552" cy="102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baseline="0" dirty="0"/>
            <a:t>Organizational security </a:t>
          </a:r>
          <a:r>
            <a:rPr lang="en-US" sz="1900" b="1" i="0" kern="1200" baseline="0" dirty="0"/>
            <a:t>standards</a:t>
          </a:r>
          <a:r>
            <a:rPr lang="en-US" sz="1900" b="0" i="0" kern="1200" baseline="0" dirty="0"/>
            <a:t> may specify how hardware and software products are to be used. </a:t>
          </a:r>
          <a:endParaRPr lang="en-US" sz="1900" kern="1200" dirty="0"/>
        </a:p>
      </dsp:txBody>
      <dsp:txXfrm>
        <a:off x="0" y="2059586"/>
        <a:ext cx="6713552" cy="1029793"/>
      </dsp:txXfrm>
    </dsp:sp>
    <dsp:sp modelId="{16F6E739-7337-4F16-B169-33C7772EA922}">
      <dsp:nvSpPr>
        <dsp:cNvPr id="0" name=""/>
        <dsp:cNvSpPr/>
      </dsp:nvSpPr>
      <dsp:spPr>
        <a:xfrm>
          <a:off x="0" y="3089378"/>
          <a:ext cx="6713552"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AA10D5A1-B8FC-4FFF-A467-59430E61FCF2}">
      <dsp:nvSpPr>
        <dsp:cNvPr id="0" name=""/>
        <dsp:cNvSpPr/>
      </dsp:nvSpPr>
      <dsp:spPr>
        <a:xfrm>
          <a:off x="0" y="3089379"/>
          <a:ext cx="6713552" cy="102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T</a:t>
          </a:r>
          <a:r>
            <a:rPr lang="en-US" sz="1900" b="0" i="0" kern="1200" baseline="0"/>
            <a:t>hey </a:t>
          </a:r>
          <a:r>
            <a:rPr lang="en-US" sz="1900" b="0" i="0" kern="1200" baseline="0" dirty="0"/>
            <a:t>can also be used to indicate expected user behavior.</a:t>
          </a:r>
          <a:br>
            <a:rPr lang="en-US" sz="1900" b="0" i="0" kern="1200" baseline="0"/>
          </a:br>
          <a:br>
            <a:rPr lang="en-US" sz="1900" b="0" i="0" kern="1200" baseline="0"/>
          </a:br>
          <a:endParaRPr lang="en-US" sz="1900" kern="1200" dirty="0"/>
        </a:p>
      </dsp:txBody>
      <dsp:txXfrm>
        <a:off x="0" y="3089379"/>
        <a:ext cx="6713552" cy="10297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4347ED-F3CB-41FB-8272-11EA6036E165}">
      <dsp:nvSpPr>
        <dsp:cNvPr id="0" name=""/>
        <dsp:cNvSpPr/>
      </dsp:nvSpPr>
      <dsp:spPr>
        <a:xfrm>
          <a:off x="0" y="0"/>
          <a:ext cx="626364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B0CF78-A845-40FF-8977-6C87BF433F18}">
      <dsp:nvSpPr>
        <dsp:cNvPr id="0" name=""/>
        <dsp:cNvSpPr/>
      </dsp:nvSpPr>
      <dsp:spPr>
        <a:xfrm>
          <a:off x="0" y="0"/>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T</a:t>
          </a:r>
          <a:r>
            <a:rPr lang="en-US" sz="2000" b="0" i="0" kern="1200" baseline="0" dirty="0"/>
            <a:t>he term </a:t>
          </a:r>
          <a:r>
            <a:rPr lang="en-US" sz="2000" b="1" i="0" kern="1200" baseline="0" dirty="0"/>
            <a:t>baseline</a:t>
          </a:r>
          <a:r>
            <a:rPr lang="en-US" sz="2000" b="0" i="0" kern="1200" baseline="0" dirty="0"/>
            <a:t> refers to a point in time that is used as a comparison for future changes. </a:t>
          </a:r>
          <a:br>
            <a:rPr lang="en-US" sz="2000" b="0" i="0" kern="1200" baseline="0" dirty="0"/>
          </a:br>
          <a:endParaRPr lang="en-US" sz="2000" kern="1200" dirty="0"/>
        </a:p>
      </dsp:txBody>
      <dsp:txXfrm>
        <a:off x="0" y="0"/>
        <a:ext cx="6263640" cy="1376171"/>
      </dsp:txXfrm>
    </dsp:sp>
    <dsp:sp modelId="{F5043A7D-3FE9-4B58-9B9B-2D28B0DD4968}">
      <dsp:nvSpPr>
        <dsp:cNvPr id="0" name=""/>
        <dsp:cNvSpPr/>
      </dsp:nvSpPr>
      <dsp:spPr>
        <a:xfrm>
          <a:off x="0" y="1376171"/>
          <a:ext cx="6263640" cy="0"/>
        </a:xfrm>
        <a:prstGeom prst="line">
          <a:avLst/>
        </a:prstGeom>
        <a:solidFill>
          <a:schemeClr val="accent5">
            <a:hueOff val="-2252848"/>
            <a:satOff val="-5806"/>
            <a:lumOff val="-3922"/>
            <a:alphaOff val="0"/>
          </a:schemeClr>
        </a:solidFill>
        <a:ln w="12700" cap="flat" cmpd="sng" algn="ctr">
          <a:solidFill>
            <a:schemeClr val="accent5">
              <a:hueOff val="-2252848"/>
              <a:satOff val="-5806"/>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83FEBB-9315-43C5-A135-D0A61C2982B9}">
      <dsp:nvSpPr>
        <dsp:cNvPr id="0" name=""/>
        <dsp:cNvSpPr/>
      </dsp:nvSpPr>
      <dsp:spPr>
        <a:xfrm>
          <a:off x="0" y="1376171"/>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baseline="0" dirty="0"/>
            <a:t>Once risks have been mitigated and security put in place, a baseline is formally reviewed and agreed upon, after which all further </a:t>
          </a:r>
          <a:r>
            <a:rPr lang="en-US" sz="2000" b="1" i="0" kern="1200" baseline="0" dirty="0"/>
            <a:t>comparisons</a:t>
          </a:r>
          <a:r>
            <a:rPr lang="en-US" sz="2000" b="0" i="0" kern="1200" baseline="0" dirty="0"/>
            <a:t> and development are measured against it. </a:t>
          </a:r>
          <a:br>
            <a:rPr lang="en-US" sz="2000" b="0" i="0" kern="1200" baseline="0" dirty="0"/>
          </a:br>
          <a:endParaRPr lang="en-US" sz="2000" kern="1200" dirty="0"/>
        </a:p>
      </dsp:txBody>
      <dsp:txXfrm>
        <a:off x="0" y="1376171"/>
        <a:ext cx="6263640" cy="1376171"/>
      </dsp:txXfrm>
    </dsp:sp>
    <dsp:sp modelId="{4B873C04-CF23-4F96-82B6-26167687B3C6}">
      <dsp:nvSpPr>
        <dsp:cNvPr id="0" name=""/>
        <dsp:cNvSpPr/>
      </dsp:nvSpPr>
      <dsp:spPr>
        <a:xfrm>
          <a:off x="0" y="2752343"/>
          <a:ext cx="6263640" cy="0"/>
        </a:xfrm>
        <a:prstGeom prst="line">
          <a:avLst/>
        </a:prstGeom>
        <a:solidFill>
          <a:schemeClr val="accent5">
            <a:hueOff val="-4505695"/>
            <a:satOff val="-11613"/>
            <a:lumOff val="-7843"/>
            <a:alphaOff val="0"/>
          </a:schemeClr>
        </a:solidFill>
        <a:ln w="12700" cap="flat" cmpd="sng" algn="ctr">
          <a:solidFill>
            <a:schemeClr val="accent5">
              <a:hueOff val="-4505695"/>
              <a:satOff val="-11613"/>
              <a:lumOff val="-78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A69F18-9912-48EE-BF29-90AC0485E4EB}">
      <dsp:nvSpPr>
        <dsp:cNvPr id="0" name=""/>
        <dsp:cNvSpPr/>
      </dsp:nvSpPr>
      <dsp:spPr>
        <a:xfrm>
          <a:off x="0" y="2752343"/>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baseline="0" dirty="0"/>
            <a:t>A </a:t>
          </a:r>
          <a:r>
            <a:rPr lang="en-US" sz="2000" b="1" i="0" kern="1200" baseline="0" dirty="0"/>
            <a:t>baseline</a:t>
          </a:r>
          <a:r>
            <a:rPr lang="en-US" sz="2000" b="0" i="0" kern="1200" baseline="0" dirty="0"/>
            <a:t> results in a consistent reference point.</a:t>
          </a:r>
          <a:endParaRPr lang="en-US" sz="2000" kern="1200" dirty="0"/>
        </a:p>
      </dsp:txBody>
      <dsp:txXfrm>
        <a:off x="0" y="2752343"/>
        <a:ext cx="6263640" cy="1376171"/>
      </dsp:txXfrm>
    </dsp:sp>
    <dsp:sp modelId="{A821F74F-BB76-4FE9-B7BD-2F8523EB1BBE}">
      <dsp:nvSpPr>
        <dsp:cNvPr id="0" name=""/>
        <dsp:cNvSpPr/>
      </dsp:nvSpPr>
      <dsp:spPr>
        <a:xfrm>
          <a:off x="0" y="4128515"/>
          <a:ext cx="6263640" cy="0"/>
        </a:xfrm>
        <a:prstGeom prst="lin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F50D1C-D297-42C1-9625-4FD65EDC2E21}">
      <dsp:nvSpPr>
        <dsp:cNvPr id="0" name=""/>
        <dsp:cNvSpPr/>
      </dsp:nvSpPr>
      <dsp:spPr>
        <a:xfrm>
          <a:off x="0" y="4128515"/>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Also,</a:t>
          </a:r>
          <a:r>
            <a:rPr lang="en-US" sz="2000" kern="1200" baseline="0" dirty="0"/>
            <a:t> refers to a minimum level of security</a:t>
          </a:r>
          <a:endParaRPr lang="en-US" sz="2000" kern="1200" dirty="0"/>
        </a:p>
      </dsp:txBody>
      <dsp:txXfrm>
        <a:off x="0" y="4128515"/>
        <a:ext cx="6263640" cy="137617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9DA50C-8B32-4F19-90C3-0CB351915581}">
      <dsp:nvSpPr>
        <dsp:cNvPr id="0" name=""/>
        <dsp:cNvSpPr/>
      </dsp:nvSpPr>
      <dsp:spPr>
        <a:xfrm>
          <a:off x="2945" y="998214"/>
          <a:ext cx="3596766" cy="2158059"/>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066800">
            <a:lnSpc>
              <a:spcPct val="90000"/>
            </a:lnSpc>
            <a:spcBef>
              <a:spcPct val="0"/>
            </a:spcBef>
            <a:spcAft>
              <a:spcPct val="35000"/>
            </a:spcAft>
            <a:buNone/>
          </a:pPr>
          <a:r>
            <a:rPr lang="en-US" sz="2400" kern="1200" dirty="0"/>
            <a:t>Somewhat Discretionary</a:t>
          </a:r>
        </a:p>
      </dsp:txBody>
      <dsp:txXfrm>
        <a:off x="2945" y="998214"/>
        <a:ext cx="3596766" cy="2158059"/>
      </dsp:txXfrm>
    </dsp:sp>
    <dsp:sp modelId="{514BACAE-519C-4A89-B0A6-31F3F96A629B}">
      <dsp:nvSpPr>
        <dsp:cNvPr id="0" name=""/>
        <dsp:cNvSpPr/>
      </dsp:nvSpPr>
      <dsp:spPr>
        <a:xfrm>
          <a:off x="3673592" y="1955744"/>
          <a:ext cx="539514" cy="243000"/>
        </a:xfrm>
        <a:prstGeom prst="rightArrow">
          <a:avLst>
            <a:gd name="adj1" fmla="val 50000"/>
            <a:gd name="adj2" fmla="val 50000"/>
          </a:avLst>
        </a:prstGeom>
        <a:solidFill>
          <a:schemeClr val="accent5">
            <a:hueOff val="553124"/>
            <a:satOff val="6280"/>
            <a:lumOff val="568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B77584D2-8D4C-400B-9147-07461354AA6F}">
      <dsp:nvSpPr>
        <dsp:cNvPr id="0" name=""/>
        <dsp:cNvSpPr/>
      </dsp:nvSpPr>
      <dsp:spPr>
        <a:xfrm>
          <a:off x="4286988" y="998214"/>
          <a:ext cx="3596766" cy="2158059"/>
        </a:xfrm>
        <a:prstGeom prst="rect">
          <a:avLst/>
        </a:prstGeom>
        <a:solidFill>
          <a:schemeClr val="accent5">
            <a:hueOff val="1106248"/>
            <a:satOff val="12561"/>
            <a:lumOff val="11372"/>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066800">
            <a:lnSpc>
              <a:spcPct val="90000"/>
            </a:lnSpc>
            <a:spcBef>
              <a:spcPct val="0"/>
            </a:spcBef>
            <a:spcAft>
              <a:spcPct val="35000"/>
            </a:spcAft>
            <a:buNone/>
          </a:pPr>
          <a:r>
            <a:rPr lang="en-US" sz="2400" u="sng" kern="1200" dirty="0"/>
            <a:t>Minimum</a:t>
          </a:r>
          <a:r>
            <a:rPr lang="en-US" sz="2400" kern="1200" dirty="0"/>
            <a:t> acceptable security requirements for a system or process</a:t>
          </a:r>
        </a:p>
      </dsp:txBody>
      <dsp:txXfrm>
        <a:off x="4286988" y="998214"/>
        <a:ext cx="3596766" cy="21580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60BAC3-7E76-4834-AB7B-355A5E20505F}">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536902-3409-4ED6-9A4C-B4BA4C6CAB50}">
      <dsp:nvSpPr>
        <dsp:cNvPr id="0" name=""/>
        <dsp:cNvSpPr/>
      </dsp:nvSpPr>
      <dsp:spPr>
        <a:xfrm>
          <a:off x="0" y="0"/>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i="0" kern="1200" baseline="0" dirty="0"/>
            <a:t>Guidelines</a:t>
          </a:r>
          <a:r>
            <a:rPr lang="en-US" sz="1800" b="0" i="0" kern="1200" baseline="0" dirty="0"/>
            <a:t> are </a:t>
          </a:r>
          <a:r>
            <a:rPr lang="en-US" sz="1800" b="1" i="0" kern="1200" baseline="0" dirty="0"/>
            <a:t>recommended</a:t>
          </a:r>
          <a:r>
            <a:rPr lang="en-US" sz="1800" b="0" i="0" kern="1200" baseline="0" dirty="0"/>
            <a:t> actions and operational guides to users, </a:t>
          </a:r>
          <a:r>
            <a:rPr lang="en-US" sz="1800" kern="1200" dirty="0"/>
            <a:t>IT</a:t>
          </a:r>
          <a:r>
            <a:rPr lang="en-US" sz="1800" b="0" i="0" kern="1200" baseline="0" dirty="0"/>
            <a:t> staff, operations staff, and others when a specific standard does not apply. </a:t>
          </a:r>
          <a:endParaRPr lang="en-US" sz="1800" kern="1200" dirty="0"/>
        </a:p>
      </dsp:txBody>
      <dsp:txXfrm>
        <a:off x="0" y="0"/>
        <a:ext cx="10515600" cy="2175669"/>
      </dsp:txXfrm>
    </dsp:sp>
    <dsp:sp modelId="{1BD9ACC8-58BA-4869-9A6D-B97E331B02C0}">
      <dsp:nvSpPr>
        <dsp:cNvPr id="0" name=""/>
        <dsp:cNvSpPr/>
      </dsp:nvSpPr>
      <dsp:spPr>
        <a:xfrm>
          <a:off x="0" y="2175669"/>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51EEB4-77EC-44F4-B00E-84744FEAEE06}">
      <dsp:nvSpPr>
        <dsp:cNvPr id="0" name=""/>
        <dsp:cNvSpPr/>
      </dsp:nvSpPr>
      <dsp:spPr>
        <a:xfrm>
          <a:off x="0" y="2175669"/>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T</a:t>
          </a:r>
          <a:r>
            <a:rPr lang="en-US" sz="1800" b="0" i="0" kern="1200" baseline="0" dirty="0"/>
            <a:t>hey can also be used as a recommended way to achieve specific standards when specific procedures do not apply. </a:t>
          </a:r>
          <a:endParaRPr lang="en-US" sz="1800" kern="1200" dirty="0"/>
        </a:p>
      </dsp:txBody>
      <dsp:txXfrm>
        <a:off x="0" y="2175669"/>
        <a:ext cx="10515600" cy="217566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AE8E7-1BEE-4BC6-85B1-3B2B0E6A3067}">
      <dsp:nvSpPr>
        <dsp:cNvPr id="0" name=""/>
        <dsp:cNvSpPr/>
      </dsp:nvSpPr>
      <dsp:spPr>
        <a:xfrm>
          <a:off x="1747800" y="608594"/>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72BAA9-14E9-4110-BFC5-9D2ED963D1DB}">
      <dsp:nvSpPr>
        <dsp:cNvPr id="0" name=""/>
        <dsp:cNvSpPr/>
      </dsp:nvSpPr>
      <dsp:spPr>
        <a:xfrm>
          <a:off x="559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dirty="0"/>
            <a:t>What</a:t>
          </a:r>
          <a:r>
            <a:rPr lang="en-US" sz="2200" b="1" kern="1200" dirty="0"/>
            <a:t> </a:t>
          </a:r>
          <a:r>
            <a:rPr lang="en-US" sz="2200" kern="1200" dirty="0"/>
            <a:t>will it actually cost us in $ ? </a:t>
          </a:r>
          <a:br>
            <a:rPr lang="en-US" sz="2200" kern="1200" dirty="0"/>
          </a:br>
          <a:endParaRPr lang="en-US" sz="2200" kern="1200" dirty="0"/>
        </a:p>
      </dsp:txBody>
      <dsp:txXfrm>
        <a:off x="559800" y="3022743"/>
        <a:ext cx="4320000" cy="720000"/>
      </dsp:txXfrm>
    </dsp:sp>
    <dsp:sp modelId="{3EA1A101-1E3E-46CF-A292-A4E92EB83E59}">
      <dsp:nvSpPr>
        <dsp:cNvPr id="0" name=""/>
        <dsp:cNvSpPr/>
      </dsp:nvSpPr>
      <dsp:spPr>
        <a:xfrm>
          <a:off x="6823800" y="608594"/>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888C9B-C5E6-404E-A091-D89EACE83293}">
      <dsp:nvSpPr>
        <dsp:cNvPr id="0" name=""/>
        <dsp:cNvSpPr/>
      </dsp:nvSpPr>
      <dsp:spPr>
        <a:xfrm>
          <a:off x="5635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dirty="0"/>
            <a:t>Numbers-based analysis, math is involved.</a:t>
          </a:r>
        </a:p>
      </dsp:txBody>
      <dsp:txXfrm>
        <a:off x="5635800" y="3022743"/>
        <a:ext cx="432000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D993E0-9D7C-4084-98FB-7988D4990C01}">
      <dsp:nvSpPr>
        <dsp:cNvPr id="0" name=""/>
        <dsp:cNvSpPr/>
      </dsp:nvSpPr>
      <dsp:spPr>
        <a:xfrm>
          <a:off x="0" y="0"/>
          <a:ext cx="8412480" cy="95729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Once in 10 years has an ARO of 0.1 </a:t>
          </a:r>
        </a:p>
      </dsp:txBody>
      <dsp:txXfrm>
        <a:off x="28038" y="28038"/>
        <a:ext cx="7298593" cy="901218"/>
      </dsp:txXfrm>
    </dsp:sp>
    <dsp:sp modelId="{A8A8EA4F-115E-48D1-AAC5-D374A10F9705}">
      <dsp:nvSpPr>
        <dsp:cNvPr id="0" name=""/>
        <dsp:cNvSpPr/>
      </dsp:nvSpPr>
      <dsp:spPr>
        <a:xfrm>
          <a:off x="704545" y="1131347"/>
          <a:ext cx="8412480" cy="95729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Every 2 years would be an ARO of 0.5</a:t>
          </a:r>
        </a:p>
      </dsp:txBody>
      <dsp:txXfrm>
        <a:off x="732583" y="1159385"/>
        <a:ext cx="7029617" cy="901218"/>
      </dsp:txXfrm>
    </dsp:sp>
    <dsp:sp modelId="{CA9CEFAA-DCA6-4A46-94C9-CE864AA7A33E}">
      <dsp:nvSpPr>
        <dsp:cNvPr id="0" name=""/>
        <dsp:cNvSpPr/>
      </dsp:nvSpPr>
      <dsp:spPr>
        <a:xfrm>
          <a:off x="1398574" y="2262695"/>
          <a:ext cx="8412480" cy="95729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Every 4 years would be 0.25</a:t>
          </a:r>
        </a:p>
      </dsp:txBody>
      <dsp:txXfrm>
        <a:off x="1426612" y="2290733"/>
        <a:ext cx="7040133" cy="901218"/>
      </dsp:txXfrm>
    </dsp:sp>
    <dsp:sp modelId="{C41F7D20-9243-48A2-8CE7-E7D9ABCB4E75}">
      <dsp:nvSpPr>
        <dsp:cNvPr id="0" name=""/>
        <dsp:cNvSpPr/>
      </dsp:nvSpPr>
      <dsp:spPr>
        <a:xfrm>
          <a:off x="2103119" y="3394043"/>
          <a:ext cx="8412480" cy="95729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Every 5 years would be 0.2</a:t>
          </a:r>
        </a:p>
      </dsp:txBody>
      <dsp:txXfrm>
        <a:off x="2131157" y="3422081"/>
        <a:ext cx="7029617" cy="901218"/>
      </dsp:txXfrm>
    </dsp:sp>
    <dsp:sp modelId="{20AA2F34-AB9B-476B-A782-D0D596441E24}">
      <dsp:nvSpPr>
        <dsp:cNvPr id="0" name=""/>
        <dsp:cNvSpPr/>
      </dsp:nvSpPr>
      <dsp:spPr>
        <a:xfrm>
          <a:off x="7790238" y="733200"/>
          <a:ext cx="622241" cy="622241"/>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7930242" y="733200"/>
        <a:ext cx="342233" cy="468236"/>
      </dsp:txXfrm>
    </dsp:sp>
    <dsp:sp modelId="{FEC72FAB-B16E-4F8C-8D55-C32F455E1770}">
      <dsp:nvSpPr>
        <dsp:cNvPr id="0" name=""/>
        <dsp:cNvSpPr/>
      </dsp:nvSpPr>
      <dsp:spPr>
        <a:xfrm>
          <a:off x="8494783" y="1864548"/>
          <a:ext cx="622241" cy="622241"/>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8634787" y="1864548"/>
        <a:ext cx="342233" cy="468236"/>
      </dsp:txXfrm>
    </dsp:sp>
    <dsp:sp modelId="{39669BD8-2E81-4D09-A221-5F45C5F6CEAE}">
      <dsp:nvSpPr>
        <dsp:cNvPr id="0" name=""/>
        <dsp:cNvSpPr/>
      </dsp:nvSpPr>
      <dsp:spPr>
        <a:xfrm>
          <a:off x="9188813" y="2995896"/>
          <a:ext cx="622241" cy="622241"/>
        </a:xfrm>
        <a:prstGeom prst="downArrow">
          <a:avLst>
            <a:gd name="adj1" fmla="val 55000"/>
            <a:gd name="adj2" fmla="val 45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9328817" y="2995896"/>
        <a:ext cx="342233" cy="46823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E25BED-9E51-4D69-833C-AF42C1DA3D58}">
      <dsp:nvSpPr>
        <dsp:cNvPr id="0" name=""/>
        <dsp:cNvSpPr/>
      </dsp:nvSpPr>
      <dsp:spPr>
        <a:xfrm>
          <a:off x="0" y="0"/>
          <a:ext cx="7240043"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42B6D8-22EF-45E0-B5B8-93B1B76E5296}">
      <dsp:nvSpPr>
        <dsp:cNvPr id="0" name=""/>
        <dsp:cNvSpPr/>
      </dsp:nvSpPr>
      <dsp:spPr>
        <a:xfrm>
          <a:off x="0" y="0"/>
          <a:ext cx="7240043" cy="1474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a:t>Preventive </a:t>
          </a:r>
          <a:br>
            <a:rPr lang="en-US" sz="3100" b="1" kern="1200"/>
          </a:br>
          <a:endParaRPr lang="en-US" sz="3100" kern="1200"/>
        </a:p>
      </dsp:txBody>
      <dsp:txXfrm>
        <a:off x="0" y="0"/>
        <a:ext cx="7240043" cy="1474185"/>
      </dsp:txXfrm>
    </dsp:sp>
    <dsp:sp modelId="{49248015-DE40-4B09-96B8-4E7B42D87C8C}">
      <dsp:nvSpPr>
        <dsp:cNvPr id="0" name=""/>
        <dsp:cNvSpPr/>
      </dsp:nvSpPr>
      <dsp:spPr>
        <a:xfrm>
          <a:off x="0" y="1474185"/>
          <a:ext cx="7240043"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E284F3-FF76-4CB0-8BA1-BE83CBE5B5FC}">
      <dsp:nvSpPr>
        <dsp:cNvPr id="0" name=""/>
        <dsp:cNvSpPr/>
      </dsp:nvSpPr>
      <dsp:spPr>
        <a:xfrm>
          <a:off x="0" y="1474185"/>
          <a:ext cx="7240043" cy="1474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 Physical:  Lock</a:t>
          </a:r>
          <a:br>
            <a:rPr lang="en-US" sz="3100" kern="1200"/>
          </a:br>
          <a:endParaRPr lang="en-US" sz="3100" kern="1200"/>
        </a:p>
      </dsp:txBody>
      <dsp:txXfrm>
        <a:off x="0" y="1474185"/>
        <a:ext cx="7240043" cy="1474185"/>
      </dsp:txXfrm>
    </dsp:sp>
    <dsp:sp modelId="{806C91FA-C401-4D18-AFC4-29ACE7E6E2B0}">
      <dsp:nvSpPr>
        <dsp:cNvPr id="0" name=""/>
        <dsp:cNvSpPr/>
      </dsp:nvSpPr>
      <dsp:spPr>
        <a:xfrm>
          <a:off x="0" y="2948371"/>
          <a:ext cx="7240043"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095A36-B34B-4D62-BEF4-F4F0BCF082D0}">
      <dsp:nvSpPr>
        <dsp:cNvPr id="0" name=""/>
        <dsp:cNvSpPr/>
      </dsp:nvSpPr>
      <dsp:spPr>
        <a:xfrm>
          <a:off x="0" y="2948371"/>
          <a:ext cx="7240043" cy="1474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 Technical:  Firewall </a:t>
          </a:r>
          <a:br>
            <a:rPr lang="en-US" sz="3100" kern="1200"/>
          </a:br>
          <a:endParaRPr lang="en-US" sz="3100" kern="1200"/>
        </a:p>
      </dsp:txBody>
      <dsp:txXfrm>
        <a:off x="0" y="2948371"/>
        <a:ext cx="7240043" cy="1474185"/>
      </dsp:txXfrm>
    </dsp:sp>
    <dsp:sp modelId="{84F3F84D-1745-40CD-8FC9-62DF2086A26E}">
      <dsp:nvSpPr>
        <dsp:cNvPr id="0" name=""/>
        <dsp:cNvSpPr/>
      </dsp:nvSpPr>
      <dsp:spPr>
        <a:xfrm>
          <a:off x="0" y="4422557"/>
          <a:ext cx="7240043"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A63307-1E4E-4EA6-B742-C82FE2C1C3D7}">
      <dsp:nvSpPr>
        <dsp:cNvPr id="0" name=""/>
        <dsp:cNvSpPr/>
      </dsp:nvSpPr>
      <dsp:spPr>
        <a:xfrm>
          <a:off x="0" y="4422557"/>
          <a:ext cx="7240043" cy="1474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 Administrative:  Pre-employment drug screening (proper hiring practices)</a:t>
          </a:r>
        </a:p>
      </dsp:txBody>
      <dsp:txXfrm>
        <a:off x="0" y="4422557"/>
        <a:ext cx="7240043" cy="147418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9:23:04.680"/>
    </inkml:context>
    <inkml:brush xml:id="br0">
      <inkml:brushProperty name="width" value="0.05" units="cm"/>
      <inkml:brushProperty name="height" value="0.05" units="cm"/>
      <inkml:brushProperty name="color" value="#E71224"/>
    </inkml:brush>
  </inkml:definitions>
  <inkml:trace contextRef="#ctx0" brushRef="#br0">1915 1 24575,'-2'16'0,"0"1"0,-1 1 0,0-2 0,-1 0 0,-1 1 0,0-1 0,-2-1 0,0 1 0,-1-2 0,0 1 0,-1 0 0,-22 25 0,-11 12 0,-97 85 0,112-112 0,-5 3 0,3 2 0,1-1 0,0 3 0,-40 61 0,35-42 0,-61 70 0,-16 25 0,32-40 0,-159 170 0,121-148 0,-87 130 0,81-90 0,98-134 0,-48 53 0,-8 9 0,-156 249 0,236-345 0,-2 0 0,2 0 0,0 2 0,0-2 0,0 0 0,0 1 0,0-1 0,0 0 0,0 0 0,0 1 0,-1-1 0,1 0 0,0 0 0,0 0 0,0 2 0,0-2 0,-1 0 0,1 0 0,0 0 0,0 1 0,-2-1 0,2 0 0,0 0 0,0 0 0,-1 0 0,1 0 0,0 0 0,0 0 0,-1 1 0,1-1 0,0 0 0,0 0 0,-2 0 0,2 0 0,0 0 0,-1 0 0,1 0 0,0 0 0,0-1 0,-1 1 0,1 0 0,0 0 0,0 0 0,-2 0 0,2 0 0,0 0 0,-1-1 0,-6-22 0,6-38 0,1 58 0,3-512 0,13 719 0,0 10 0,-18-134 0,4 85 0,-2-162 0,0-2 0,0 2 0,0-1 0,1 0 0,-1 0 0,0 1 0,1-2 0,-1 2 0,2-2 0,-1 2 0,-1-2 0,1 2 0,1-2 0,-1 2 0,0-2 0,1 1 0,-1-1 0,0 2 0,2-2 0,-2 0 0,1 1 0,0-1 0,0 0 0,3 2 0,-1-2 0,0-1 0,0 2 0,0-2 0,0 1 0,0-1 0,0 0 0,1 0 0,-1 0 0,0 0 0,0-1 0,0-1 0,6 1 0,11-7 0,0 0 0,1-1 0,32-19 0,-51 26 0,60-32 0,1 0 0,116-38 0,-115 58 0,-49 12 0,-1-2 0,1 0 0,-2 0 0,25-10 0,-38 14 0,-1 0 0,0 0 0,2 0 0,-2 0 0,0 0 0,0 0 0,1 0 0,-1 0 0,0 0 0,1 0 0,-1 0 0,0 0 0,2 0 0,-2-2 0,0 2 0,0 0 0,1 0 0,-1 0 0,0-1 0,0 1 0,1 0 0,-1 0 0,0 0 0,0-1 0,2 1 0,-2 0 0,0-2 0,0 2 0,0 0 0,0 0 0,0-1 0,0 1 0,1 0 0,-1-1 0,0 1 0,0 0 0,0-2 0,0 2 0,0 0 0,0-1 0,0 1 0,0 0 0,0-1 0,0 1 0,-1 0 0,1 0 0,0-2 0,0 2 0,0 0 0,0-1 0,-2 1 0,-23-3 0,-12 14 0,-1 2 0,1 2 0,1 1 0,-63 37 0,22-10 0,-130 81 0,202-120 0,0-1 0,-1 1 0,1-2 0,-2 1 0,2 0 0,0-1 0,-2 0 0,2-1 0,-2 0 0,2 1 0,-10 0 0,14-3 0,-1 1 0,1 0 0,0 0 0,-1 0 0,1-1 0,0 1 0,1-2 0,-2 2 0,1 0 0,0-1 0,-1 1 0,1-1 0,1-1 0,-1 2 0,-1-1 0,2 0 0,-1 1 0,0-2 0,1 1 0,-3-2 0,2-1 0,-1 0 0,1 0 0,0 0 0,-1 0 0,2 0 0,-1 0 0,1 0 0,0 0 0,0-5 0,4-343-1365,-4 325-5461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9:23:06.521"/>
    </inkml:context>
    <inkml:brush xml:id="br0">
      <inkml:brushProperty name="width" value="0.05" units="cm"/>
      <inkml:brushProperty name="height" value="0.05" units="cm"/>
      <inkml:brushProperty name="color" value="#E71224"/>
    </inkml:brush>
  </inkml:definitions>
  <inkml:trace contextRef="#ctx0" brushRef="#br0">153 1 24575,'-2'23'0,"-2"1"0,-2-2 0,1 1 0,-2 0 0,-1-2 0,0 2 0,-18 31 0,14-30 0,5-9 0,0 0 0,1-2 0,-2 0 0,-2 1 0,2-2 0,-13 14 0,13-26 0,9-14 0,10-16 0,44-80-1365,-43 83-5461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19:23:28.498"/>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ABFB27-88C0-463C-9182-8149EE049FDA}" type="datetimeFigureOut">
              <a:rPr lang="en-US" smtClean="0"/>
              <a:t>8/17/26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0D8237-8C28-4618-9086-A8CF1DF6A599}" type="slidenum">
              <a:rPr lang="en-US" smtClean="0"/>
              <a:t>‹#›</a:t>
            </a:fld>
            <a:endParaRPr lang="en-US"/>
          </a:p>
        </p:txBody>
      </p:sp>
    </p:spTree>
    <p:extLst>
      <p:ext uri="{BB962C8B-B14F-4D97-AF65-F5344CB8AC3E}">
        <p14:creationId xmlns:p14="http://schemas.microsoft.com/office/powerpoint/2010/main" val="740040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510363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B68AC05D-3F6F-4FA4-B2B9-D5143D30AF94}"/>
              </a:ext>
            </a:extLst>
          </p:cNvPr>
          <p:cNvSpPr>
            <a:spLocks noGrp="1" noChangeArrowheads="1"/>
          </p:cNvSpPr>
          <p:nvPr>
            <p:ph type="sldNum" sz="quarter"/>
          </p:nvPr>
        </p:nvSpPr>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S Gothic" panose="020B0609070205080204" pitchFamily="49" charset="-128"/>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S Gothic" panose="020B0609070205080204" pitchFamily="49" charset="-128"/>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S Gothic" panose="020B0609070205080204" pitchFamily="49" charset="-128"/>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S Gothic" panose="020B0609070205080204" pitchFamily="49" charset="-128"/>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S Gothic" panose="020B0609070205080204" pitchFamily="49" charset="-128"/>
              </a:defRPr>
            </a:lvl5pPr>
            <a:lvl6pPr marL="2514600" indent="-228600" defTabSz="455613"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S Gothic" panose="020B0609070205080204" pitchFamily="49" charset="-128"/>
              </a:defRPr>
            </a:lvl6pPr>
            <a:lvl7pPr marL="2971800" indent="-228600" defTabSz="455613"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S Gothic" panose="020B0609070205080204" pitchFamily="49" charset="-128"/>
              </a:defRPr>
            </a:lvl7pPr>
            <a:lvl8pPr marL="3429000" indent="-228600" defTabSz="455613"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S Gothic" panose="020B0609070205080204" pitchFamily="49" charset="-128"/>
              </a:defRPr>
            </a:lvl8pPr>
            <a:lvl9pPr marL="3886200" indent="-228600" defTabSz="455613"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S Gothic" panose="020B0609070205080204" pitchFamily="49" charset="-128"/>
              </a:defRPr>
            </a:lvl9pPr>
          </a:lstStyle>
          <a:p>
            <a:pPr marL="0" marR="0" lvl="0" indent="0" algn="r" defTabSz="914400" rtl="0" eaLnBrk="1" fontAlgn="base" latinLnBrk="0" hangingPunct="0">
              <a:lnSpc>
                <a:spcPct val="100000"/>
              </a:lnSpc>
              <a:spcBef>
                <a:spcPct val="0"/>
              </a:spcBef>
              <a:spcAft>
                <a:spcPct val="0"/>
              </a:spcAft>
              <a:buClrTx/>
              <a:buSz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fld id="{230B0A73-00CD-4C69-91AB-724BA1B930E3}"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Gothic" panose="020B0609070205080204" pitchFamily="49" charset="-128"/>
                <a:cs typeface="Arial" charset="0"/>
              </a:rPr>
              <a:pPr marL="0" marR="0" lvl="0" indent="0" algn="r" defTabSz="914400" rtl="0" eaLnBrk="1" fontAlgn="base" latinLnBrk="0" hangingPunct="0">
                <a:lnSpc>
                  <a:spcPct val="100000"/>
                </a:lnSpc>
                <a:spcBef>
                  <a:spcPct val="0"/>
                </a:spcBef>
                <a:spcAft>
                  <a:spcPct val="0"/>
                </a:spcAft>
                <a:buClrTx/>
                <a:buSz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t>28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Gothic" panose="020B0609070205080204" pitchFamily="49" charset="-128"/>
              <a:cs typeface="Arial" charset="0"/>
            </a:endParaRPr>
          </a:p>
        </p:txBody>
      </p:sp>
      <p:sp>
        <p:nvSpPr>
          <p:cNvPr id="105475" name="Text Box 1">
            <a:extLst>
              <a:ext uri="{FF2B5EF4-FFF2-40B4-BE49-F238E27FC236}">
                <a16:creationId xmlns:a16="http://schemas.microsoft.com/office/drawing/2014/main" id="{A377676E-BEB4-4391-B508-5CF3E36C9A3E}"/>
              </a:ext>
            </a:extLst>
          </p:cNvPr>
          <p:cNvSpPr txBox="1">
            <a:spLocks noChangeArrowheads="1"/>
          </p:cNvSpPr>
          <p:nvPr/>
        </p:nvSpPr>
        <p:spPr bwMode="auto">
          <a:xfrm>
            <a:off x="1371600" y="763588"/>
            <a:ext cx="5029200" cy="37719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bg1"/>
                </a:solidFill>
                <a:latin typeface="Arial" panose="020B0604020202020204" pitchFamily="34" charset="0"/>
                <a:ea typeface="MS Gothic" panose="020B0609070205080204" pitchFamily="49" charset="-128"/>
              </a:defRPr>
            </a:lvl1pPr>
            <a:lvl2pPr marL="742950" indent="-285750" eaLnBrk="0" hangingPunct="0">
              <a:defRPr>
                <a:solidFill>
                  <a:schemeClr val="bg1"/>
                </a:solidFill>
                <a:latin typeface="Arial" panose="020B0604020202020204" pitchFamily="34" charset="0"/>
                <a:ea typeface="MS Gothic" panose="020B0609070205080204" pitchFamily="49" charset="-128"/>
              </a:defRPr>
            </a:lvl2pPr>
            <a:lvl3pPr marL="1143000" indent="-228600" eaLnBrk="0" hangingPunct="0">
              <a:defRPr>
                <a:solidFill>
                  <a:schemeClr val="bg1"/>
                </a:solidFill>
                <a:latin typeface="Arial" panose="020B0604020202020204" pitchFamily="34" charset="0"/>
                <a:ea typeface="MS Gothic" panose="020B0609070205080204" pitchFamily="49" charset="-128"/>
              </a:defRPr>
            </a:lvl3pPr>
            <a:lvl4pPr marL="1600200" indent="-228600" eaLnBrk="0" hangingPunct="0">
              <a:defRPr>
                <a:solidFill>
                  <a:schemeClr val="bg1"/>
                </a:solidFill>
                <a:latin typeface="Arial" panose="020B0604020202020204" pitchFamily="34" charset="0"/>
                <a:ea typeface="MS Gothic" panose="020B0609070205080204" pitchFamily="49" charset="-128"/>
              </a:defRPr>
            </a:lvl4pPr>
            <a:lvl5pPr marL="2057400" indent="-228600" eaLnBrk="0" hangingPunct="0">
              <a:defRPr>
                <a:solidFill>
                  <a:schemeClr val="bg1"/>
                </a:solidFill>
                <a:latin typeface="Arial" panose="020B0604020202020204" pitchFamily="34" charset="0"/>
                <a:ea typeface="MS Gothic" panose="020B0609070205080204" pitchFamily="49" charset="-128"/>
              </a:defRPr>
            </a:lvl5pPr>
            <a:lvl6pPr marL="2514600" indent="-228600" defTabSz="455613" eaLnBrk="0" fontAlgn="base" hangingPunct="0">
              <a:spcBef>
                <a:spcPct val="0"/>
              </a:spcBef>
              <a:spcAft>
                <a:spcPct val="0"/>
              </a:spcAft>
              <a:defRPr>
                <a:solidFill>
                  <a:schemeClr val="bg1"/>
                </a:solidFill>
                <a:latin typeface="Arial" panose="020B0604020202020204" pitchFamily="34" charset="0"/>
                <a:ea typeface="MS Gothic" panose="020B0609070205080204" pitchFamily="49" charset="-128"/>
              </a:defRPr>
            </a:lvl6pPr>
            <a:lvl7pPr marL="2971800" indent="-228600" defTabSz="455613" eaLnBrk="0" fontAlgn="base" hangingPunct="0">
              <a:spcBef>
                <a:spcPct val="0"/>
              </a:spcBef>
              <a:spcAft>
                <a:spcPct val="0"/>
              </a:spcAft>
              <a:defRPr>
                <a:solidFill>
                  <a:schemeClr val="bg1"/>
                </a:solidFill>
                <a:latin typeface="Arial" panose="020B0604020202020204" pitchFamily="34" charset="0"/>
                <a:ea typeface="MS Gothic" panose="020B0609070205080204" pitchFamily="49" charset="-128"/>
              </a:defRPr>
            </a:lvl7pPr>
            <a:lvl8pPr marL="3429000" indent="-228600" defTabSz="455613" eaLnBrk="0" fontAlgn="base" hangingPunct="0">
              <a:spcBef>
                <a:spcPct val="0"/>
              </a:spcBef>
              <a:spcAft>
                <a:spcPct val="0"/>
              </a:spcAft>
              <a:defRPr>
                <a:solidFill>
                  <a:schemeClr val="bg1"/>
                </a:solidFill>
                <a:latin typeface="Arial" panose="020B0604020202020204" pitchFamily="34" charset="0"/>
                <a:ea typeface="MS Gothic" panose="020B0609070205080204" pitchFamily="49" charset="-128"/>
              </a:defRPr>
            </a:lvl8pPr>
            <a:lvl9pPr marL="3886200" indent="-228600" defTabSz="455613" eaLnBrk="0" fontAlgn="base" hangingPunct="0">
              <a:spcBef>
                <a:spcPct val="0"/>
              </a:spcBef>
              <a:spcAft>
                <a:spcPct val="0"/>
              </a:spcAft>
              <a:defRPr>
                <a:solidFill>
                  <a:schemeClr val="bg1"/>
                </a:solidFill>
                <a:latin typeface="Arial" panose="020B0604020202020204" pitchFamily="34" charset="0"/>
                <a:ea typeface="MS Gothic" panose="020B0609070205080204" pitchFamily="49" charset="-128"/>
              </a:defRPr>
            </a:lvl9pPr>
          </a:lstStyle>
          <a:p>
            <a:pPr marL="0" marR="0" lvl="0" indent="0" algn="l" defTabSz="9144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defRPr/>
            </a:pPr>
            <a:endParaRPr kumimoji="0" lang="en-US" altLang="en-US" sz="1800" b="0" i="0" u="none" strike="noStrike" kern="1200" cap="none" spc="0" normalizeH="0" baseline="0" noProof="0">
              <a:ln>
                <a:noFill/>
              </a:ln>
              <a:solidFill>
                <a:prstClr val="white"/>
              </a:solidFill>
              <a:effectLst/>
              <a:uLnTx/>
              <a:uFillTx/>
              <a:latin typeface="Arial" panose="020B0604020202020204" pitchFamily="34" charset="0"/>
              <a:ea typeface="MS Gothic" panose="020B0609070205080204" pitchFamily="49" charset="-128"/>
              <a:cs typeface="Arial" charset="0"/>
            </a:endParaRPr>
          </a:p>
        </p:txBody>
      </p:sp>
      <p:sp>
        <p:nvSpPr>
          <p:cNvPr id="105476" name="Rectangle 2">
            <a:extLst>
              <a:ext uri="{FF2B5EF4-FFF2-40B4-BE49-F238E27FC236}">
                <a16:creationId xmlns:a16="http://schemas.microsoft.com/office/drawing/2014/main" id="{37BBF46F-6894-442B-8C61-02A499AFBDA2}"/>
              </a:ext>
            </a:extLst>
          </p:cNvPr>
          <p:cNvSpPr>
            <a:spLocks noGrp="1" noChangeArrowheads="1"/>
          </p:cNvSpPr>
          <p:nvPr>
            <p:ph type="body"/>
          </p:nvPr>
        </p:nvSpPr>
        <p:spPr>
          <a:xfrm>
            <a:off x="777875" y="4776788"/>
            <a:ext cx="6216650"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3325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3D590B-FC50-4281-90C4-01F94BC3EA9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3087153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C9CA9-0485-D337-3E3C-AC4278636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B5DF8-82BE-8D05-A215-DBDD0289432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2672DE9-83B2-2D8B-B97D-ACA149FBF1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9777CF-B5C7-6852-E1A4-770433BB433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3D590B-FC50-4281-90C4-01F94BC3EA9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2276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35847446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wmf"/><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wmf"/><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wmf"/><Relationship Id="rId1" Type="http://schemas.openxmlformats.org/officeDocument/2006/relationships/slideMaster" Target="../slideMasters/slideMaster5.xml"/><Relationship Id="rId4"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wmf"/><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3691229495"/>
      </p:ext>
    </p:extLst>
  </p:cSld>
  <p:clrMapOvr>
    <a:overrideClrMapping bg1="lt1" tx1="dk1" bg2="lt2" tx2="dk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233347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2469523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8/17/26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1742595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8/17/26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887298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8/17/26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680133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8/17/26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622358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2078844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172165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1291249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3644927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urse/Lesson Outline">
    <p:spTree>
      <p:nvGrpSpPr>
        <p:cNvPr id="1" name=""/>
        <p:cNvGrpSpPr/>
        <p:nvPr/>
      </p:nvGrpSpPr>
      <p:grpSpPr>
        <a:xfrm>
          <a:off x="0" y="0"/>
          <a:ext cx="0" cy="0"/>
          <a:chOff x="0" y="0"/>
          <a:chExt cx="0" cy="0"/>
        </a:xfrm>
      </p:grpSpPr>
      <p:sp>
        <p:nvSpPr>
          <p:cNvPr id="11" name="Content Placeholder 2"/>
          <p:cNvSpPr>
            <a:spLocks noGrp="1"/>
          </p:cNvSpPr>
          <p:nvPr>
            <p:ph idx="1"/>
          </p:nvPr>
        </p:nvSpPr>
        <p:spPr>
          <a:xfrm>
            <a:off x="341925" y="1302040"/>
            <a:ext cx="8460150" cy="4131352"/>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sz="1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341925" y="100269"/>
            <a:ext cx="7883768" cy="844611"/>
          </a:xfrm>
          <a:prstGeom prst="rect">
            <a:avLst/>
          </a:prstGeom>
        </p:spPr>
        <p:txBody>
          <a:bodyPr vert="horz" lIns="91440" tIns="45720" rIns="91440" bIns="45720" rtlCol="0" anchor="ctr">
            <a:normAutofit/>
          </a:bodyPr>
          <a:lstStyle/>
          <a:p>
            <a:r>
              <a:rPr lang="en-US" dirty="0"/>
              <a:t>Course/Lesson outline</a:t>
            </a:r>
          </a:p>
        </p:txBody>
      </p:sp>
    </p:spTree>
    <p:extLst>
      <p:ext uri="{BB962C8B-B14F-4D97-AF65-F5344CB8AC3E}">
        <p14:creationId xmlns:p14="http://schemas.microsoft.com/office/powerpoint/2010/main" val="100455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rner Fill">
    <p:spTree>
      <p:nvGrpSpPr>
        <p:cNvPr id="1" name=""/>
        <p:cNvGrpSpPr/>
        <p:nvPr/>
      </p:nvGrpSpPr>
      <p:grpSpPr>
        <a:xfrm>
          <a:off x="0" y="0"/>
          <a:ext cx="0" cy="0"/>
          <a:chOff x="0" y="0"/>
          <a:chExt cx="0" cy="0"/>
        </a:xfrm>
      </p:grpSpPr>
      <p:sp>
        <p:nvSpPr>
          <p:cNvPr id="11" name="Title Placeholder 1"/>
          <p:cNvSpPr>
            <a:spLocks noGrp="1"/>
          </p:cNvSpPr>
          <p:nvPr>
            <p:ph type="title" hasCustomPrompt="1"/>
          </p:nvPr>
        </p:nvSpPr>
        <p:spPr>
          <a:xfrm>
            <a:off x="341925" y="100269"/>
            <a:ext cx="7883768" cy="844611"/>
          </a:xfrm>
          <a:prstGeom prst="rect">
            <a:avLst/>
          </a:prstGeom>
        </p:spPr>
        <p:txBody>
          <a:bodyPr vert="horz" lIns="91440" tIns="45720" rIns="91440" bIns="45720" rtlCol="0" anchor="ctr">
            <a:normAutofit/>
          </a:bodyPr>
          <a:lstStyle/>
          <a:p>
            <a:r>
              <a:rPr lang="en-US" dirty="0"/>
              <a:t>Click to add title</a:t>
            </a:r>
          </a:p>
        </p:txBody>
      </p:sp>
      <p:sp>
        <p:nvSpPr>
          <p:cNvPr id="10" name="Content Placeholder 2"/>
          <p:cNvSpPr>
            <a:spLocks noGrp="1"/>
          </p:cNvSpPr>
          <p:nvPr>
            <p:ph idx="1"/>
          </p:nvPr>
        </p:nvSpPr>
        <p:spPr>
          <a:xfrm>
            <a:off x="341925" y="1302040"/>
            <a:ext cx="8460150" cy="4481345"/>
          </a:xfrm>
          <a:prstGeom prst="rect">
            <a:avLst/>
          </a:prstGeom>
        </p:spPr>
        <p:txBody>
          <a:bodyPr>
            <a:normAutofit/>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20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20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sz="20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Tree>
    <p:extLst>
      <p:ext uri="{BB962C8B-B14F-4D97-AF65-F5344CB8AC3E}">
        <p14:creationId xmlns:p14="http://schemas.microsoft.com/office/powerpoint/2010/main" val="404186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No Fill Slide">
    <p:spTree>
      <p:nvGrpSpPr>
        <p:cNvPr id="1" name=""/>
        <p:cNvGrpSpPr/>
        <p:nvPr/>
      </p:nvGrpSpPr>
      <p:grpSpPr>
        <a:xfrm>
          <a:off x="0" y="0"/>
          <a:ext cx="0" cy="0"/>
          <a:chOff x="0" y="0"/>
          <a:chExt cx="0" cy="0"/>
        </a:xfrm>
      </p:grpSpPr>
      <p:sp>
        <p:nvSpPr>
          <p:cNvPr id="7" name="Content Placeholder 2"/>
          <p:cNvSpPr>
            <a:spLocks noGrp="1"/>
          </p:cNvSpPr>
          <p:nvPr>
            <p:ph idx="1"/>
          </p:nvPr>
        </p:nvSpPr>
        <p:spPr>
          <a:xfrm>
            <a:off x="341925" y="1302040"/>
            <a:ext cx="8460150" cy="4920960"/>
          </a:xfrm>
          <a:prstGeom prst="rect">
            <a:avLst/>
          </a:prstGeom>
        </p:spPr>
        <p:txBody>
          <a:bodyPr>
            <a:normAutofit/>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24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24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sz="2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341925" y="100269"/>
            <a:ext cx="7883768" cy="844611"/>
          </a:xfrm>
          <a:prstGeom prst="rect">
            <a:avLst/>
          </a:prstGeom>
        </p:spPr>
        <p:txBody>
          <a:bodyPr vert="horz" lIns="91440" tIns="45720" rIns="91440" bIns="45720" rtlCol="0" anchor="ctr">
            <a:normAutofit/>
          </a:bodyPr>
          <a:lstStyle/>
          <a:p>
            <a:r>
              <a:rPr lang="en-US" dirty="0"/>
              <a:t>Click to add title</a:t>
            </a:r>
          </a:p>
        </p:txBody>
      </p:sp>
    </p:spTree>
    <p:extLst>
      <p:ext uri="{BB962C8B-B14F-4D97-AF65-F5344CB8AC3E}">
        <p14:creationId xmlns:p14="http://schemas.microsoft.com/office/powerpoint/2010/main" val="40608771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ottom Fill Slide">
    <p:spTree>
      <p:nvGrpSpPr>
        <p:cNvPr id="1" name=""/>
        <p:cNvGrpSpPr/>
        <p:nvPr/>
      </p:nvGrpSpPr>
      <p:grpSpPr>
        <a:xfrm>
          <a:off x="0" y="0"/>
          <a:ext cx="0" cy="0"/>
          <a:chOff x="0" y="0"/>
          <a:chExt cx="0" cy="0"/>
        </a:xfrm>
      </p:grpSpPr>
      <p:sp>
        <p:nvSpPr>
          <p:cNvPr id="10" name="Content Placeholder 2"/>
          <p:cNvSpPr>
            <a:spLocks noGrp="1"/>
          </p:cNvSpPr>
          <p:nvPr>
            <p:ph idx="1"/>
          </p:nvPr>
        </p:nvSpPr>
        <p:spPr>
          <a:xfrm>
            <a:off x="341925" y="1302040"/>
            <a:ext cx="8460150" cy="4481345"/>
          </a:xfrm>
          <a:prstGeom prst="rect">
            <a:avLst/>
          </a:prstGeom>
        </p:spPr>
        <p:txBody>
          <a:bodyPr>
            <a:normAutofit/>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24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24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sz="2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2" name="Title 1">
            <a:extLst>
              <a:ext uri="{FF2B5EF4-FFF2-40B4-BE49-F238E27FC236}">
                <a16:creationId xmlns:a16="http://schemas.microsoft.com/office/drawing/2014/main" id="{1A601283-2C11-4595-B2C2-80FB4D756F8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666353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7AAAC-E1E0-4261-A757-6B3D77678C4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47032353-97B3-4A0E-8680-99A468F7A40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B94595E-5257-4912-8FBE-A073D7AF4087}"/>
              </a:ext>
            </a:extLst>
          </p:cNvPr>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a:extLst>
              <a:ext uri="{FF2B5EF4-FFF2-40B4-BE49-F238E27FC236}">
                <a16:creationId xmlns:a16="http://schemas.microsoft.com/office/drawing/2014/main" id="{AABC3BCE-B981-4573-82AE-CCE6520E1EF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2AE13BF-005A-4289-B56B-7102A88C1294}"/>
              </a:ext>
            </a:extLst>
          </p:cNvPr>
          <p:cNvSpPr>
            <a:spLocks noGrp="1"/>
          </p:cNvSpPr>
          <p:nvPr>
            <p:ph type="sldNum" sz="quarter" idx="12"/>
          </p:nvPr>
        </p:nvSpPr>
        <p:spPr/>
        <p:txBody>
          <a:bodyPr/>
          <a:lstStyle/>
          <a:p>
            <a:fld id="{A8160BDD-7155-D744-B749-9730458604AD}" type="slidenum">
              <a:rPr lang="en-US" smtClean="0"/>
              <a:pPr/>
              <a:t>‹#›</a:t>
            </a:fld>
            <a:endParaRPr lang="en-US" dirty="0"/>
          </a:p>
        </p:txBody>
      </p:sp>
    </p:spTree>
    <p:extLst>
      <p:ext uri="{BB962C8B-B14F-4D97-AF65-F5344CB8AC3E}">
        <p14:creationId xmlns:p14="http://schemas.microsoft.com/office/powerpoint/2010/main" val="1522171323"/>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02675-0BF4-438C-ACC1-8EF1661A78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FC4F32-EF94-4DC7-AE36-0F4C6BC8543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29777C-A929-4696-AA23-DC19C8880131}"/>
              </a:ext>
            </a:extLst>
          </p:cNvPr>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a:extLst>
              <a:ext uri="{FF2B5EF4-FFF2-40B4-BE49-F238E27FC236}">
                <a16:creationId xmlns:a16="http://schemas.microsoft.com/office/drawing/2014/main" id="{52AD74B2-4E0A-40A7-B6A7-70153DEC312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FE40D1-71DB-4B5F-9C82-E72B999B97E7}"/>
              </a:ext>
            </a:extLst>
          </p:cNvPr>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39430873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59D7F-C025-4868-AB7C-F6FC750BB31C}"/>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41734C3-06F5-4686-A471-2366C336225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525C67D-195D-487B-9E3F-47A96258B4AF}"/>
              </a:ext>
            </a:extLst>
          </p:cNvPr>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a:extLst>
              <a:ext uri="{FF2B5EF4-FFF2-40B4-BE49-F238E27FC236}">
                <a16:creationId xmlns:a16="http://schemas.microsoft.com/office/drawing/2014/main" id="{9A41DDC8-A34F-473E-B6D3-D8369E2391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8A9F3F-58A6-4BAC-9011-2D4155E9860D}"/>
              </a:ext>
            </a:extLst>
          </p:cNvPr>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39169674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B55D5-FE31-4869-A9B2-902CA45275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249C2E-5294-4DA6-A2EB-8C95E63AF12E}"/>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7B1877-1B65-4996-95BC-E686F0EE6DD9}"/>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86EF7E-1DB2-4126-ADB5-8FE8DCAB7C6A}"/>
              </a:ext>
            </a:extLst>
          </p:cNvPr>
          <p:cNvSpPr>
            <a:spLocks noGrp="1"/>
          </p:cNvSpPr>
          <p:nvPr>
            <p:ph type="dt" sz="half" idx="10"/>
          </p:nvPr>
        </p:nvSpPr>
        <p:spPr/>
        <p:txBody>
          <a:bodyPr/>
          <a:lstStyle/>
          <a:p>
            <a:fld id="{48A87A34-81AB-432B-8DAE-1953F412C126}" type="datetimeFigureOut">
              <a:rPr lang="en-US" smtClean="0"/>
              <a:t>8/17/26</a:t>
            </a:fld>
            <a:endParaRPr lang="en-US" dirty="0"/>
          </a:p>
        </p:txBody>
      </p:sp>
      <p:sp>
        <p:nvSpPr>
          <p:cNvPr id="6" name="Footer Placeholder 5">
            <a:extLst>
              <a:ext uri="{FF2B5EF4-FFF2-40B4-BE49-F238E27FC236}">
                <a16:creationId xmlns:a16="http://schemas.microsoft.com/office/drawing/2014/main" id="{7143970C-4238-4774-B026-E8D595B0EF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E2427F-0FC9-4927-AC74-95E71EA59A81}"/>
              </a:ext>
            </a:extLst>
          </p:cNvPr>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29485907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33FF6-55C0-4D23-9EDA-B33677D6512E}"/>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D7236A-E4B0-4AE6-ACE1-5CF41EF8C13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0809435F-A8DF-47F9-920C-4804A645D431}"/>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5B9261-B4C8-4802-ACBB-C85295E1D50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5B74794B-4E68-4946-966A-81F5F7F396CE}"/>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7D256D-253B-4144-8BAC-F7181EA270DC}"/>
              </a:ext>
            </a:extLst>
          </p:cNvPr>
          <p:cNvSpPr>
            <a:spLocks noGrp="1"/>
          </p:cNvSpPr>
          <p:nvPr>
            <p:ph type="dt" sz="half" idx="10"/>
          </p:nvPr>
        </p:nvSpPr>
        <p:spPr/>
        <p:txBody>
          <a:bodyPr/>
          <a:lstStyle/>
          <a:p>
            <a:fld id="{48A87A34-81AB-432B-8DAE-1953F412C126}" type="datetimeFigureOut">
              <a:rPr lang="en-US" smtClean="0"/>
              <a:t>8/17/26</a:t>
            </a:fld>
            <a:endParaRPr lang="en-US" dirty="0"/>
          </a:p>
        </p:txBody>
      </p:sp>
      <p:sp>
        <p:nvSpPr>
          <p:cNvPr id="8" name="Footer Placeholder 7">
            <a:extLst>
              <a:ext uri="{FF2B5EF4-FFF2-40B4-BE49-F238E27FC236}">
                <a16:creationId xmlns:a16="http://schemas.microsoft.com/office/drawing/2014/main" id="{A7A88A39-DB4B-4164-B20E-11353F9A09D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90D9E92-0F9A-465B-8EF0-37F94B3DADA2}"/>
              </a:ext>
            </a:extLst>
          </p:cNvPr>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39655250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2C3AA-CDFF-457A-AA62-ABF3C56503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EA9E67-67A8-46B3-AE0C-8511789C055B}"/>
              </a:ext>
            </a:extLst>
          </p:cNvPr>
          <p:cNvSpPr>
            <a:spLocks noGrp="1"/>
          </p:cNvSpPr>
          <p:nvPr>
            <p:ph type="dt" sz="half" idx="10"/>
          </p:nvPr>
        </p:nvSpPr>
        <p:spPr/>
        <p:txBody>
          <a:bodyPr/>
          <a:lstStyle/>
          <a:p>
            <a:fld id="{48A87A34-81AB-432B-8DAE-1953F412C126}" type="datetimeFigureOut">
              <a:rPr lang="en-US" smtClean="0"/>
              <a:t>8/17/26</a:t>
            </a:fld>
            <a:endParaRPr lang="en-US" dirty="0"/>
          </a:p>
        </p:txBody>
      </p:sp>
      <p:sp>
        <p:nvSpPr>
          <p:cNvPr id="4" name="Footer Placeholder 3">
            <a:extLst>
              <a:ext uri="{FF2B5EF4-FFF2-40B4-BE49-F238E27FC236}">
                <a16:creationId xmlns:a16="http://schemas.microsoft.com/office/drawing/2014/main" id="{567C3C01-947C-461F-8588-4ED08090919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5CA63FC-2C6A-4BFB-9066-0CB37899CE9F}"/>
              </a:ext>
            </a:extLst>
          </p:cNvPr>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8841417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EB85AB-62CF-4142-9EBB-89230DA7C740}"/>
              </a:ext>
            </a:extLst>
          </p:cNvPr>
          <p:cNvSpPr>
            <a:spLocks noGrp="1"/>
          </p:cNvSpPr>
          <p:nvPr>
            <p:ph type="dt" sz="half" idx="10"/>
          </p:nvPr>
        </p:nvSpPr>
        <p:spPr/>
        <p:txBody>
          <a:bodyPr/>
          <a:lstStyle/>
          <a:p>
            <a:fld id="{48A87A34-81AB-432B-8DAE-1953F412C126}" type="datetimeFigureOut">
              <a:rPr lang="en-US" smtClean="0"/>
              <a:t>8/17/26</a:t>
            </a:fld>
            <a:endParaRPr lang="en-US" dirty="0"/>
          </a:p>
        </p:txBody>
      </p:sp>
      <p:sp>
        <p:nvSpPr>
          <p:cNvPr id="3" name="Footer Placeholder 2">
            <a:extLst>
              <a:ext uri="{FF2B5EF4-FFF2-40B4-BE49-F238E27FC236}">
                <a16:creationId xmlns:a16="http://schemas.microsoft.com/office/drawing/2014/main" id="{2C738963-9539-46A9-A082-AAA75DE3819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DE0772C-E94D-4A88-98EA-8D6E19C34442}"/>
              </a:ext>
            </a:extLst>
          </p:cNvPr>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2632104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A33A-77B4-4D53-8697-57A0E22E9E7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AF5FE65-5452-4A3D-9130-A96E039257C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C31C32-4A6C-4A22-BCBA-D58FCA22C56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04CEDD30-0708-4B82-8D0F-DF92A7DF247C}"/>
              </a:ext>
            </a:extLst>
          </p:cNvPr>
          <p:cNvSpPr>
            <a:spLocks noGrp="1"/>
          </p:cNvSpPr>
          <p:nvPr>
            <p:ph type="dt" sz="half" idx="10"/>
          </p:nvPr>
        </p:nvSpPr>
        <p:spPr/>
        <p:txBody>
          <a:bodyPr/>
          <a:lstStyle/>
          <a:p>
            <a:fld id="{48A87A34-81AB-432B-8DAE-1953F412C126}" type="datetimeFigureOut">
              <a:rPr lang="en-US" smtClean="0"/>
              <a:t>8/17/26</a:t>
            </a:fld>
            <a:endParaRPr lang="en-US" dirty="0"/>
          </a:p>
        </p:txBody>
      </p:sp>
      <p:sp>
        <p:nvSpPr>
          <p:cNvPr id="6" name="Footer Placeholder 5">
            <a:extLst>
              <a:ext uri="{FF2B5EF4-FFF2-40B4-BE49-F238E27FC236}">
                <a16:creationId xmlns:a16="http://schemas.microsoft.com/office/drawing/2014/main" id="{64DD0E83-E321-4132-899B-BAEBEAF0A4F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8B17035-F58F-42C3-8D42-0B23CFF7016B}"/>
              </a:ext>
            </a:extLst>
          </p:cNvPr>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333792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3-A0CC-42B3-BBFA-C52088B52DB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0C7A9CE3-153B-4BEF-B6C2-0B8B78D1210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F645503-40CA-4E59-9E0A-F0E78F37743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94848496-EF1F-48D3-BEDF-E0B4C3FD0F86}"/>
              </a:ext>
            </a:extLst>
          </p:cNvPr>
          <p:cNvSpPr>
            <a:spLocks noGrp="1"/>
          </p:cNvSpPr>
          <p:nvPr>
            <p:ph type="dt" sz="half" idx="10"/>
          </p:nvPr>
        </p:nvSpPr>
        <p:spPr/>
        <p:txBody>
          <a:bodyPr/>
          <a:lstStyle/>
          <a:p>
            <a:fld id="{48A87A34-81AB-432B-8DAE-1953F412C126}" type="datetimeFigureOut">
              <a:rPr lang="en-US" smtClean="0"/>
              <a:pPr/>
              <a:t>8/17/26</a:t>
            </a:fld>
            <a:endParaRPr lang="en-US" dirty="0"/>
          </a:p>
        </p:txBody>
      </p:sp>
      <p:sp>
        <p:nvSpPr>
          <p:cNvPr id="6" name="Footer Placeholder 5">
            <a:extLst>
              <a:ext uri="{FF2B5EF4-FFF2-40B4-BE49-F238E27FC236}">
                <a16:creationId xmlns:a16="http://schemas.microsoft.com/office/drawing/2014/main" id="{FA670835-B3F8-4C76-87F4-ACBB07C8C31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8F0A280-1AF1-424D-BE76-FB4C60FC9113}"/>
              </a:ext>
            </a:extLst>
          </p:cNvPr>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0679724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89569-08BD-41BA-B2CA-3FE9BD53A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C69C7C-F76D-4200-B31A-D587431B8F4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2F01E1-6435-413F-9408-96CF2A100C1C}"/>
              </a:ext>
            </a:extLst>
          </p:cNvPr>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a:extLst>
              <a:ext uri="{FF2B5EF4-FFF2-40B4-BE49-F238E27FC236}">
                <a16:creationId xmlns:a16="http://schemas.microsoft.com/office/drawing/2014/main" id="{3004B16A-E686-4A74-8121-64714D4A945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DAEE1C3-1E50-470B-9C0E-0C90CA3791DB}"/>
              </a:ext>
            </a:extLst>
          </p:cNvPr>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215196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9D0846-5A39-4B6D-8E3C-D4743AF08752}"/>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AEB9D7-8D4E-4F3B-8042-178359E7245D}"/>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8783FD-F816-45BC-B082-52FE03FB4D7C}"/>
              </a:ext>
            </a:extLst>
          </p:cNvPr>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a:extLst>
              <a:ext uri="{FF2B5EF4-FFF2-40B4-BE49-F238E27FC236}">
                <a16:creationId xmlns:a16="http://schemas.microsoft.com/office/drawing/2014/main" id="{B923A1AD-7AFD-4157-97E4-C19527D97C5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4A98A4-A4E0-4F58-918E-D9CD9978289E}"/>
              </a:ext>
            </a:extLst>
          </p:cNvPr>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7416801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ourse/Lesson Outline">
    <p:spTree>
      <p:nvGrpSpPr>
        <p:cNvPr id="1" name=""/>
        <p:cNvGrpSpPr/>
        <p:nvPr/>
      </p:nvGrpSpPr>
      <p:grpSpPr>
        <a:xfrm>
          <a:off x="0" y="0"/>
          <a:ext cx="0" cy="0"/>
          <a:chOff x="0" y="0"/>
          <a:chExt cx="0" cy="0"/>
        </a:xfrm>
      </p:grpSpPr>
      <p:sp>
        <p:nvSpPr>
          <p:cNvPr id="11" name="Content Placeholder 2"/>
          <p:cNvSpPr>
            <a:spLocks noGrp="1"/>
          </p:cNvSpPr>
          <p:nvPr>
            <p:ph idx="1"/>
          </p:nvPr>
        </p:nvSpPr>
        <p:spPr>
          <a:xfrm>
            <a:off x="341925" y="1302040"/>
            <a:ext cx="8460150" cy="4131352"/>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sz="1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Tree>
    <p:extLst>
      <p:ext uri="{BB962C8B-B14F-4D97-AF65-F5344CB8AC3E}">
        <p14:creationId xmlns:p14="http://schemas.microsoft.com/office/powerpoint/2010/main" val="11582254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ottom Fill Slide">
    <p:spTree>
      <p:nvGrpSpPr>
        <p:cNvPr id="1" name=""/>
        <p:cNvGrpSpPr/>
        <p:nvPr/>
      </p:nvGrpSpPr>
      <p:grpSpPr>
        <a:xfrm>
          <a:off x="0" y="0"/>
          <a:ext cx="0" cy="0"/>
          <a:chOff x="0" y="0"/>
          <a:chExt cx="0" cy="0"/>
        </a:xfrm>
      </p:grpSpPr>
      <p:sp>
        <p:nvSpPr>
          <p:cNvPr id="10" name="Content Placeholder 2"/>
          <p:cNvSpPr>
            <a:spLocks noGrp="1"/>
          </p:cNvSpPr>
          <p:nvPr>
            <p:ph idx="1"/>
          </p:nvPr>
        </p:nvSpPr>
        <p:spPr>
          <a:xfrm>
            <a:off x="341925" y="1302040"/>
            <a:ext cx="8460150" cy="4481345"/>
          </a:xfrm>
          <a:prstGeom prst="rect">
            <a:avLst/>
          </a:prstGeom>
        </p:spPr>
        <p:txBody>
          <a:bodyPr>
            <a:normAutofit/>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24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24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sz="2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2" name="Title 1">
            <a:extLst>
              <a:ext uri="{FF2B5EF4-FFF2-40B4-BE49-F238E27FC236}">
                <a16:creationId xmlns:a16="http://schemas.microsoft.com/office/drawing/2014/main" id="{1A601283-2C11-4595-B2C2-80FB4D756F8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099419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ourse/Lesson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p:nvPr>
        </p:nvSpPr>
        <p:spPr>
          <a:xfrm>
            <a:off x="341925" y="1302040"/>
            <a:ext cx="8460150" cy="4131352"/>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sz="1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341925" y="100269"/>
            <a:ext cx="7883768" cy="844611"/>
          </a:xfrm>
          <a:prstGeom prst="rect">
            <a:avLst/>
          </a:prstGeom>
        </p:spPr>
        <p:txBody>
          <a:bodyPr vert="horz" lIns="91440" tIns="45720" rIns="91440" bIns="45720" rtlCol="0" anchor="ctr">
            <a:normAutofit/>
          </a:bodyPr>
          <a:lstStyle>
            <a:lvl1pPr>
              <a:defRPr/>
            </a:lvl1pPr>
          </a:lstStyle>
          <a:p>
            <a:r>
              <a:rPr lang="en-US" dirty="0"/>
              <a:t>Course/Lesson outline</a:t>
            </a:r>
          </a:p>
        </p:txBody>
      </p:sp>
    </p:spTree>
    <p:extLst>
      <p:ext uri="{BB962C8B-B14F-4D97-AF65-F5344CB8AC3E}">
        <p14:creationId xmlns:p14="http://schemas.microsoft.com/office/powerpoint/2010/main" val="24447313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No Fill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341925" y="1302040"/>
            <a:ext cx="8460150"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341925" y="100269"/>
            <a:ext cx="7883768" cy="844611"/>
          </a:xfrm>
          <a:prstGeom prst="rect">
            <a:avLst/>
          </a:prstGeom>
        </p:spPr>
        <p:txBody>
          <a:bodyPr vert="horz" lIns="91440" tIns="45720" rIns="91440" bIns="45720" rtlCol="0" anchor="ctr">
            <a:normAutofit/>
          </a:bodyPr>
          <a:lstStyle/>
          <a:p>
            <a:r>
              <a:rPr lang="en-US" dirty="0"/>
              <a:t>Click to add title</a:t>
            </a:r>
          </a:p>
        </p:txBody>
      </p:sp>
    </p:spTree>
    <p:extLst>
      <p:ext uri="{BB962C8B-B14F-4D97-AF65-F5344CB8AC3E}">
        <p14:creationId xmlns:p14="http://schemas.microsoft.com/office/powerpoint/2010/main" val="26600900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Bottom Fill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9" name="Title Placeholder 1"/>
          <p:cNvSpPr>
            <a:spLocks noGrp="1"/>
          </p:cNvSpPr>
          <p:nvPr>
            <p:ph type="title" hasCustomPrompt="1"/>
          </p:nvPr>
        </p:nvSpPr>
        <p:spPr>
          <a:xfrm>
            <a:off x="341925" y="100269"/>
            <a:ext cx="7883768" cy="844611"/>
          </a:xfrm>
          <a:prstGeom prst="rect">
            <a:avLst/>
          </a:prstGeom>
        </p:spPr>
        <p:txBody>
          <a:bodyPr vert="horz" lIns="91440" tIns="45720" rIns="91440" bIns="45720" rtlCol="0" anchor="ctr">
            <a:normAutofit/>
          </a:bodyPr>
          <a:lstStyle/>
          <a:p>
            <a:r>
              <a:rPr lang="en-US" dirty="0"/>
              <a:t>Click to add title</a:t>
            </a:r>
          </a:p>
        </p:txBody>
      </p:sp>
      <p:sp>
        <p:nvSpPr>
          <p:cNvPr id="10" name="Content Placeholder 2"/>
          <p:cNvSpPr>
            <a:spLocks noGrp="1"/>
          </p:cNvSpPr>
          <p:nvPr>
            <p:ph idx="1"/>
          </p:nvPr>
        </p:nvSpPr>
        <p:spPr>
          <a:xfrm>
            <a:off x="341925" y="1302040"/>
            <a:ext cx="8460150" cy="4481345"/>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Tree>
    <p:extLst>
      <p:ext uri="{BB962C8B-B14F-4D97-AF65-F5344CB8AC3E}">
        <p14:creationId xmlns:p14="http://schemas.microsoft.com/office/powerpoint/2010/main" val="9951197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Reflective Question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hasCustomPrompt="1"/>
          </p:nvPr>
        </p:nvSpPr>
        <p:spPr>
          <a:xfrm>
            <a:off x="341925" y="1302039"/>
            <a:ext cx="8460150" cy="4525963"/>
          </a:xfrm>
          <a:prstGeom prst="rect">
            <a:avLst/>
          </a:prstGeom>
        </p:spPr>
        <p:txBody>
          <a:bodyPr/>
          <a:lstStyle>
            <a:lvl1pPr marL="342900" indent="-342900">
              <a:spcAft>
                <a:spcPts val="0"/>
              </a:spcAft>
              <a:buClr>
                <a:srgbClr val="009DDC"/>
              </a:buClr>
              <a:buFont typeface="+mj-lt"/>
              <a:buAutoNum type="arabicPeriod"/>
              <a:defRPr sz="2000" baseline="0"/>
            </a:lvl1pPr>
            <a:lvl2pPr marL="742950" indent="-285750">
              <a:spcAft>
                <a:spcPts val="0"/>
              </a:spcAft>
              <a:buClr>
                <a:srgbClr val="009DDC"/>
              </a:buClr>
              <a:buFont typeface="Arial"/>
              <a:buChar char="•"/>
              <a:defRPr sz="1800" baseline="0"/>
            </a:lvl2pPr>
          </a:lstStyle>
          <a:p>
            <a:pPr marL="342900" marR="0" lvl="0" indent="-342900" defTabSz="914400" eaLnBrk="1" fontAlgn="auto" latinLnBrk="0" hangingPunct="1">
              <a:lnSpc>
                <a:spcPct val="100000"/>
              </a:lnSpc>
              <a:spcBef>
                <a:spcPts val="0"/>
              </a:spcBef>
              <a:spcAft>
                <a:spcPts val="0"/>
              </a:spcAft>
              <a:buClr>
                <a:srgbClr val="009DDC"/>
              </a:buClr>
              <a:buSzTx/>
              <a:buFont typeface="+mj-lt"/>
              <a:buAutoNum type="arabicPeriod"/>
              <a:tabLst/>
              <a:defRPr/>
            </a:pPr>
            <a:r>
              <a:rPr kumimoji="0" lang="en-US" sz="2000" b="0" i="0" u="none" strike="noStrike" kern="0" cap="none" spc="0" normalizeH="0" baseline="0" noProof="0" dirty="0">
                <a:ln>
                  <a:noFill/>
                </a:ln>
                <a:solidFill>
                  <a:sysClr val="windowText" lastClr="000000"/>
                </a:solidFill>
                <a:effectLst/>
                <a:uLnTx/>
                <a:uFillTx/>
              </a:rPr>
              <a:t>Question #1</a:t>
            </a:r>
          </a:p>
          <a:p>
            <a:pPr marL="342900" marR="0" lvl="0" indent="-342900" defTabSz="914400" eaLnBrk="1" fontAlgn="auto" latinLnBrk="0" hangingPunct="1">
              <a:lnSpc>
                <a:spcPct val="100000"/>
              </a:lnSpc>
              <a:spcBef>
                <a:spcPts val="0"/>
              </a:spcBef>
              <a:spcAft>
                <a:spcPts val="0"/>
              </a:spcAft>
              <a:buClr>
                <a:srgbClr val="009DDC"/>
              </a:buClr>
              <a:buSzTx/>
              <a:buFont typeface="+mj-lt"/>
              <a:buAutoNum type="arabicPeriod"/>
              <a:tabLst/>
              <a:defRPr/>
            </a:pPr>
            <a:r>
              <a:rPr kumimoji="0" lang="en-US" sz="2000" b="0" i="0" u="none" strike="noStrike" kern="0" cap="none" spc="0" normalizeH="0" baseline="0" noProof="0" dirty="0">
                <a:ln>
                  <a:noFill/>
                </a:ln>
                <a:solidFill>
                  <a:sysClr val="windowText" lastClr="000000"/>
                </a:solidFill>
                <a:effectLst/>
                <a:uLnTx/>
                <a:uFillTx/>
              </a:rPr>
              <a:t>Question #2</a:t>
            </a:r>
          </a:p>
          <a:p>
            <a:pPr marL="342900" marR="0" lvl="0" indent="-342900" defTabSz="914400" eaLnBrk="1" fontAlgn="auto" latinLnBrk="0" hangingPunct="1">
              <a:lnSpc>
                <a:spcPct val="100000"/>
              </a:lnSpc>
              <a:spcBef>
                <a:spcPts val="0"/>
              </a:spcBef>
              <a:spcAft>
                <a:spcPts val="0"/>
              </a:spcAft>
              <a:buClr>
                <a:srgbClr val="009DDC"/>
              </a:buClr>
              <a:buSzTx/>
              <a:buFont typeface="+mj-lt"/>
              <a:buAutoNum type="arabicPeriod"/>
              <a:tabLst/>
              <a:defRPr/>
            </a:pPr>
            <a:endParaRPr kumimoji="0" lang="en-US" sz="2000" b="0" i="0" u="none" strike="noStrike" kern="0" cap="none" spc="0" normalizeH="0" baseline="0" noProof="0" dirty="0">
              <a:ln>
                <a:noFill/>
              </a:ln>
              <a:solidFill>
                <a:sysClr val="windowText" lastClr="000000"/>
              </a:solidFill>
              <a:effectLst/>
              <a:uLnTx/>
              <a:uFillTx/>
            </a:endParaRPr>
          </a:p>
          <a:p>
            <a:pPr marL="342900" marR="0" lvl="0" indent="-342900" defTabSz="914400" eaLnBrk="1" fontAlgn="auto" latinLnBrk="0" hangingPunct="1">
              <a:lnSpc>
                <a:spcPct val="100000"/>
              </a:lnSpc>
              <a:spcBef>
                <a:spcPts val="0"/>
              </a:spcBef>
              <a:spcAft>
                <a:spcPts val="0"/>
              </a:spcAft>
              <a:buClr>
                <a:srgbClr val="009DDC"/>
              </a:buClr>
              <a:buSzTx/>
              <a:buFont typeface="+mj-lt"/>
              <a:buAutoNum type="arabicPeriod"/>
              <a:tabLst/>
              <a:defRPr/>
            </a:pPr>
            <a:endParaRPr kumimoji="0" lang="en-US" sz="2000" b="0" i="0" u="none" strike="noStrike" kern="0" cap="none" spc="0" normalizeH="0" baseline="0" noProof="0" dirty="0">
              <a:ln>
                <a:noFill/>
              </a:ln>
              <a:solidFill>
                <a:sysClr val="windowText" lastClr="000000"/>
              </a:solidFill>
              <a:effectLst/>
              <a:uLnTx/>
              <a:uFillTx/>
            </a:endParaRPr>
          </a:p>
        </p:txBody>
      </p:sp>
      <p:sp>
        <p:nvSpPr>
          <p:cNvPr id="9" name="Title Placeholder 1"/>
          <p:cNvSpPr>
            <a:spLocks noGrp="1"/>
          </p:cNvSpPr>
          <p:nvPr>
            <p:ph type="title" hasCustomPrompt="1"/>
          </p:nvPr>
        </p:nvSpPr>
        <p:spPr>
          <a:xfrm>
            <a:off x="341925" y="100269"/>
            <a:ext cx="7883768" cy="844611"/>
          </a:xfrm>
          <a:prstGeom prst="rect">
            <a:avLst/>
          </a:prstGeom>
        </p:spPr>
        <p:txBody>
          <a:bodyPr vert="horz" lIns="91440" tIns="45720" rIns="91440" bIns="45720" rtlCol="0" anchor="ctr">
            <a:normAutofit/>
          </a:bodyPr>
          <a:lstStyle>
            <a:lvl1pPr>
              <a:defRPr baseline="0"/>
            </a:lvl1pPr>
          </a:lstStyle>
          <a:p>
            <a:r>
              <a:rPr lang="en-US" dirty="0"/>
              <a:t>Reflective Questions</a:t>
            </a:r>
          </a:p>
        </p:txBody>
      </p:sp>
    </p:spTree>
    <p:extLst>
      <p:ext uri="{BB962C8B-B14F-4D97-AF65-F5344CB8AC3E}">
        <p14:creationId xmlns:p14="http://schemas.microsoft.com/office/powerpoint/2010/main" val="1982824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rner Fil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11" name="Title Placeholder 1"/>
          <p:cNvSpPr>
            <a:spLocks noGrp="1"/>
          </p:cNvSpPr>
          <p:nvPr>
            <p:ph type="title" hasCustomPrompt="1"/>
          </p:nvPr>
        </p:nvSpPr>
        <p:spPr>
          <a:xfrm>
            <a:off x="341925" y="100269"/>
            <a:ext cx="7883768" cy="844611"/>
          </a:xfrm>
          <a:prstGeom prst="rect">
            <a:avLst/>
          </a:prstGeom>
        </p:spPr>
        <p:txBody>
          <a:bodyPr vert="horz" lIns="91440" tIns="45720" rIns="91440" bIns="45720" rtlCol="0" anchor="ctr">
            <a:normAutofit/>
          </a:bodyPr>
          <a:lstStyle/>
          <a:p>
            <a:r>
              <a:rPr lang="en-US" dirty="0"/>
              <a:t>Click to add title</a:t>
            </a:r>
          </a:p>
        </p:txBody>
      </p:sp>
      <p:sp>
        <p:nvSpPr>
          <p:cNvPr id="10" name="Content Placeholder 2"/>
          <p:cNvSpPr>
            <a:spLocks noGrp="1"/>
          </p:cNvSpPr>
          <p:nvPr>
            <p:ph idx="1"/>
          </p:nvPr>
        </p:nvSpPr>
        <p:spPr>
          <a:xfrm>
            <a:off x="341925" y="1302040"/>
            <a:ext cx="8460150" cy="4481345"/>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Tree>
    <p:extLst>
      <p:ext uri="{BB962C8B-B14F-4D97-AF65-F5344CB8AC3E}">
        <p14:creationId xmlns:p14="http://schemas.microsoft.com/office/powerpoint/2010/main" val="35562772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Default 0">
    <p:bg>
      <p:bgRef idx="1001">
        <a:schemeClr val="bg1"/>
      </p:bgRef>
    </p:bg>
    <p:spTree>
      <p:nvGrpSpPr>
        <p:cNvPr id="1" name=""/>
        <p:cNvGrpSpPr/>
        <p:nvPr/>
      </p:nvGrpSpPr>
      <p:grpSpPr>
        <a:xfrm>
          <a:off x="0" y="0"/>
          <a:ext cx="0" cy="0"/>
          <a:chOff x="0" y="0"/>
          <a:chExt cx="0" cy="0"/>
        </a:xfrm>
      </p:grpSpPr>
      <p:sp>
        <p:nvSpPr>
          <p:cNvPr id="117" name="Slide Number"/>
          <p:cNvSpPr txBox="1">
            <a:spLocks noGrp="1"/>
          </p:cNvSpPr>
          <p:nvPr>
            <p:ph type="sldNum" sz="quarter" idx="2"/>
          </p:nvPr>
        </p:nvSpPr>
        <p:spPr>
          <a:xfrm>
            <a:off x="6553200" y="6396398"/>
            <a:ext cx="2133600" cy="304440"/>
          </a:xfrm>
          <a:prstGeom prst="rect">
            <a:avLst/>
          </a:prstGeom>
        </p:spPr>
        <p:txBody>
          <a:bodyPr wrap="square" lIns="65023" tIns="65023" rIns="65023" bIns="65023" anchor="b"/>
          <a:lstStyle>
            <a:lvl1pPr algn="r" defTabSz="642915">
              <a:defRPr sz="1125">
                <a:effectLst>
                  <a:outerShdw blurRad="12700" dist="25400" dir="2700000" rotWithShape="0">
                    <a:srgbClr val="000000"/>
                  </a:outerShdw>
                </a:effectLst>
                <a:latin typeface="Arial"/>
                <a:ea typeface="Arial"/>
                <a:cs typeface="Arial"/>
                <a:sym typeface="Arial"/>
              </a:defRPr>
            </a:lvl1pPr>
          </a:lstStyle>
          <a:p>
            <a:fld id="{86CB4B4D-7CA3-9044-876B-883B54F8677D}" type="slidenum">
              <a:t>‹#›</a:t>
            </a:fld>
            <a:endParaRPr/>
          </a:p>
        </p:txBody>
      </p:sp>
    </p:spTree>
    <p:extLst>
      <p:ext uri="{BB962C8B-B14F-4D97-AF65-F5344CB8AC3E}">
        <p14:creationId xmlns:p14="http://schemas.microsoft.com/office/powerpoint/2010/main" val="3384921030"/>
      </p:ext>
    </p:extLst>
  </p:cSld>
  <p:clrMapOvr>
    <a:overrideClrMapping bg1="lt1" tx1="dk1" bg2="lt2" tx2="dk2" accent1="accent1" accent2="accent2" accent3="accent3" accent4="accent4" accent5="accent5" accent6="accent6" hlink="hlink" folHlink="folHlink"/>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95488-3BF0-4B50-81CD-E460E7E3E4D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3353420-4EFD-4AF5-A3C0-9BB5D8CA807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0DEC6A6-F25F-4B72-B745-2E732C58663C}"/>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5" name="Footer Placeholder 4">
            <a:extLst>
              <a:ext uri="{FF2B5EF4-FFF2-40B4-BE49-F238E27FC236}">
                <a16:creationId xmlns:a16="http://schemas.microsoft.com/office/drawing/2014/main" id="{3B14A791-EF63-4F61-BC90-5BC88407B8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61BAE-7ADA-4E6C-B057-F2F51EA0FBC4}"/>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7471201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6026C-CE20-44FF-9271-65F7DD696A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F72986-599A-424E-B014-6ED87FB3A3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FF71E5-A16D-45BA-859B-CBDCBACD992C}"/>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5" name="Footer Placeholder 4">
            <a:extLst>
              <a:ext uri="{FF2B5EF4-FFF2-40B4-BE49-F238E27FC236}">
                <a16:creationId xmlns:a16="http://schemas.microsoft.com/office/drawing/2014/main" id="{DCD173FF-38A4-4507-BCF5-B4D7266607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F9501A-4CFE-45E4-9A0C-8172FD62A9BE}"/>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8097683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ED4DF-70AF-4B2F-B870-DD12001F4A8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F8D86AC-092E-48A0-BEB0-6E4C170793F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EB68C2-882C-4B28-9EBF-D2B826E46778}"/>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5" name="Footer Placeholder 4">
            <a:extLst>
              <a:ext uri="{FF2B5EF4-FFF2-40B4-BE49-F238E27FC236}">
                <a16:creationId xmlns:a16="http://schemas.microsoft.com/office/drawing/2014/main" id="{F36C0190-E166-4E00-83D3-31D7C2A039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5593B1-D5C6-40AF-B0D7-BB4A9F953214}"/>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41187155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7158-68E1-4F77-B7A0-21E174BF96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5A8574-FE3E-4324-8B2B-670FEDE503C5}"/>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4DEB0A-B184-46EE-B26A-6A1ECFC5D0B3}"/>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BA6F39-4EF3-4A16-97EE-6106756E698E}"/>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6" name="Footer Placeholder 5">
            <a:extLst>
              <a:ext uri="{FF2B5EF4-FFF2-40B4-BE49-F238E27FC236}">
                <a16:creationId xmlns:a16="http://schemas.microsoft.com/office/drawing/2014/main" id="{1C8E1157-C522-4756-B4E3-E8AC75E0B7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44BEDC-C516-454E-8E3E-91BBFB7702E7}"/>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20094612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74589-3FC4-451C-BA2E-254BEB40078C}"/>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599443-ADD6-482E-A342-30ABA8DEEFD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A966E64F-CA31-466B-9025-EFF6B41ED02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C99816-60EA-4952-A562-08FF696C4DD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C556AB9-4A91-4C95-931B-46D85051997F}"/>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B70443C-002F-4941-929A-FDE52DF477C2}"/>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8" name="Footer Placeholder 7">
            <a:extLst>
              <a:ext uri="{FF2B5EF4-FFF2-40B4-BE49-F238E27FC236}">
                <a16:creationId xmlns:a16="http://schemas.microsoft.com/office/drawing/2014/main" id="{EA9E7666-E1C4-4A40-8A3B-397D9A01AC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9CDDA4-F7A5-4513-8489-895D31D17F60}"/>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3991926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4459D-0663-429D-B08F-98B4A6AF05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A8B4BD-D190-4E0D-AB25-3B3A9A0CDAE3}"/>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4" name="Footer Placeholder 3">
            <a:extLst>
              <a:ext uri="{FF2B5EF4-FFF2-40B4-BE49-F238E27FC236}">
                <a16:creationId xmlns:a16="http://schemas.microsoft.com/office/drawing/2014/main" id="{DFDAE147-B342-4EDB-8FD0-7EFA2336F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A4BD47-2CA9-44C7-AF78-D0A204C7B9DD}"/>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3369375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BAB34-8FF5-4D7C-9696-871877D6A6B2}"/>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3" name="Footer Placeholder 2">
            <a:extLst>
              <a:ext uri="{FF2B5EF4-FFF2-40B4-BE49-F238E27FC236}">
                <a16:creationId xmlns:a16="http://schemas.microsoft.com/office/drawing/2014/main" id="{3C773C84-8A3C-42BC-9F81-D36E01E04D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2E4C68-96B4-41F0-B3A1-9DDE8952A52B}"/>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26963132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79187-2A95-4ABA-AF62-38CE0D3ADB8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74348F6-2BE5-459C-87D5-4829FCA0F9A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14C94E-CAFB-49B1-B4CC-21F77B64ECB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4E245B6-797A-4FFF-853D-CAF713EB60FC}"/>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6" name="Footer Placeholder 5">
            <a:extLst>
              <a:ext uri="{FF2B5EF4-FFF2-40B4-BE49-F238E27FC236}">
                <a16:creationId xmlns:a16="http://schemas.microsoft.com/office/drawing/2014/main" id="{F50C900E-8056-4C87-A113-F38CF78D4A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234976-41B4-4945-B2C2-A30142256192}"/>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19562276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EE6D-5F3F-4ACE-BD73-DD8B3F17670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696E4FB4-5751-4BF5-82BE-6314A271100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23D78F4E-1659-4494-B843-C4B505A00A4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0D67B54-430C-483E-97C9-75CAEA7D1693}"/>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6" name="Footer Placeholder 5">
            <a:extLst>
              <a:ext uri="{FF2B5EF4-FFF2-40B4-BE49-F238E27FC236}">
                <a16:creationId xmlns:a16="http://schemas.microsoft.com/office/drawing/2014/main" id="{77E165B7-42F5-477F-AB8A-2015B1CE83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41AE95-B0D6-478E-9608-6B81EF8BAA07}"/>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9173912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703A4-EE29-4B21-A91B-7955C78328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2EF606-A1E3-4BD5-96F4-F299A38A9B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E0EDEB-5637-4A4F-A8D6-B0FE1DA9791A}"/>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5" name="Footer Placeholder 4">
            <a:extLst>
              <a:ext uri="{FF2B5EF4-FFF2-40B4-BE49-F238E27FC236}">
                <a16:creationId xmlns:a16="http://schemas.microsoft.com/office/drawing/2014/main" id="{A6F35F88-5B74-4DAA-A1A8-5C92A54FDC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F7C566-3ED4-45DC-B797-F7AF06B940A8}"/>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19137312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3ACAB9-F020-4A93-A2CC-C02B0881B680}"/>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4E2F43-22D4-4E84-A785-6D06FCEAACC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1DAA1-DB19-441F-BF2C-70DF96DD50E3}"/>
              </a:ext>
            </a:extLst>
          </p:cNvPr>
          <p:cNvSpPr>
            <a:spLocks noGrp="1"/>
          </p:cNvSpPr>
          <p:nvPr>
            <p:ph type="dt" sz="half" idx="10"/>
          </p:nvPr>
        </p:nvSpPr>
        <p:spPr/>
        <p:txBody>
          <a:bodyPr/>
          <a:lstStyle/>
          <a:p>
            <a:fld id="{D478DEA6-10F9-487A-895B-346694AB3F03}" type="datetimeFigureOut">
              <a:rPr lang="en-US" smtClean="0"/>
              <a:t>8/17/26</a:t>
            </a:fld>
            <a:endParaRPr lang="en-US"/>
          </a:p>
        </p:txBody>
      </p:sp>
      <p:sp>
        <p:nvSpPr>
          <p:cNvPr id="5" name="Footer Placeholder 4">
            <a:extLst>
              <a:ext uri="{FF2B5EF4-FFF2-40B4-BE49-F238E27FC236}">
                <a16:creationId xmlns:a16="http://schemas.microsoft.com/office/drawing/2014/main" id="{AB9770F7-E2CB-45F4-AEDD-77BE894C5B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A5642B-04B2-4F7D-A324-B8415A781F90}"/>
              </a:ext>
            </a:extLst>
          </p:cNvPr>
          <p:cNvSpPr>
            <a:spLocks noGrp="1"/>
          </p:cNvSpPr>
          <p:nvPr>
            <p:ph type="sldNum" sz="quarter" idx="12"/>
          </p:nvPr>
        </p:nvSpPr>
        <p:spPr/>
        <p:txBody>
          <a:bodyPr/>
          <a:lstStyle/>
          <a:p>
            <a:fld id="{D61883DF-B8A9-44F0-87EB-52D6DA822C58}" type="slidenum">
              <a:rPr lang="en-US" smtClean="0"/>
              <a:t>‹#›</a:t>
            </a:fld>
            <a:endParaRPr lang="en-US"/>
          </a:p>
        </p:txBody>
      </p:sp>
    </p:spTree>
    <p:extLst>
      <p:ext uri="{BB962C8B-B14F-4D97-AF65-F5344CB8AC3E}">
        <p14:creationId xmlns:p14="http://schemas.microsoft.com/office/powerpoint/2010/main" val="41362557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3CD8E-550F-D9C9-A68B-6008909F37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AD81C2-7653-92C5-BDCD-94B998C08A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BFB78C-D11F-C4BD-58FC-17DA4062BB5D}"/>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5" name="Footer Placeholder 4">
            <a:extLst>
              <a:ext uri="{FF2B5EF4-FFF2-40B4-BE49-F238E27FC236}">
                <a16:creationId xmlns:a16="http://schemas.microsoft.com/office/drawing/2014/main" id="{14ABE3AD-617A-3445-DA3F-F241BDD1F8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F30F6A-1C10-B18D-E832-FEBDD0FB1C49}"/>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8380832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8E395-E838-A28B-1388-A0A378DC24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EE1E32-5AC3-BDCD-9F57-54AF75D45F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B018D2-1680-CE0D-2572-C2724BF37AFC}"/>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5" name="Footer Placeholder 4">
            <a:extLst>
              <a:ext uri="{FF2B5EF4-FFF2-40B4-BE49-F238E27FC236}">
                <a16:creationId xmlns:a16="http://schemas.microsoft.com/office/drawing/2014/main" id="{948E488D-8A9F-0874-D84E-1906FF947D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A4E53-A9A7-BA5F-BE74-50A802D0CB70}"/>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30773357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99D5E-8EAC-12EF-B2BC-E8F5806116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FD7915-300C-09AE-2CBA-63D2DB9CF1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9C21F7-B4DA-1B8B-AD77-40A670CA3554}"/>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5" name="Footer Placeholder 4">
            <a:extLst>
              <a:ext uri="{FF2B5EF4-FFF2-40B4-BE49-F238E27FC236}">
                <a16:creationId xmlns:a16="http://schemas.microsoft.com/office/drawing/2014/main" id="{FF2AF16F-1414-6B41-4930-218F33DD56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4FCBB7-A4AB-FC48-CDB6-1A2F42BC05E1}"/>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26278598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898A2-3D20-4139-D13A-C6AFC2E3EC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E2B00E-A2B4-264D-8A11-D2C803677C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3C65CE-6159-7B55-46B0-E766D3466C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73BA21-1BE3-AF75-348F-EDF3297C670B}"/>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6" name="Footer Placeholder 5">
            <a:extLst>
              <a:ext uri="{FF2B5EF4-FFF2-40B4-BE49-F238E27FC236}">
                <a16:creationId xmlns:a16="http://schemas.microsoft.com/office/drawing/2014/main" id="{E63139B5-DB2E-7FF0-EF2E-8D8D437B90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064B55-F4CE-5E5D-FC49-17FBA8D441EA}"/>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4598596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8C9BC-5A68-9FFB-DCD2-8010F963A79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F4360C-4905-D6A7-169D-8A9DB1D063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BD665C-956F-E778-8211-C73FCDE3CB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90054B-AFCC-FC6F-CCC3-5F13DA38C8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86D741-83D3-7291-5088-C122B6CF7E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EE6435-B2DA-547F-19DE-F8F300012217}"/>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8" name="Footer Placeholder 7">
            <a:extLst>
              <a:ext uri="{FF2B5EF4-FFF2-40B4-BE49-F238E27FC236}">
                <a16:creationId xmlns:a16="http://schemas.microsoft.com/office/drawing/2014/main" id="{65365EFA-3410-3CE6-411F-C3FAFC65D8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D9664A-F70A-AB42-89CF-6F32AC9AE867}"/>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36561614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89E8F-AA44-DDFF-D84E-AFD23823E8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EFC9FC-412A-6190-65EF-DFA8A28BFE6C}"/>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4" name="Footer Placeholder 3">
            <a:extLst>
              <a:ext uri="{FF2B5EF4-FFF2-40B4-BE49-F238E27FC236}">
                <a16:creationId xmlns:a16="http://schemas.microsoft.com/office/drawing/2014/main" id="{FEE986F0-4AAC-A27A-793B-54FF8842E3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E3125A-DBA5-4C34-35D2-E0E64A36EE35}"/>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36131410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CF8D48-E807-A014-19AA-D344EA7A47EA}"/>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3" name="Footer Placeholder 2">
            <a:extLst>
              <a:ext uri="{FF2B5EF4-FFF2-40B4-BE49-F238E27FC236}">
                <a16:creationId xmlns:a16="http://schemas.microsoft.com/office/drawing/2014/main" id="{17E84C29-A076-FBCB-3A2D-88597AF47E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4ABA76-66C7-CA0C-318F-9F04E46509DD}"/>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3201383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97524-4085-2D45-19F3-7BF5443CD4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0215BB-7357-6AD0-609C-820C2325AB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0C51E7-B2AA-8A13-DC54-9B50B8830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242B6D-10BF-DAE7-6F1C-B2D62144F6D2}"/>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6" name="Footer Placeholder 5">
            <a:extLst>
              <a:ext uri="{FF2B5EF4-FFF2-40B4-BE49-F238E27FC236}">
                <a16:creationId xmlns:a16="http://schemas.microsoft.com/office/drawing/2014/main" id="{4C0424D8-FF97-C51C-0F45-F76DC60066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E36B59-924D-15E4-3286-1D6A2C96B07B}"/>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37289952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4CD90-8187-2CA1-4B67-6AA4713AEF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64796C-D262-E8E8-2E19-8E48E7B08B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649E94-0A6E-D445-CD15-44A7F44650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3D7FAA-925A-D946-AB28-8C4FB5DAB41E}"/>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6" name="Footer Placeholder 5">
            <a:extLst>
              <a:ext uri="{FF2B5EF4-FFF2-40B4-BE49-F238E27FC236}">
                <a16:creationId xmlns:a16="http://schemas.microsoft.com/office/drawing/2014/main" id="{3F52049D-B6FA-CB0A-EAFF-7501685877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2598A4-5D53-2CFB-C472-3D64780857EB}"/>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35778320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8C538-DF58-6D5A-55F2-DE80D0B1CF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BD7C7C-6980-6D35-04E0-4A45A5B4C8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8A9A0B-6CA5-17BA-95D5-148C47D7288B}"/>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5" name="Footer Placeholder 4">
            <a:extLst>
              <a:ext uri="{FF2B5EF4-FFF2-40B4-BE49-F238E27FC236}">
                <a16:creationId xmlns:a16="http://schemas.microsoft.com/office/drawing/2014/main" id="{B8B500BF-978F-E5C4-68C4-D1FFFE1FEE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6C9E9-8496-4B19-CFD4-EF8A66425EA7}"/>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15125573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FF9B1B-7945-A35F-EBEE-6A9F318A04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7A75B7-D035-EFE1-B2C5-72AEDEC9E8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703E8-FE1C-C8A6-CE27-BEE9A98D8ECD}"/>
              </a:ext>
            </a:extLst>
          </p:cNvPr>
          <p:cNvSpPr>
            <a:spLocks noGrp="1"/>
          </p:cNvSpPr>
          <p:nvPr>
            <p:ph type="dt" sz="half" idx="10"/>
          </p:nvPr>
        </p:nvSpPr>
        <p:spPr/>
        <p:txBody>
          <a:bodyPr/>
          <a:lstStyle/>
          <a:p>
            <a:fld id="{E38AFEFF-773A-4C4A-A743-FD44D4FEDA97}" type="datetimeFigureOut">
              <a:rPr lang="en-US" smtClean="0"/>
              <a:t>8/17/26</a:t>
            </a:fld>
            <a:endParaRPr lang="en-US"/>
          </a:p>
        </p:txBody>
      </p:sp>
      <p:sp>
        <p:nvSpPr>
          <p:cNvPr id="5" name="Footer Placeholder 4">
            <a:extLst>
              <a:ext uri="{FF2B5EF4-FFF2-40B4-BE49-F238E27FC236}">
                <a16:creationId xmlns:a16="http://schemas.microsoft.com/office/drawing/2014/main" id="{9DCDCC70-E077-25F9-33BB-89BA01D78C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1C224-9905-7B6E-32FA-FB6B62779ED0}"/>
              </a:ext>
            </a:extLst>
          </p:cNvPr>
          <p:cNvSpPr>
            <a:spLocks noGrp="1"/>
          </p:cNvSpPr>
          <p:nvPr>
            <p:ph type="sldNum" sz="quarter" idx="12"/>
          </p:nvPr>
        </p:nvSpPr>
        <p:spPr/>
        <p:txBody>
          <a:bodyPr/>
          <a:lstStyle/>
          <a:p>
            <a:fld id="{5AB6D728-A119-43BB-A339-0A59F7DE9806}" type="slidenum">
              <a:rPr lang="en-US" smtClean="0"/>
              <a:t>‹#›</a:t>
            </a:fld>
            <a:endParaRPr lang="en-US"/>
          </a:p>
        </p:txBody>
      </p:sp>
    </p:spTree>
    <p:extLst>
      <p:ext uri="{BB962C8B-B14F-4D97-AF65-F5344CB8AC3E}">
        <p14:creationId xmlns:p14="http://schemas.microsoft.com/office/powerpoint/2010/main" val="151350022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itle Slide Lesson">
    <p:spTree>
      <p:nvGrpSpPr>
        <p:cNvPr id="1" name=""/>
        <p:cNvGrpSpPr/>
        <p:nvPr/>
      </p:nvGrpSpPr>
      <p:grpSpPr>
        <a:xfrm>
          <a:off x="0" y="0"/>
          <a:ext cx="0" cy="0"/>
          <a:chOff x="0" y="0"/>
          <a:chExt cx="0" cy="0"/>
        </a:xfrm>
      </p:grpSpPr>
      <p:sp>
        <p:nvSpPr>
          <p:cNvPr id="3" name="Rectangle: Single Corner Rounded 2">
            <a:extLst>
              <a:ext uri="{FF2B5EF4-FFF2-40B4-BE49-F238E27FC236}">
                <a16:creationId xmlns:a16="http://schemas.microsoft.com/office/drawing/2014/main" id="{89D54FF8-0097-4E4C-A337-D0D5F09F5D9E}"/>
              </a:ext>
            </a:extLst>
          </p:cNvPr>
          <p:cNvSpPr/>
          <p:nvPr userDrawn="1"/>
        </p:nvSpPr>
        <p:spPr>
          <a:xfrm flipV="1">
            <a:off x="544748" y="442148"/>
            <a:ext cx="11102504" cy="4590813"/>
          </a:xfrm>
          <a:prstGeom prst="round1Rect">
            <a:avLst>
              <a:gd name="adj" fmla="val 14091"/>
            </a:avLst>
          </a:prstGeom>
          <a:solidFill>
            <a:schemeClr val="tx2"/>
          </a:solidFill>
          <a:ln w="28575" cap="flat" cmpd="sng" algn="ctr">
            <a:solidFill>
              <a:schemeClr val="tx2"/>
            </a:solidFill>
            <a:prstDash val="solid"/>
          </a:ln>
          <a:effectLst/>
        </p:spPr>
        <p:txBody>
          <a:bodyPr rtlCol="0" anchor="ctr"/>
          <a:lstStyle/>
          <a:p>
            <a:pPr algn="ctr" defTabSz="1219170"/>
            <a:endParaRPr lang="en-US" sz="1467" b="1" kern="0" dirty="0" err="1">
              <a:solidFill>
                <a:srgbClr val="FF0000"/>
              </a:solidFill>
              <a:latin typeface="Arial"/>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p:nvPr>
        </p:nvSpPr>
        <p:spPr>
          <a:xfrm>
            <a:off x="867155" y="2356513"/>
            <a:ext cx="10641659" cy="1537648"/>
          </a:xfrm>
          <a:prstGeom prst="rect">
            <a:avLst/>
          </a:prstGeom>
        </p:spPr>
        <p:txBody>
          <a:bodyPr lIns="0" rIns="0" anchor="t" anchorCtr="0">
            <a:noAutofit/>
          </a:bodyPr>
          <a:lstStyle>
            <a:lvl1pPr algn="l">
              <a:spcBef>
                <a:spcPts val="0"/>
              </a:spcBef>
              <a:defRPr sz="3200" b="0">
                <a:solidFill>
                  <a:schemeClr val="bg1"/>
                </a:solidFill>
                <a:latin typeface="+mn-lt"/>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p:nvPr>
        </p:nvSpPr>
        <p:spPr>
          <a:xfrm>
            <a:off x="867155" y="1401704"/>
            <a:ext cx="10641659" cy="652875"/>
          </a:xfrm>
        </p:spPr>
        <p:txBody>
          <a:bodyPr lIns="0" rIns="0">
            <a:noAutofit/>
          </a:bodyPr>
          <a:lstStyle>
            <a:lvl1pPr marL="0" indent="0" algn="l">
              <a:spcBef>
                <a:spcPts val="0"/>
              </a:spcBef>
              <a:buNone/>
              <a:defRPr sz="4800" b="1">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pic>
        <p:nvPicPr>
          <p:cNvPr id="15" name="Picture 14" descr="CompTIA_logo.wmf">
            <a:extLst>
              <a:ext uri="{FF2B5EF4-FFF2-40B4-BE49-F238E27FC236}">
                <a16:creationId xmlns:a16="http://schemas.microsoft.com/office/drawing/2014/main" id="{859BC51B-7E40-1041-A8C3-D54CE59B1CF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929481" y="5825764"/>
            <a:ext cx="2246376" cy="480568"/>
          </a:xfrm>
          <a:prstGeom prst="rect">
            <a:avLst/>
          </a:prstGeom>
        </p:spPr>
      </p:pic>
    </p:spTree>
    <p:extLst>
      <p:ext uri="{BB962C8B-B14F-4D97-AF65-F5344CB8AC3E}">
        <p14:creationId xmlns:p14="http://schemas.microsoft.com/office/powerpoint/2010/main" val="50301498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Slide Topic">
    <p:spTree>
      <p:nvGrpSpPr>
        <p:cNvPr id="1" name=""/>
        <p:cNvGrpSpPr/>
        <p:nvPr/>
      </p:nvGrpSpPr>
      <p:grpSpPr>
        <a:xfrm>
          <a:off x="0" y="0"/>
          <a:ext cx="0" cy="0"/>
          <a:chOff x="0" y="0"/>
          <a:chExt cx="0" cy="0"/>
        </a:xfrm>
      </p:grpSpPr>
      <p:sp>
        <p:nvSpPr>
          <p:cNvPr id="16" name="Rectangle: Single Corner Rounded 15">
            <a:extLst>
              <a:ext uri="{FF2B5EF4-FFF2-40B4-BE49-F238E27FC236}">
                <a16:creationId xmlns:a16="http://schemas.microsoft.com/office/drawing/2014/main" id="{52AC8521-3410-4C4A-B7A5-D78B8E51BD90}"/>
              </a:ext>
            </a:extLst>
          </p:cNvPr>
          <p:cNvSpPr/>
          <p:nvPr/>
        </p:nvSpPr>
        <p:spPr>
          <a:xfrm flipV="1">
            <a:off x="544748" y="442148"/>
            <a:ext cx="11102504" cy="4590813"/>
          </a:xfrm>
          <a:prstGeom prst="round1Rect">
            <a:avLst>
              <a:gd name="adj" fmla="val 14091"/>
            </a:avLst>
          </a:prstGeom>
          <a:solidFill>
            <a:schemeClr val="accent1"/>
          </a:solidFill>
          <a:ln w="28575" cap="flat" cmpd="sng" algn="ctr">
            <a:solidFill>
              <a:schemeClr val="accent1"/>
            </a:solidFill>
            <a:prstDash val="solid"/>
          </a:ln>
          <a:effectLst/>
        </p:spPr>
        <p:txBody>
          <a:bodyPr rtlCol="0" anchor="ctr"/>
          <a:lstStyle/>
          <a:p>
            <a:pPr algn="ctr" defTabSz="1219170"/>
            <a:endParaRPr lang="en-US" sz="1467" b="1" kern="0" dirty="0" err="1">
              <a:solidFill>
                <a:srgbClr val="FF0000"/>
              </a:solidFill>
              <a:latin typeface="Arial"/>
            </a:endParaRPr>
          </a:p>
        </p:txBody>
      </p:sp>
      <p:sp>
        <p:nvSpPr>
          <p:cNvPr id="19" name="Title 1">
            <a:extLst>
              <a:ext uri="{FF2B5EF4-FFF2-40B4-BE49-F238E27FC236}">
                <a16:creationId xmlns:a16="http://schemas.microsoft.com/office/drawing/2014/main" id="{261C2E7D-BB67-4F0C-87F1-756FC1974276}"/>
              </a:ext>
            </a:extLst>
          </p:cNvPr>
          <p:cNvSpPr>
            <a:spLocks noGrp="1"/>
          </p:cNvSpPr>
          <p:nvPr>
            <p:ph type="ctrTitle"/>
          </p:nvPr>
        </p:nvSpPr>
        <p:spPr>
          <a:xfrm>
            <a:off x="867155" y="2356513"/>
            <a:ext cx="10641659" cy="1537648"/>
          </a:xfrm>
          <a:prstGeom prst="rect">
            <a:avLst/>
          </a:prstGeom>
        </p:spPr>
        <p:txBody>
          <a:bodyPr lIns="0" rIns="0" anchor="t" anchorCtr="0">
            <a:noAutofit/>
          </a:bodyPr>
          <a:lstStyle>
            <a:lvl1pPr algn="l">
              <a:spcBef>
                <a:spcPts val="0"/>
              </a:spcBef>
              <a:defRPr sz="3200" b="0">
                <a:solidFill>
                  <a:schemeClr val="bg1"/>
                </a:solidFill>
                <a:latin typeface="+mn-lt"/>
              </a:defRPr>
            </a:lvl1pPr>
          </a:lstStyle>
          <a:p>
            <a:r>
              <a:rPr lang="en-US"/>
              <a:t>Click to edit Master title style</a:t>
            </a:r>
            <a:endParaRPr lang="en-US" dirty="0"/>
          </a:p>
        </p:txBody>
      </p:sp>
      <p:sp>
        <p:nvSpPr>
          <p:cNvPr id="20" name="Subtitle 2">
            <a:extLst>
              <a:ext uri="{FF2B5EF4-FFF2-40B4-BE49-F238E27FC236}">
                <a16:creationId xmlns:a16="http://schemas.microsoft.com/office/drawing/2014/main" id="{CC6DF4C4-B555-4514-B737-CAA82E353FFE}"/>
              </a:ext>
            </a:extLst>
          </p:cNvPr>
          <p:cNvSpPr>
            <a:spLocks noGrp="1"/>
          </p:cNvSpPr>
          <p:nvPr>
            <p:ph type="subTitle" idx="1"/>
          </p:nvPr>
        </p:nvSpPr>
        <p:spPr>
          <a:xfrm>
            <a:off x="867155" y="1401704"/>
            <a:ext cx="10641659" cy="652875"/>
          </a:xfrm>
        </p:spPr>
        <p:txBody>
          <a:bodyPr lIns="0" rIns="0">
            <a:noAutofit/>
          </a:bodyPr>
          <a:lstStyle>
            <a:lvl1pPr marL="0" indent="0" algn="l">
              <a:spcBef>
                <a:spcPts val="0"/>
              </a:spcBef>
              <a:buNone/>
              <a:defRPr sz="4800" b="1">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3" name="Footer Placeholder 2">
            <a:extLst>
              <a:ext uri="{FF2B5EF4-FFF2-40B4-BE49-F238E27FC236}">
                <a16:creationId xmlns:a16="http://schemas.microsoft.com/office/drawing/2014/main" id="{715C7DD6-3E03-4C74-AA30-9E1DF61252FB}"/>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4" name="Slide Number Placeholder 3">
            <a:extLst>
              <a:ext uri="{FF2B5EF4-FFF2-40B4-BE49-F238E27FC236}">
                <a16:creationId xmlns:a16="http://schemas.microsoft.com/office/drawing/2014/main" id="{F45D6186-F9C3-4452-A790-21388D9B0969}"/>
              </a:ext>
            </a:extLst>
          </p:cNvPr>
          <p:cNvSpPr>
            <a:spLocks noGrp="1"/>
          </p:cNvSpPr>
          <p:nvPr>
            <p:ph type="sldNum" sz="quarter" idx="11"/>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3599960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urse/Lesson Outlin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C3F268-D399-CD41-93EB-BC0DC0B74CB8}"/>
              </a:ext>
            </a:extLst>
          </p:cNvPr>
          <p:cNvPicPr>
            <a:picLocks noChangeAspect="1"/>
          </p:cNvPicPr>
          <p:nvPr/>
        </p:nvPicPr>
        <p:blipFill>
          <a:blip r:embed="rId2"/>
          <a:stretch>
            <a:fillRect/>
          </a:stretch>
        </p:blipFill>
        <p:spPr>
          <a:xfrm>
            <a:off x="0" y="5498352"/>
            <a:ext cx="12216384" cy="947331"/>
          </a:xfrm>
          <a:prstGeom prst="rect">
            <a:avLst/>
          </a:prstGeom>
        </p:spPr>
      </p:pic>
      <p:sp>
        <p:nvSpPr>
          <p:cNvPr id="14" name="Text Placeholder 2">
            <a:extLst>
              <a:ext uri="{FF2B5EF4-FFF2-40B4-BE49-F238E27FC236}">
                <a16:creationId xmlns:a16="http://schemas.microsoft.com/office/drawing/2014/main" id="{F10937EE-1C4A-CD4A-8D8B-58C6219952EB}"/>
              </a:ext>
            </a:extLst>
          </p:cNvPr>
          <p:cNvSpPr>
            <a:spLocks noGrp="1"/>
          </p:cNvSpPr>
          <p:nvPr>
            <p:ph idx="1" hasCustomPrompt="1"/>
          </p:nvPr>
        </p:nvSpPr>
        <p:spPr>
          <a:xfrm>
            <a:off x="455899" y="1307132"/>
            <a:ext cx="11280203" cy="3986765"/>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sp>
        <p:nvSpPr>
          <p:cNvPr id="2" name="Footer Placeholder 1">
            <a:extLst>
              <a:ext uri="{FF2B5EF4-FFF2-40B4-BE49-F238E27FC236}">
                <a16:creationId xmlns:a16="http://schemas.microsoft.com/office/drawing/2014/main" id="{D70EB038-50BA-4CE6-87A2-C19FACD82379}"/>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3" name="Slide Number Placeholder 2">
            <a:extLst>
              <a:ext uri="{FF2B5EF4-FFF2-40B4-BE49-F238E27FC236}">
                <a16:creationId xmlns:a16="http://schemas.microsoft.com/office/drawing/2014/main" id="{2054FF0E-4A35-4E41-A39A-DB4BBF4EE009}"/>
              </a:ext>
            </a:extLst>
          </p:cNvPr>
          <p:cNvSpPr>
            <a:spLocks noGrp="1"/>
          </p:cNvSpPr>
          <p:nvPr>
            <p:ph type="sldNum" sz="quarter" idx="11"/>
          </p:nvPr>
        </p:nvSpPr>
        <p:spPr/>
        <p:txBody>
          <a:bodyPr/>
          <a:lstStyle/>
          <a:p>
            <a:fld id="{B7CF8A19-3A9E-4ABC-B336-2FDDE321C72D}" type="slidenum">
              <a:rPr lang="en-US" smtClean="0"/>
              <a:pPr/>
              <a:t>‹#›</a:t>
            </a:fld>
            <a:endParaRPr lang="en-US"/>
          </a:p>
        </p:txBody>
      </p:sp>
      <p:sp>
        <p:nvSpPr>
          <p:cNvPr id="15" name="Title Placeholder 1">
            <a:extLst>
              <a:ext uri="{FF2B5EF4-FFF2-40B4-BE49-F238E27FC236}">
                <a16:creationId xmlns:a16="http://schemas.microsoft.com/office/drawing/2014/main" id="{DD4CB178-C0D6-4552-8FD9-86AB0F833237}"/>
              </a:ext>
            </a:extLst>
          </p:cNvPr>
          <p:cNvSpPr>
            <a:spLocks noGrp="1"/>
          </p:cNvSpPr>
          <p:nvPr>
            <p:ph type="title"/>
          </p:nvPr>
        </p:nvSpPr>
        <p:spPr>
          <a:xfrm>
            <a:off x="455904" y="100269"/>
            <a:ext cx="11274089" cy="844611"/>
          </a:xfrm>
          <a:prstGeom prst="rect">
            <a:avLst/>
          </a:prstGeom>
        </p:spPr>
        <p:txBody>
          <a:bodyPr vert="horz" lIns="91440" tIns="45720" rIns="91440" bIns="45720" rtlCol="0" anchor="ctr">
            <a:noAutofit/>
          </a:bodyPr>
          <a:lstStyle/>
          <a:p>
            <a:r>
              <a:rPr lang="en-US"/>
              <a:t>Click to edit Master title style</a:t>
            </a:r>
            <a:endParaRPr lang="en-US" dirty="0"/>
          </a:p>
        </p:txBody>
      </p:sp>
      <p:pic>
        <p:nvPicPr>
          <p:cNvPr id="7" name="Picture 6">
            <a:extLst>
              <a:ext uri="{FF2B5EF4-FFF2-40B4-BE49-F238E27FC236}">
                <a16:creationId xmlns:a16="http://schemas.microsoft.com/office/drawing/2014/main" id="{4507C208-C044-46C7-83CC-E75B2ABE7C1F}"/>
              </a:ext>
            </a:extLst>
          </p:cNvPr>
          <p:cNvPicPr>
            <a:picLocks noChangeAspect="1"/>
          </p:cNvPicPr>
          <p:nvPr userDrawn="1"/>
        </p:nvPicPr>
        <p:blipFill>
          <a:blip r:embed="rId2"/>
          <a:stretch>
            <a:fillRect/>
          </a:stretch>
        </p:blipFill>
        <p:spPr>
          <a:xfrm>
            <a:off x="0" y="5498352"/>
            <a:ext cx="12216384" cy="947331"/>
          </a:xfrm>
          <a:prstGeom prst="rect">
            <a:avLst/>
          </a:prstGeom>
        </p:spPr>
      </p:pic>
    </p:spTree>
    <p:extLst>
      <p:ext uri="{BB962C8B-B14F-4D97-AF65-F5344CB8AC3E}">
        <p14:creationId xmlns:p14="http://schemas.microsoft.com/office/powerpoint/2010/main" val="42034788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ottom Fill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C2B283-1721-A54D-A0F1-D2BEA4930744}"/>
              </a:ext>
            </a:extLst>
          </p:cNvPr>
          <p:cNvPicPr>
            <a:picLocks/>
          </p:cNvPicPr>
          <p:nvPr/>
        </p:nvPicPr>
        <p:blipFill>
          <a:blip r:embed="rId2"/>
          <a:stretch>
            <a:fillRect/>
          </a:stretch>
        </p:blipFill>
        <p:spPr>
          <a:xfrm>
            <a:off x="-24384" y="5924008"/>
            <a:ext cx="12240768" cy="512064"/>
          </a:xfrm>
          <a:prstGeom prst="rect">
            <a:avLst/>
          </a:prstGeom>
        </p:spPr>
      </p:pic>
      <p:sp>
        <p:nvSpPr>
          <p:cNvPr id="11" name="Text Placeholder 2">
            <a:extLst>
              <a:ext uri="{FF2B5EF4-FFF2-40B4-BE49-F238E27FC236}">
                <a16:creationId xmlns:a16="http://schemas.microsoft.com/office/drawing/2014/main" id="{DE834EAB-3654-8444-AD99-93CDAC63F3F4}"/>
              </a:ext>
            </a:extLst>
          </p:cNvPr>
          <p:cNvSpPr>
            <a:spLocks noGrp="1"/>
          </p:cNvSpPr>
          <p:nvPr>
            <p:ph idx="1"/>
          </p:nvPr>
        </p:nvSpPr>
        <p:spPr>
          <a:xfrm>
            <a:off x="455899" y="1307133"/>
            <a:ext cx="11280203" cy="4429527"/>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93B92A88-5565-4FAF-B92E-9F074FB192B3}"/>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4" name="Slide Number Placeholder 3">
            <a:extLst>
              <a:ext uri="{FF2B5EF4-FFF2-40B4-BE49-F238E27FC236}">
                <a16:creationId xmlns:a16="http://schemas.microsoft.com/office/drawing/2014/main" id="{8C09426C-B0A8-4657-888A-DC0D9715AEF1}"/>
              </a:ext>
            </a:extLst>
          </p:cNvPr>
          <p:cNvSpPr>
            <a:spLocks noGrp="1"/>
          </p:cNvSpPr>
          <p:nvPr>
            <p:ph type="sldNum" sz="quarter" idx="11"/>
          </p:nvPr>
        </p:nvSpPr>
        <p:spPr/>
        <p:txBody>
          <a:bodyPr/>
          <a:lstStyle/>
          <a:p>
            <a:fld id="{B7CF8A19-3A9E-4ABC-B336-2FDDE321C72D}" type="slidenum">
              <a:rPr lang="en-US" smtClean="0"/>
              <a:pPr/>
              <a:t>‹#›</a:t>
            </a:fld>
            <a:endParaRPr lang="en-US"/>
          </a:p>
        </p:txBody>
      </p:sp>
      <p:sp>
        <p:nvSpPr>
          <p:cNvPr id="12" name="Title Placeholder 1">
            <a:extLst>
              <a:ext uri="{FF2B5EF4-FFF2-40B4-BE49-F238E27FC236}">
                <a16:creationId xmlns:a16="http://schemas.microsoft.com/office/drawing/2014/main" id="{B89E05CC-C080-4076-B555-AC268F249F00}"/>
              </a:ext>
            </a:extLst>
          </p:cNvPr>
          <p:cNvSpPr>
            <a:spLocks noGrp="1"/>
          </p:cNvSpPr>
          <p:nvPr>
            <p:ph type="title"/>
          </p:nvPr>
        </p:nvSpPr>
        <p:spPr>
          <a:xfrm>
            <a:off x="455904" y="100269"/>
            <a:ext cx="11274089" cy="844611"/>
          </a:xfrm>
          <a:prstGeom prst="rect">
            <a:avLst/>
          </a:prstGeom>
        </p:spPr>
        <p:txBody>
          <a:bodyPr vert="horz" lIns="91440" tIns="45720" rIns="91440" bIns="45720" rtlCol="0" anchor="ctr">
            <a:noAutofit/>
          </a:bodyPr>
          <a:lstStyle/>
          <a:p>
            <a:r>
              <a:rPr lang="en-US"/>
              <a:t>Click to edit Master title style</a:t>
            </a:r>
            <a:endParaRPr lang="en-US" dirty="0"/>
          </a:p>
        </p:txBody>
      </p:sp>
      <p:pic>
        <p:nvPicPr>
          <p:cNvPr id="7" name="Picture 6">
            <a:extLst>
              <a:ext uri="{FF2B5EF4-FFF2-40B4-BE49-F238E27FC236}">
                <a16:creationId xmlns:a16="http://schemas.microsoft.com/office/drawing/2014/main" id="{EED3E63F-4D30-47E0-82BD-EC78D1288636}"/>
              </a:ext>
            </a:extLst>
          </p:cNvPr>
          <p:cNvPicPr>
            <a:picLocks/>
          </p:cNvPicPr>
          <p:nvPr userDrawn="1"/>
        </p:nvPicPr>
        <p:blipFill>
          <a:blip r:embed="rId2"/>
          <a:stretch>
            <a:fillRect/>
          </a:stretch>
        </p:blipFill>
        <p:spPr>
          <a:xfrm>
            <a:off x="-24384" y="5924008"/>
            <a:ext cx="12240768" cy="512064"/>
          </a:xfrm>
          <a:prstGeom prst="rect">
            <a:avLst/>
          </a:prstGeom>
        </p:spPr>
      </p:pic>
    </p:spTree>
    <p:extLst>
      <p:ext uri="{BB962C8B-B14F-4D97-AF65-F5344CB8AC3E}">
        <p14:creationId xmlns:p14="http://schemas.microsoft.com/office/powerpoint/2010/main" val="16397500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rner Fill">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CB4C57C-BE7C-4CE4-BEEB-1CCE8258F0A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251256" y="4191725"/>
            <a:ext cx="2940744" cy="2666275"/>
          </a:xfrm>
          <a:prstGeom prst="rect">
            <a:avLst/>
          </a:prstGeom>
        </p:spPr>
      </p:pic>
      <p:sp>
        <p:nvSpPr>
          <p:cNvPr id="11" name="Title Placeholder 1"/>
          <p:cNvSpPr>
            <a:spLocks noGrp="1"/>
          </p:cNvSpPr>
          <p:nvPr>
            <p:ph type="title" hasCustomPrompt="1"/>
          </p:nvPr>
        </p:nvSpPr>
        <p:spPr>
          <a:xfrm>
            <a:off x="455900" y="100269"/>
            <a:ext cx="11274088" cy="844611"/>
          </a:xfrm>
          <a:prstGeom prst="rect">
            <a:avLst/>
          </a:prstGeom>
        </p:spPr>
        <p:txBody>
          <a:bodyPr vert="horz" lIns="91440" tIns="45720" rIns="91440" bIns="45720" rtlCol="0" anchor="ctr">
            <a:noAutofit/>
          </a:bodyPr>
          <a:lstStyle>
            <a:lvl1pPr>
              <a:defRPr b="1">
                <a:latin typeface="+mn-lt"/>
              </a:defRPr>
            </a:lvl1pPr>
          </a:lstStyle>
          <a:p>
            <a:r>
              <a:rPr lang="en-US" dirty="0"/>
              <a:t>Click to add title</a:t>
            </a:r>
          </a:p>
        </p:txBody>
      </p:sp>
      <p:sp>
        <p:nvSpPr>
          <p:cNvPr id="5" name="Slide Number Placeholder 5">
            <a:extLst>
              <a:ext uri="{FF2B5EF4-FFF2-40B4-BE49-F238E27FC236}">
                <a16:creationId xmlns:a16="http://schemas.microsoft.com/office/drawing/2014/main" id="{357115EB-6EB9-AD43-BF51-6238C42B69E2}"/>
              </a:ext>
            </a:extLst>
          </p:cNvPr>
          <p:cNvSpPr txBox="1">
            <a:spLocks/>
          </p:cNvSpPr>
          <p:nvPr/>
        </p:nvSpPr>
        <p:spPr>
          <a:xfrm>
            <a:off x="1093003" y="6507958"/>
            <a:ext cx="6666597" cy="273844"/>
          </a:xfrm>
          <a:prstGeom prst="rect">
            <a:avLst/>
          </a:prstGeom>
        </p:spPr>
        <p:txBody>
          <a:bodyPr vert="horz" lIns="0" tIns="45720" rIns="0" bIns="4572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endParaRPr lang="en-US" sz="900" dirty="0"/>
          </a:p>
        </p:txBody>
      </p:sp>
      <p:sp>
        <p:nvSpPr>
          <p:cNvPr id="15" name="Text Placeholder 2">
            <a:extLst>
              <a:ext uri="{FF2B5EF4-FFF2-40B4-BE49-F238E27FC236}">
                <a16:creationId xmlns:a16="http://schemas.microsoft.com/office/drawing/2014/main" id="{EACD82ED-3ACE-6B4E-AED2-34697AE09C35}"/>
              </a:ext>
            </a:extLst>
          </p:cNvPr>
          <p:cNvSpPr>
            <a:spLocks noGrp="1"/>
          </p:cNvSpPr>
          <p:nvPr>
            <p:ph idx="1" hasCustomPrompt="1"/>
          </p:nvPr>
        </p:nvSpPr>
        <p:spPr>
          <a:xfrm>
            <a:off x="455899" y="1307132"/>
            <a:ext cx="9679839" cy="4306648"/>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pic>
        <p:nvPicPr>
          <p:cNvPr id="14" name="Picture 13" descr="CompTIA_logo.wmf">
            <a:extLst>
              <a:ext uri="{FF2B5EF4-FFF2-40B4-BE49-F238E27FC236}">
                <a16:creationId xmlns:a16="http://schemas.microsoft.com/office/drawing/2014/main" id="{356AF006-7545-FE4E-BA37-FA9657065F3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sp>
        <p:nvSpPr>
          <p:cNvPr id="2" name="Footer Placeholder 1">
            <a:extLst>
              <a:ext uri="{FF2B5EF4-FFF2-40B4-BE49-F238E27FC236}">
                <a16:creationId xmlns:a16="http://schemas.microsoft.com/office/drawing/2014/main" id="{A6C0E9C0-BE8A-4825-8F47-135B1034D059}"/>
              </a:ext>
            </a:extLst>
          </p:cNvPr>
          <p:cNvSpPr>
            <a:spLocks noGrp="1"/>
          </p:cNvSpPr>
          <p:nvPr>
            <p:ph type="ftr" sz="quarter" idx="10"/>
          </p:nvPr>
        </p:nvSpPr>
        <p:spPr>
          <a:xfrm>
            <a:off x="1430867" y="6492831"/>
            <a:ext cx="7832548" cy="366183"/>
          </a:xfrm>
        </p:spPr>
        <p:txBody>
          <a:bodyPr/>
          <a:lstStyle/>
          <a:p>
            <a:r>
              <a:rPr lang="en-GB"/>
              <a:t>CompTIA Security+ Lesson 1 | Copyright © 2020 CompTIA Properties, LLC. All Rights Reserved.  |  CompTIA.org</a:t>
            </a:r>
            <a:endParaRPr lang="en-US" dirty="0"/>
          </a:p>
        </p:txBody>
      </p:sp>
      <p:sp>
        <p:nvSpPr>
          <p:cNvPr id="3" name="Slide Number Placeholder 2">
            <a:extLst>
              <a:ext uri="{FF2B5EF4-FFF2-40B4-BE49-F238E27FC236}">
                <a16:creationId xmlns:a16="http://schemas.microsoft.com/office/drawing/2014/main" id="{0D623632-4E16-4AD5-AADC-2E340A869461}"/>
              </a:ext>
            </a:extLst>
          </p:cNvPr>
          <p:cNvSpPr>
            <a:spLocks noGrp="1"/>
          </p:cNvSpPr>
          <p:nvPr>
            <p:ph type="sldNum" sz="quarter" idx="11"/>
          </p:nvPr>
        </p:nvSpPr>
        <p:spPr/>
        <p:txBody>
          <a:bodyPr/>
          <a:lstStyle/>
          <a:p>
            <a:fld id="{B7CF8A19-3A9E-4ABC-B336-2FDDE321C72D}" type="slidenum">
              <a:rPr lang="en-US" smtClean="0"/>
              <a:pPr/>
              <a:t>‹#›</a:t>
            </a:fld>
            <a:endParaRPr lang="en-US"/>
          </a:p>
        </p:txBody>
      </p:sp>
      <p:pic>
        <p:nvPicPr>
          <p:cNvPr id="10" name="Picture 9">
            <a:extLst>
              <a:ext uri="{FF2B5EF4-FFF2-40B4-BE49-F238E27FC236}">
                <a16:creationId xmlns:a16="http://schemas.microsoft.com/office/drawing/2014/main" id="{0296C325-1E58-46BB-8451-0071865A1EC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251256" y="4191725"/>
            <a:ext cx="2940744" cy="2666275"/>
          </a:xfrm>
          <a:prstGeom prst="rect">
            <a:avLst/>
          </a:prstGeom>
        </p:spPr>
      </p:pic>
    </p:spTree>
    <p:extLst>
      <p:ext uri="{BB962C8B-B14F-4D97-AF65-F5344CB8AC3E}">
        <p14:creationId xmlns:p14="http://schemas.microsoft.com/office/powerpoint/2010/main" val="2052755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No Fill Slide">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72C6F783-9286-1544-850A-F82A0510B462}"/>
              </a:ext>
            </a:extLst>
          </p:cNvPr>
          <p:cNvSpPr>
            <a:spLocks noGrp="1"/>
          </p:cNvSpPr>
          <p:nvPr>
            <p:ph idx="1"/>
          </p:nvPr>
        </p:nvSpPr>
        <p:spPr>
          <a:xfrm>
            <a:off x="455899" y="1307129"/>
            <a:ext cx="11280203" cy="4756787"/>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42D0C1-28C5-40E9-BE4A-2634E3E59F3F}"/>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3" name="Slide Number Placeholder 2">
            <a:extLst>
              <a:ext uri="{FF2B5EF4-FFF2-40B4-BE49-F238E27FC236}">
                <a16:creationId xmlns:a16="http://schemas.microsoft.com/office/drawing/2014/main" id="{40AF80CE-1F06-46AF-81FC-3CE6F4E76AEA}"/>
              </a:ext>
            </a:extLst>
          </p:cNvPr>
          <p:cNvSpPr>
            <a:spLocks noGrp="1"/>
          </p:cNvSpPr>
          <p:nvPr>
            <p:ph type="sldNum" sz="quarter" idx="11"/>
          </p:nvPr>
        </p:nvSpPr>
        <p:spPr/>
        <p:txBody>
          <a:bodyPr/>
          <a:lstStyle/>
          <a:p>
            <a:fld id="{B7CF8A19-3A9E-4ABC-B336-2FDDE321C72D}" type="slidenum">
              <a:rPr lang="en-US" smtClean="0"/>
              <a:pPr/>
              <a:t>‹#›</a:t>
            </a:fld>
            <a:endParaRPr lang="en-US"/>
          </a:p>
        </p:txBody>
      </p:sp>
      <p:sp>
        <p:nvSpPr>
          <p:cNvPr id="12" name="Title Placeholder 1">
            <a:extLst>
              <a:ext uri="{FF2B5EF4-FFF2-40B4-BE49-F238E27FC236}">
                <a16:creationId xmlns:a16="http://schemas.microsoft.com/office/drawing/2014/main" id="{F2EB0BAE-96FC-4676-99FD-45D2D9C44FC3}"/>
              </a:ext>
            </a:extLst>
          </p:cNvPr>
          <p:cNvSpPr>
            <a:spLocks noGrp="1"/>
          </p:cNvSpPr>
          <p:nvPr>
            <p:ph type="title"/>
          </p:nvPr>
        </p:nvSpPr>
        <p:spPr>
          <a:xfrm>
            <a:off x="455904" y="100269"/>
            <a:ext cx="11274089" cy="844611"/>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367963897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04" y="100269"/>
            <a:ext cx="11274089" cy="844611"/>
          </a:xfrm>
          <a:prstGeom prst="rect">
            <a:avLst/>
          </a:prstGeom>
        </p:spPr>
        <p:txBody>
          <a:bodyPr/>
          <a:lstStyle>
            <a:lvl1pPr>
              <a:defRPr b="1">
                <a:latin typeface="+mn-lt"/>
              </a:defRPr>
            </a:lvl1pPr>
          </a:lstStyle>
          <a:p>
            <a:r>
              <a:rPr lang="en-US" dirty="0"/>
              <a:t>Click to add title</a:t>
            </a:r>
          </a:p>
        </p:txBody>
      </p:sp>
      <p:sp>
        <p:nvSpPr>
          <p:cNvPr id="3" name="Content Placeholder 2"/>
          <p:cNvSpPr>
            <a:spLocks noGrp="1"/>
          </p:cNvSpPr>
          <p:nvPr>
            <p:ph sz="half" idx="1"/>
          </p:nvPr>
        </p:nvSpPr>
        <p:spPr>
          <a:xfrm>
            <a:off x="455904" y="1291988"/>
            <a:ext cx="5538497" cy="4501655"/>
          </a:xfrm>
        </p:spPr>
        <p:txBody>
          <a:bodyPr/>
          <a:lstStyle>
            <a:lvl1pPr>
              <a:defRPr sz="2400">
                <a:solidFill>
                  <a:srgbClr val="45545F"/>
                </a:solidFill>
              </a:defRPr>
            </a:lvl1pPr>
            <a:lvl2pPr>
              <a:defRPr sz="2133">
                <a:solidFill>
                  <a:srgbClr val="45545F"/>
                </a:solidFill>
              </a:defRPr>
            </a:lvl2pPr>
            <a:lvl3pPr>
              <a:defRPr sz="1867">
                <a:solidFill>
                  <a:srgbClr val="45545F"/>
                </a:solidFill>
              </a:defRPr>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291988"/>
            <a:ext cx="5532392" cy="4501655"/>
          </a:xfrm>
        </p:spPr>
        <p:txBody>
          <a:bodyPr>
            <a:noAutofit/>
          </a:bodyPr>
          <a:lstStyle>
            <a:lvl1pPr>
              <a:defRPr sz="2400">
                <a:solidFill>
                  <a:srgbClr val="45545F"/>
                </a:solidFill>
              </a:defRPr>
            </a:lvl1pPr>
            <a:lvl2pPr>
              <a:defRPr sz="2133">
                <a:solidFill>
                  <a:srgbClr val="45545F"/>
                </a:solidFill>
              </a:defRPr>
            </a:lvl2pPr>
            <a:lvl3pPr>
              <a:defRPr sz="1867">
                <a:solidFill>
                  <a:srgbClr val="45545F"/>
                </a:solidFill>
              </a:defRPr>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pic>
        <p:nvPicPr>
          <p:cNvPr id="10" name="Picture 9" descr="CompTIA_logo.wmf">
            <a:extLst>
              <a:ext uri="{FF2B5EF4-FFF2-40B4-BE49-F238E27FC236}">
                <a16:creationId xmlns:a16="http://schemas.microsoft.com/office/drawing/2014/main" id="{953D7D55-FF4B-144A-9A47-F9B21A50C6A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pic>
        <p:nvPicPr>
          <p:cNvPr id="8" name="Picture 7">
            <a:extLst>
              <a:ext uri="{FF2B5EF4-FFF2-40B4-BE49-F238E27FC236}">
                <a16:creationId xmlns:a16="http://schemas.microsoft.com/office/drawing/2014/main" id="{23A873D3-98D7-4852-8AAA-A462C1DE9AB4}"/>
              </a:ext>
            </a:extLst>
          </p:cNvPr>
          <p:cNvPicPr>
            <a:picLocks/>
          </p:cNvPicPr>
          <p:nvPr/>
        </p:nvPicPr>
        <p:blipFill>
          <a:blip r:embed="rId3"/>
          <a:stretch>
            <a:fillRect/>
          </a:stretch>
        </p:blipFill>
        <p:spPr>
          <a:xfrm>
            <a:off x="-24384" y="5924008"/>
            <a:ext cx="12240768" cy="512064"/>
          </a:xfrm>
          <a:prstGeom prst="rect">
            <a:avLst/>
          </a:prstGeom>
        </p:spPr>
      </p:pic>
      <p:sp>
        <p:nvSpPr>
          <p:cNvPr id="7" name="Footer Placeholder 6">
            <a:extLst>
              <a:ext uri="{FF2B5EF4-FFF2-40B4-BE49-F238E27FC236}">
                <a16:creationId xmlns:a16="http://schemas.microsoft.com/office/drawing/2014/main" id="{20B137AA-E8FF-49AE-ADC6-417135EA1C16}"/>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11" name="Slide Number Placeholder 10">
            <a:extLst>
              <a:ext uri="{FF2B5EF4-FFF2-40B4-BE49-F238E27FC236}">
                <a16:creationId xmlns:a16="http://schemas.microsoft.com/office/drawing/2014/main" id="{DC271262-DE56-473E-BD86-378F68F6C885}"/>
              </a:ext>
            </a:extLst>
          </p:cNvPr>
          <p:cNvSpPr>
            <a:spLocks noGrp="1"/>
          </p:cNvSpPr>
          <p:nvPr>
            <p:ph type="sldNum" sz="quarter" idx="11"/>
          </p:nvPr>
        </p:nvSpPr>
        <p:spPr/>
        <p:txBody>
          <a:bodyPr/>
          <a:lstStyle/>
          <a:p>
            <a:fld id="{B7CF8A19-3A9E-4ABC-B336-2FDDE321C72D}" type="slidenum">
              <a:rPr lang="en-US" smtClean="0"/>
              <a:pPr/>
              <a:t>‹#›</a:t>
            </a:fld>
            <a:endParaRPr lang="en-US"/>
          </a:p>
        </p:txBody>
      </p:sp>
      <p:pic>
        <p:nvPicPr>
          <p:cNvPr id="9" name="Picture 8">
            <a:extLst>
              <a:ext uri="{FF2B5EF4-FFF2-40B4-BE49-F238E27FC236}">
                <a16:creationId xmlns:a16="http://schemas.microsoft.com/office/drawing/2014/main" id="{0A6890A2-1520-4E1A-89C6-0F5FBC18CB35}"/>
              </a:ext>
            </a:extLst>
          </p:cNvPr>
          <p:cNvPicPr>
            <a:picLocks/>
          </p:cNvPicPr>
          <p:nvPr userDrawn="1"/>
        </p:nvPicPr>
        <p:blipFill>
          <a:blip r:embed="rId3"/>
          <a:stretch>
            <a:fillRect/>
          </a:stretch>
        </p:blipFill>
        <p:spPr>
          <a:xfrm>
            <a:off x="-24384" y="5924008"/>
            <a:ext cx="12240768" cy="512064"/>
          </a:xfrm>
          <a:prstGeom prst="rect">
            <a:avLst/>
          </a:prstGeom>
        </p:spPr>
      </p:pic>
    </p:spTree>
    <p:extLst>
      <p:ext uri="{BB962C8B-B14F-4D97-AF65-F5344CB8AC3E}">
        <p14:creationId xmlns:p14="http://schemas.microsoft.com/office/powerpoint/2010/main" val="20741712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5903" y="1202605"/>
            <a:ext cx="5540615" cy="639763"/>
          </a:xfrm>
        </p:spPr>
        <p:txBody>
          <a:bodyPr anchor="b">
            <a:noAutofit/>
          </a:bodyPr>
          <a:lstStyle>
            <a:lvl1pPr marL="0" indent="0" algn="l">
              <a:buNone/>
              <a:defRPr sz="2400" b="1">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5903" y="1842367"/>
            <a:ext cx="5540615" cy="3951288"/>
          </a:xfrm>
        </p:spPr>
        <p:txBody>
          <a:bodyPr>
            <a:noAutofit/>
          </a:bodyPr>
          <a:lstStyle>
            <a:lvl1pPr>
              <a:defRPr sz="2400">
                <a:solidFill>
                  <a:srgbClr val="45545F"/>
                </a:solidFill>
              </a:defRPr>
            </a:lvl1pPr>
            <a:lvl2pPr>
              <a:defRPr sz="2133">
                <a:solidFill>
                  <a:srgbClr val="45545F"/>
                </a:solidFill>
              </a:defRPr>
            </a:lvl2pPr>
            <a:lvl3pPr>
              <a:defRPr sz="1867">
                <a:solidFill>
                  <a:srgbClr val="45545F"/>
                </a:solidFill>
              </a:defRPr>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71" y="1202605"/>
            <a:ext cx="5536621" cy="639763"/>
          </a:xfrm>
        </p:spPr>
        <p:txBody>
          <a:bodyPr anchor="b">
            <a:noAutofit/>
          </a:bodyPr>
          <a:lstStyle>
            <a:lvl1pPr marL="0" indent="0">
              <a:buNone/>
              <a:defRPr sz="2400" b="1">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1842367"/>
            <a:ext cx="5536621" cy="3951288"/>
          </a:xfrm>
        </p:spPr>
        <p:txBody>
          <a:bodyPr>
            <a:noAutofit/>
          </a:bodyPr>
          <a:lstStyle>
            <a:lvl1pPr>
              <a:defRPr sz="2400">
                <a:solidFill>
                  <a:srgbClr val="45545F"/>
                </a:solidFill>
              </a:defRPr>
            </a:lvl1pPr>
            <a:lvl2pPr>
              <a:defRPr sz="2133">
                <a:solidFill>
                  <a:srgbClr val="45545F"/>
                </a:solidFill>
              </a:defRPr>
            </a:lvl2pPr>
            <a:lvl3pPr>
              <a:defRPr sz="1867">
                <a:solidFill>
                  <a:srgbClr val="45545F"/>
                </a:solidFill>
              </a:defRPr>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pic>
        <p:nvPicPr>
          <p:cNvPr id="12" name="Picture 11" descr="CompTIA_logo.wmf">
            <a:extLst>
              <a:ext uri="{FF2B5EF4-FFF2-40B4-BE49-F238E27FC236}">
                <a16:creationId xmlns:a16="http://schemas.microsoft.com/office/drawing/2014/main" id="{9E0A0277-6F7D-464A-B7AB-99B78E17BCE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pic>
        <p:nvPicPr>
          <p:cNvPr id="10" name="Picture 9">
            <a:extLst>
              <a:ext uri="{FF2B5EF4-FFF2-40B4-BE49-F238E27FC236}">
                <a16:creationId xmlns:a16="http://schemas.microsoft.com/office/drawing/2014/main" id="{D6582580-7A03-4664-A005-282697F7A0C4}"/>
              </a:ext>
            </a:extLst>
          </p:cNvPr>
          <p:cNvPicPr>
            <a:picLocks/>
          </p:cNvPicPr>
          <p:nvPr/>
        </p:nvPicPr>
        <p:blipFill>
          <a:blip r:embed="rId3"/>
          <a:stretch>
            <a:fillRect/>
          </a:stretch>
        </p:blipFill>
        <p:spPr>
          <a:xfrm>
            <a:off x="-24384" y="5924008"/>
            <a:ext cx="12240768" cy="512064"/>
          </a:xfrm>
          <a:prstGeom prst="rect">
            <a:avLst/>
          </a:prstGeom>
        </p:spPr>
      </p:pic>
      <p:sp>
        <p:nvSpPr>
          <p:cNvPr id="9" name="Footer Placeholder 8">
            <a:extLst>
              <a:ext uri="{FF2B5EF4-FFF2-40B4-BE49-F238E27FC236}">
                <a16:creationId xmlns:a16="http://schemas.microsoft.com/office/drawing/2014/main" id="{53DEEF49-8B9B-4812-B58D-7F40D0D48FB4}"/>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13" name="Slide Number Placeholder 12">
            <a:extLst>
              <a:ext uri="{FF2B5EF4-FFF2-40B4-BE49-F238E27FC236}">
                <a16:creationId xmlns:a16="http://schemas.microsoft.com/office/drawing/2014/main" id="{63498844-A48D-4E90-ADCC-5515FCFABD27}"/>
              </a:ext>
            </a:extLst>
          </p:cNvPr>
          <p:cNvSpPr>
            <a:spLocks noGrp="1"/>
          </p:cNvSpPr>
          <p:nvPr>
            <p:ph type="sldNum" sz="quarter" idx="11"/>
          </p:nvPr>
        </p:nvSpPr>
        <p:spPr/>
        <p:txBody>
          <a:bodyPr/>
          <a:lstStyle/>
          <a:p>
            <a:fld id="{B7CF8A19-3A9E-4ABC-B336-2FDDE321C72D}" type="slidenum">
              <a:rPr lang="en-US" smtClean="0"/>
              <a:pPr/>
              <a:t>‹#›</a:t>
            </a:fld>
            <a:endParaRPr lang="en-US"/>
          </a:p>
        </p:txBody>
      </p:sp>
      <p:sp>
        <p:nvSpPr>
          <p:cNvPr id="14" name="Title Placeholder 1">
            <a:extLst>
              <a:ext uri="{FF2B5EF4-FFF2-40B4-BE49-F238E27FC236}">
                <a16:creationId xmlns:a16="http://schemas.microsoft.com/office/drawing/2014/main" id="{9E796A2E-6B98-46DB-AA03-8CCBF05FDFE9}"/>
              </a:ext>
            </a:extLst>
          </p:cNvPr>
          <p:cNvSpPr>
            <a:spLocks noGrp="1"/>
          </p:cNvSpPr>
          <p:nvPr>
            <p:ph type="title"/>
          </p:nvPr>
        </p:nvSpPr>
        <p:spPr>
          <a:xfrm>
            <a:off x="455904" y="100269"/>
            <a:ext cx="11274089" cy="844611"/>
          </a:xfrm>
          <a:prstGeom prst="rect">
            <a:avLst/>
          </a:prstGeom>
        </p:spPr>
        <p:txBody>
          <a:bodyPr vert="horz" lIns="91440" tIns="45720" rIns="91440" bIns="45720" rtlCol="0" anchor="ctr">
            <a:noAutofit/>
          </a:bodyPr>
          <a:lstStyle/>
          <a:p>
            <a:r>
              <a:rPr lang="en-US"/>
              <a:t>Click to edit Master title style</a:t>
            </a:r>
            <a:endParaRPr lang="en-US" dirty="0"/>
          </a:p>
        </p:txBody>
      </p:sp>
      <p:pic>
        <p:nvPicPr>
          <p:cNvPr id="11" name="Picture 10">
            <a:extLst>
              <a:ext uri="{FF2B5EF4-FFF2-40B4-BE49-F238E27FC236}">
                <a16:creationId xmlns:a16="http://schemas.microsoft.com/office/drawing/2014/main" id="{721E786B-F8BA-4627-865F-686CBCA5D4EB}"/>
              </a:ext>
            </a:extLst>
          </p:cNvPr>
          <p:cNvPicPr>
            <a:picLocks/>
          </p:cNvPicPr>
          <p:nvPr userDrawn="1"/>
        </p:nvPicPr>
        <p:blipFill>
          <a:blip r:embed="rId3"/>
          <a:stretch>
            <a:fillRect/>
          </a:stretch>
        </p:blipFill>
        <p:spPr>
          <a:xfrm>
            <a:off x="-24384" y="5924008"/>
            <a:ext cx="12240768" cy="512064"/>
          </a:xfrm>
          <a:prstGeom prst="rect">
            <a:avLst/>
          </a:prstGeom>
        </p:spPr>
      </p:pic>
    </p:spTree>
    <p:extLst>
      <p:ext uri="{BB962C8B-B14F-4D97-AF65-F5344CB8AC3E}">
        <p14:creationId xmlns:p14="http://schemas.microsoft.com/office/powerpoint/2010/main" val="21860355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04" y="100269"/>
            <a:ext cx="11274089" cy="844611"/>
          </a:xfrm>
          <a:prstGeom prst="rect">
            <a:avLst/>
          </a:prstGeom>
        </p:spPr>
        <p:txBody>
          <a:bodyPr/>
          <a:lstStyle>
            <a:lvl1pPr>
              <a:defRPr b="1">
                <a:latin typeface="+mn-lt"/>
              </a:defRPr>
            </a:lvl1pPr>
          </a:lstStyle>
          <a:p>
            <a:r>
              <a:rPr lang="en-US" dirty="0"/>
              <a:t>Click to add title</a:t>
            </a:r>
          </a:p>
        </p:txBody>
      </p:sp>
      <p:pic>
        <p:nvPicPr>
          <p:cNvPr id="9" name="Picture 8" descr="CompTIA_logo.wmf">
            <a:extLst>
              <a:ext uri="{FF2B5EF4-FFF2-40B4-BE49-F238E27FC236}">
                <a16:creationId xmlns:a16="http://schemas.microsoft.com/office/drawing/2014/main" id="{1E765CB9-1B51-9D48-955D-6843AA1B95F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sp>
        <p:nvSpPr>
          <p:cNvPr id="4" name="Footer Placeholder 3">
            <a:extLst>
              <a:ext uri="{FF2B5EF4-FFF2-40B4-BE49-F238E27FC236}">
                <a16:creationId xmlns:a16="http://schemas.microsoft.com/office/drawing/2014/main" id="{6F98C097-D8E9-4803-892B-742AFC53C446}"/>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7" name="Slide Number Placeholder 6">
            <a:extLst>
              <a:ext uri="{FF2B5EF4-FFF2-40B4-BE49-F238E27FC236}">
                <a16:creationId xmlns:a16="http://schemas.microsoft.com/office/drawing/2014/main" id="{BCC5696C-27D7-4D5E-BF51-1A71B93F0442}"/>
              </a:ext>
            </a:extLst>
          </p:cNvPr>
          <p:cNvSpPr>
            <a:spLocks noGrp="1"/>
          </p:cNvSpPr>
          <p:nvPr>
            <p:ph type="sldNum" sz="quarter" idx="11"/>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297130999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Glossary Term Definition">
    <p:spTree>
      <p:nvGrpSpPr>
        <p:cNvPr id="1" name=""/>
        <p:cNvGrpSpPr/>
        <p:nvPr/>
      </p:nvGrpSpPr>
      <p:grpSpPr>
        <a:xfrm>
          <a:off x="0" y="0"/>
          <a:ext cx="0" cy="0"/>
          <a:chOff x="0" y="0"/>
          <a:chExt cx="0" cy="0"/>
        </a:xfrm>
      </p:grpSpPr>
      <p:sp>
        <p:nvSpPr>
          <p:cNvPr id="8" name="Title Placeholder 1"/>
          <p:cNvSpPr>
            <a:spLocks noGrp="1"/>
          </p:cNvSpPr>
          <p:nvPr>
            <p:ph type="title" hasCustomPrompt="1"/>
          </p:nvPr>
        </p:nvSpPr>
        <p:spPr>
          <a:xfrm>
            <a:off x="455900" y="100269"/>
            <a:ext cx="11274088" cy="844611"/>
          </a:xfrm>
          <a:prstGeom prst="rect">
            <a:avLst/>
          </a:prstGeom>
        </p:spPr>
        <p:txBody>
          <a:bodyPr vert="horz" lIns="91440" tIns="45720" rIns="91440" bIns="45720" rtlCol="0" anchor="ctr">
            <a:noAutofit/>
          </a:bodyPr>
          <a:lstStyle>
            <a:lvl1pPr>
              <a:defRPr b="1">
                <a:latin typeface="+mn-lt"/>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2336800" y="1259979"/>
            <a:ext cx="9406021" cy="762000"/>
          </a:xfrm>
        </p:spPr>
        <p:txBody>
          <a:bodyPr/>
          <a:lstStyle>
            <a:lvl1pPr marL="0" indent="0" algn="l" defTabSz="457189" rtl="0" eaLnBrk="1" latinLnBrk="0" hangingPunct="1">
              <a:spcBef>
                <a:spcPct val="20000"/>
              </a:spcBef>
              <a:buClr>
                <a:schemeClr val="accent1"/>
              </a:buClr>
              <a:buFont typeface="Arial"/>
              <a:buNone/>
              <a:defRPr lang="en-US" sz="2400" b="0" kern="1200" dirty="0" smtClean="0">
                <a:solidFill>
                  <a:schemeClr val="accent5"/>
                </a:solidFill>
                <a:latin typeface="+mn-lt"/>
                <a:ea typeface="+mn-ea"/>
                <a:cs typeface="+mn-cs"/>
              </a:defRPr>
            </a:lvl1pPr>
            <a:lvl2pPr marL="0" indent="0" algn="l" defTabSz="457189"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189"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189"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189"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 (Format “term” in bold.)</a:t>
            </a:r>
          </a:p>
        </p:txBody>
      </p:sp>
      <p:sp>
        <p:nvSpPr>
          <p:cNvPr id="14" name="Text Placeholder 2">
            <a:extLst>
              <a:ext uri="{FF2B5EF4-FFF2-40B4-BE49-F238E27FC236}">
                <a16:creationId xmlns:a16="http://schemas.microsoft.com/office/drawing/2014/main" id="{1C8B6186-7A8B-DC46-9466-DB72DE79C1AC}"/>
              </a:ext>
            </a:extLst>
          </p:cNvPr>
          <p:cNvSpPr>
            <a:spLocks noGrp="1"/>
          </p:cNvSpPr>
          <p:nvPr>
            <p:ph idx="1"/>
          </p:nvPr>
        </p:nvSpPr>
        <p:spPr>
          <a:xfrm>
            <a:off x="455899" y="2261939"/>
            <a:ext cx="11280203" cy="39421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pic>
        <p:nvPicPr>
          <p:cNvPr id="17" name="Picture 16" descr="CompTIA_logo.wmf">
            <a:extLst>
              <a:ext uri="{FF2B5EF4-FFF2-40B4-BE49-F238E27FC236}">
                <a16:creationId xmlns:a16="http://schemas.microsoft.com/office/drawing/2014/main" id="{A660B38B-C7D9-D944-83F2-8500759A1BD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pic>
        <p:nvPicPr>
          <p:cNvPr id="18" name="Picture 100" descr="book">
            <a:extLst>
              <a:ext uri="{FF2B5EF4-FFF2-40B4-BE49-F238E27FC236}">
                <a16:creationId xmlns:a16="http://schemas.microsoft.com/office/drawing/2014/main" id="{7659040C-5D30-DA49-B1E6-5E966016CCA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469" y="1043333"/>
            <a:ext cx="1214921" cy="106305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D086BE5C-1A93-4076-AB7D-D776F88BF9C2}"/>
              </a:ext>
            </a:extLst>
          </p:cNvPr>
          <p:cNvPicPr>
            <a:picLocks/>
          </p:cNvPicPr>
          <p:nvPr/>
        </p:nvPicPr>
        <p:blipFill>
          <a:blip r:embed="rId4"/>
          <a:stretch>
            <a:fillRect/>
          </a:stretch>
        </p:blipFill>
        <p:spPr>
          <a:xfrm>
            <a:off x="-24384" y="5924008"/>
            <a:ext cx="12240768" cy="512064"/>
          </a:xfrm>
          <a:prstGeom prst="rect">
            <a:avLst/>
          </a:prstGeom>
        </p:spPr>
      </p:pic>
      <p:pic>
        <p:nvPicPr>
          <p:cNvPr id="12" name="Picture 100" descr="book">
            <a:extLst>
              <a:ext uri="{FF2B5EF4-FFF2-40B4-BE49-F238E27FC236}">
                <a16:creationId xmlns:a16="http://schemas.microsoft.com/office/drawing/2014/main" id="{20973258-CC8D-48BF-90F9-A966CF2B9D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469" y="1043333"/>
            <a:ext cx="1214921" cy="106305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B481E94E-763D-4370-9E90-396E8B9F51AB}"/>
              </a:ext>
            </a:extLst>
          </p:cNvPr>
          <p:cNvSpPr>
            <a:spLocks noGrp="1"/>
          </p:cNvSpPr>
          <p:nvPr>
            <p:ph type="ftr" sz="quarter" idx="14"/>
          </p:nvPr>
        </p:nvSpPr>
        <p:spPr/>
        <p:txBody>
          <a:bodyPr/>
          <a:lstStyle/>
          <a:p>
            <a:r>
              <a:rPr lang="en-GB"/>
              <a:t>CompTIA Security+ Lesson 1 | Copyright © 2020 CompTIA Properties, LLC. All Rights Reserved.  |  CompTIA.org</a:t>
            </a:r>
            <a:endParaRPr lang="en-US" dirty="0"/>
          </a:p>
        </p:txBody>
      </p:sp>
      <p:sp>
        <p:nvSpPr>
          <p:cNvPr id="3" name="Slide Number Placeholder 2">
            <a:extLst>
              <a:ext uri="{FF2B5EF4-FFF2-40B4-BE49-F238E27FC236}">
                <a16:creationId xmlns:a16="http://schemas.microsoft.com/office/drawing/2014/main" id="{D96E1092-443E-439F-91D9-8B8BA1ECC835}"/>
              </a:ext>
            </a:extLst>
          </p:cNvPr>
          <p:cNvSpPr>
            <a:spLocks noGrp="1"/>
          </p:cNvSpPr>
          <p:nvPr>
            <p:ph type="sldNum" sz="quarter" idx="15"/>
          </p:nvPr>
        </p:nvSpPr>
        <p:spPr/>
        <p:txBody>
          <a:bodyPr/>
          <a:lstStyle/>
          <a:p>
            <a:fld id="{B7CF8A19-3A9E-4ABC-B336-2FDDE321C72D}" type="slidenum">
              <a:rPr lang="en-US" smtClean="0"/>
              <a:pPr/>
              <a:t>‹#›</a:t>
            </a:fld>
            <a:endParaRPr lang="en-US"/>
          </a:p>
        </p:txBody>
      </p:sp>
      <p:pic>
        <p:nvPicPr>
          <p:cNvPr id="11" name="Picture 10">
            <a:extLst>
              <a:ext uri="{FF2B5EF4-FFF2-40B4-BE49-F238E27FC236}">
                <a16:creationId xmlns:a16="http://schemas.microsoft.com/office/drawing/2014/main" id="{71E8AE99-0311-4829-83E6-CEC0775CB439}"/>
              </a:ext>
            </a:extLst>
          </p:cNvPr>
          <p:cNvPicPr>
            <a:picLocks/>
          </p:cNvPicPr>
          <p:nvPr userDrawn="1"/>
        </p:nvPicPr>
        <p:blipFill>
          <a:blip r:embed="rId4"/>
          <a:stretch>
            <a:fillRect/>
          </a:stretch>
        </p:blipFill>
        <p:spPr>
          <a:xfrm>
            <a:off x="-24384" y="5924008"/>
            <a:ext cx="12240768" cy="512064"/>
          </a:xfrm>
          <a:prstGeom prst="rect">
            <a:avLst/>
          </a:prstGeom>
        </p:spPr>
      </p:pic>
      <p:pic>
        <p:nvPicPr>
          <p:cNvPr id="15" name="Picture 100" descr="book">
            <a:extLst>
              <a:ext uri="{FF2B5EF4-FFF2-40B4-BE49-F238E27FC236}">
                <a16:creationId xmlns:a16="http://schemas.microsoft.com/office/drawing/2014/main" id="{0A442202-335A-4564-9473-4BB9D3129C0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38469" y="1043333"/>
            <a:ext cx="1214921" cy="1063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76465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Hands-On Activityold">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2593A58-0959-CB4D-8C6B-BF10FB4E9B2C}"/>
              </a:ext>
            </a:extLst>
          </p:cNvPr>
          <p:cNvSpPr>
            <a:spLocks noGrp="1"/>
          </p:cNvSpPr>
          <p:nvPr>
            <p:ph idx="1" hasCustomPrompt="1"/>
          </p:nvPr>
        </p:nvSpPr>
        <p:spPr>
          <a:xfrm>
            <a:off x="455899" y="1307131"/>
            <a:ext cx="9070239" cy="4935408"/>
          </a:xfrm>
          <a:prstGeom prst="rect">
            <a:avLst/>
          </a:prstGeom>
        </p:spPr>
        <p:txBody>
          <a:bodyPr vert="horz" lIns="91440" tIns="45720" rIns="91440" bIns="45720" rtlCol="0">
            <a:noAutofit/>
          </a:bodyPr>
          <a:lstStyle>
            <a:lvl1pPr>
              <a:defRPr>
                <a:solidFill>
                  <a:srgbClr val="45545F"/>
                </a:solidFill>
              </a:defRPr>
            </a:lvl1pPr>
          </a:lstStyle>
          <a:p>
            <a:pPr lvl="0"/>
            <a:r>
              <a:rPr lang="en-US" dirty="0"/>
              <a:t>Click to edit Master text styles</a:t>
            </a:r>
          </a:p>
          <a:p>
            <a:pPr lvl="0"/>
            <a:r>
              <a:rPr lang="en-US" dirty="0"/>
              <a:t>Second level</a:t>
            </a:r>
          </a:p>
          <a:p>
            <a:pPr lvl="0"/>
            <a:r>
              <a:rPr lang="en-US" dirty="0"/>
              <a:t>Third level</a:t>
            </a:r>
          </a:p>
        </p:txBody>
      </p:sp>
      <p:pic>
        <p:nvPicPr>
          <p:cNvPr id="4" name="Picture 3">
            <a:extLst>
              <a:ext uri="{FF2B5EF4-FFF2-40B4-BE49-F238E27FC236}">
                <a16:creationId xmlns:a16="http://schemas.microsoft.com/office/drawing/2014/main" id="{67C22BF4-CE2A-B54A-B1D6-2812AD7BCBD9}"/>
              </a:ext>
            </a:extLst>
          </p:cNvPr>
          <p:cNvPicPr>
            <a:picLocks noChangeAspect="1"/>
          </p:cNvPicPr>
          <p:nvPr userDrawn="1"/>
        </p:nvPicPr>
        <p:blipFill>
          <a:blip r:embed="rId2"/>
          <a:stretch>
            <a:fillRect/>
          </a:stretch>
        </p:blipFill>
        <p:spPr>
          <a:xfrm>
            <a:off x="9620679" y="4911634"/>
            <a:ext cx="2140235" cy="1330959"/>
          </a:xfrm>
          <a:prstGeom prst="rect">
            <a:avLst/>
          </a:prstGeom>
        </p:spPr>
      </p:pic>
      <p:sp>
        <p:nvSpPr>
          <p:cNvPr id="8" name="Title Placeholder 1"/>
          <p:cNvSpPr>
            <a:spLocks noGrp="1"/>
          </p:cNvSpPr>
          <p:nvPr>
            <p:ph type="title" hasCustomPrompt="1"/>
          </p:nvPr>
        </p:nvSpPr>
        <p:spPr>
          <a:xfrm>
            <a:off x="455900" y="100269"/>
            <a:ext cx="10511691" cy="844611"/>
          </a:xfrm>
          <a:prstGeom prst="rect">
            <a:avLst/>
          </a:prstGeom>
        </p:spPr>
        <p:txBody>
          <a:bodyPr vert="horz" lIns="91440" tIns="45720" rIns="91440" bIns="45720" rtlCol="0" anchor="ctr">
            <a:noAutofit/>
          </a:bodyPr>
          <a:lstStyle>
            <a:lvl1pPr>
              <a:defRPr b="1">
                <a:latin typeface="+mn-lt"/>
              </a:defRPr>
            </a:lvl1pPr>
          </a:lstStyle>
          <a:p>
            <a:r>
              <a:rPr lang="en-US" dirty="0"/>
              <a:t>Click to add Activity title</a:t>
            </a:r>
          </a:p>
        </p:txBody>
      </p:sp>
      <p:pic>
        <p:nvPicPr>
          <p:cNvPr id="15" name="Picture 14" descr="CompTIA_logo.wmf">
            <a:extLst>
              <a:ext uri="{FF2B5EF4-FFF2-40B4-BE49-F238E27FC236}">
                <a16:creationId xmlns:a16="http://schemas.microsoft.com/office/drawing/2014/main" id="{7C6D3784-9980-4349-B5E5-5AAE6F7E51C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sp>
        <p:nvSpPr>
          <p:cNvPr id="2" name="Footer Placeholder 1">
            <a:extLst>
              <a:ext uri="{FF2B5EF4-FFF2-40B4-BE49-F238E27FC236}">
                <a16:creationId xmlns:a16="http://schemas.microsoft.com/office/drawing/2014/main" id="{3A2E83E6-9A59-464C-8762-83227755E34E}"/>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3" name="Slide Number Placeholder 2">
            <a:extLst>
              <a:ext uri="{FF2B5EF4-FFF2-40B4-BE49-F238E27FC236}">
                <a16:creationId xmlns:a16="http://schemas.microsoft.com/office/drawing/2014/main" id="{AF22B7D2-CF03-448D-9562-1B5072D25D01}"/>
              </a:ext>
            </a:extLst>
          </p:cNvPr>
          <p:cNvSpPr>
            <a:spLocks noGrp="1"/>
          </p:cNvSpPr>
          <p:nvPr>
            <p:ph type="sldNum" sz="quarter" idx="11"/>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42488082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Hands-On Activity">
    <p:spTree>
      <p:nvGrpSpPr>
        <p:cNvPr id="1" name=""/>
        <p:cNvGrpSpPr/>
        <p:nvPr/>
      </p:nvGrpSpPr>
      <p:grpSpPr>
        <a:xfrm>
          <a:off x="0" y="0"/>
          <a:ext cx="0" cy="0"/>
          <a:chOff x="0" y="0"/>
          <a:chExt cx="0" cy="0"/>
        </a:xfrm>
      </p:grpSpPr>
      <p:sp>
        <p:nvSpPr>
          <p:cNvPr id="16" name="Rectangle: Single Corner Rounded 15">
            <a:extLst>
              <a:ext uri="{FF2B5EF4-FFF2-40B4-BE49-F238E27FC236}">
                <a16:creationId xmlns:a16="http://schemas.microsoft.com/office/drawing/2014/main" id="{52AC8521-3410-4C4A-B7A5-D78B8E51BD90}"/>
              </a:ext>
            </a:extLst>
          </p:cNvPr>
          <p:cNvSpPr/>
          <p:nvPr/>
        </p:nvSpPr>
        <p:spPr>
          <a:xfrm flipV="1">
            <a:off x="544748" y="442149"/>
            <a:ext cx="11102504" cy="1377553"/>
          </a:xfrm>
          <a:prstGeom prst="round1Rect">
            <a:avLst>
              <a:gd name="adj" fmla="val 26350"/>
            </a:avLst>
          </a:prstGeom>
          <a:solidFill>
            <a:schemeClr val="accent6"/>
          </a:solidFill>
          <a:ln w="28575" cap="flat" cmpd="sng" algn="ctr">
            <a:solidFill>
              <a:schemeClr val="accent6"/>
            </a:solidFill>
            <a:prstDash val="solid"/>
          </a:ln>
          <a:effectLst/>
        </p:spPr>
        <p:txBody>
          <a:bodyPr rtlCol="0" anchor="ctr"/>
          <a:lstStyle/>
          <a:p>
            <a:pPr algn="ctr" defTabSz="1219170"/>
            <a:endParaRPr lang="en-US" sz="1467" b="1" kern="0" dirty="0" err="1">
              <a:solidFill>
                <a:srgbClr val="FF0000"/>
              </a:solidFill>
              <a:latin typeface="Arial"/>
            </a:endParaRPr>
          </a:p>
        </p:txBody>
      </p:sp>
      <p:sp>
        <p:nvSpPr>
          <p:cNvPr id="19" name="Title 1">
            <a:extLst>
              <a:ext uri="{FF2B5EF4-FFF2-40B4-BE49-F238E27FC236}">
                <a16:creationId xmlns:a16="http://schemas.microsoft.com/office/drawing/2014/main" id="{261C2E7D-BB67-4F0C-87F1-756FC1974276}"/>
              </a:ext>
            </a:extLst>
          </p:cNvPr>
          <p:cNvSpPr>
            <a:spLocks noGrp="1"/>
          </p:cNvSpPr>
          <p:nvPr>
            <p:ph type="ctrTitle"/>
          </p:nvPr>
        </p:nvSpPr>
        <p:spPr>
          <a:xfrm>
            <a:off x="867155" y="442149"/>
            <a:ext cx="10641659" cy="1377553"/>
          </a:xfrm>
          <a:prstGeom prst="rect">
            <a:avLst/>
          </a:prstGeom>
        </p:spPr>
        <p:txBody>
          <a:bodyPr lIns="0" rIns="0" anchor="ctr" anchorCtr="0">
            <a:noAutofit/>
          </a:bodyPr>
          <a:lstStyle>
            <a:lvl1pPr algn="l">
              <a:spcBef>
                <a:spcPts val="0"/>
              </a:spcBef>
              <a:defRPr sz="3200" b="0">
                <a:solidFill>
                  <a:schemeClr val="bg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715C7DD6-3E03-4C74-AA30-9E1DF61252FB}"/>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grpSp>
        <p:nvGrpSpPr>
          <p:cNvPr id="6" name="Group 5">
            <a:extLst>
              <a:ext uri="{FF2B5EF4-FFF2-40B4-BE49-F238E27FC236}">
                <a16:creationId xmlns:a16="http://schemas.microsoft.com/office/drawing/2014/main" id="{7A9BFAA4-B692-4B26-BF12-35D369620B7C}"/>
              </a:ext>
            </a:extLst>
          </p:cNvPr>
          <p:cNvGrpSpPr/>
          <p:nvPr/>
        </p:nvGrpSpPr>
        <p:grpSpPr>
          <a:xfrm>
            <a:off x="9335071" y="4521510"/>
            <a:ext cx="2476808" cy="1804121"/>
            <a:chOff x="6939887" y="3391133"/>
            <a:chExt cx="1857606" cy="1353091"/>
          </a:xfrm>
        </p:grpSpPr>
        <p:pic>
          <p:nvPicPr>
            <p:cNvPr id="8" name="Picture 7">
              <a:extLst>
                <a:ext uri="{FF2B5EF4-FFF2-40B4-BE49-F238E27FC236}">
                  <a16:creationId xmlns:a16="http://schemas.microsoft.com/office/drawing/2014/main" id="{F1F8C84A-B36C-4ECA-A942-6D94950145A7}"/>
                </a:ext>
              </a:extLst>
            </p:cNvPr>
            <p:cNvPicPr>
              <a:picLocks noChangeAspect="1"/>
            </p:cNvPicPr>
            <p:nvPr/>
          </p:nvPicPr>
          <p:blipFill>
            <a:blip r:embed="rId2"/>
            <a:stretch>
              <a:fillRect/>
            </a:stretch>
          </p:blipFill>
          <p:spPr>
            <a:xfrm>
              <a:off x="6984242" y="3391133"/>
              <a:ext cx="1768897" cy="1100033"/>
            </a:xfrm>
            <a:prstGeom prst="rect">
              <a:avLst/>
            </a:prstGeom>
          </p:spPr>
        </p:pic>
        <p:sp>
          <p:nvSpPr>
            <p:cNvPr id="5" name="TextBox 4">
              <a:extLst>
                <a:ext uri="{FF2B5EF4-FFF2-40B4-BE49-F238E27FC236}">
                  <a16:creationId xmlns:a16="http://schemas.microsoft.com/office/drawing/2014/main" id="{8B880B59-FC96-477E-AC99-8876E161C9DA}"/>
                </a:ext>
              </a:extLst>
            </p:cNvPr>
            <p:cNvSpPr txBox="1"/>
            <p:nvPr/>
          </p:nvSpPr>
          <p:spPr>
            <a:xfrm>
              <a:off x="6939887" y="4467225"/>
              <a:ext cx="1857606" cy="276999"/>
            </a:xfrm>
            <a:prstGeom prst="rect">
              <a:avLst/>
            </a:prstGeom>
            <a:noFill/>
          </p:spPr>
          <p:txBody>
            <a:bodyPr wrap="square" rtlCol="0">
              <a:spAutoFit/>
            </a:bodyPr>
            <a:lstStyle/>
            <a:p>
              <a:pPr algn="ctr"/>
              <a:r>
                <a:rPr lang="en-US" dirty="0"/>
                <a:t>Lab Activity</a:t>
              </a:r>
            </a:p>
          </p:txBody>
        </p:sp>
      </p:grpSp>
      <p:sp>
        <p:nvSpPr>
          <p:cNvPr id="11" name="Text Placeholder 2">
            <a:extLst>
              <a:ext uri="{FF2B5EF4-FFF2-40B4-BE49-F238E27FC236}">
                <a16:creationId xmlns:a16="http://schemas.microsoft.com/office/drawing/2014/main" id="{6D55877A-36DD-4C5F-9261-0D426EBA0161}"/>
              </a:ext>
            </a:extLst>
          </p:cNvPr>
          <p:cNvSpPr>
            <a:spLocks noGrp="1"/>
          </p:cNvSpPr>
          <p:nvPr>
            <p:ph idx="1"/>
          </p:nvPr>
        </p:nvSpPr>
        <p:spPr>
          <a:xfrm>
            <a:off x="455899" y="2019869"/>
            <a:ext cx="8879172" cy="4222669"/>
          </a:xfrm>
          <a:prstGeom prst="rect">
            <a:avLst/>
          </a:prstGeom>
        </p:spPr>
        <p:txBody>
          <a:bodyPr vert="horz" lIns="91440" tIns="45720" rIns="91440" bIns="45720" rtlCol="0">
            <a:noAutofit/>
          </a:bodyPr>
          <a:lstStyle>
            <a:lvl1pPr>
              <a:buClr>
                <a:schemeClr val="accent6"/>
              </a:buClr>
              <a:defRPr>
                <a:solidFill>
                  <a:srgbClr val="45545F"/>
                </a:solidFill>
              </a:defRPr>
            </a:lvl1pPr>
            <a:lvl2pPr>
              <a:buClr>
                <a:schemeClr val="accent6"/>
              </a:buClr>
              <a:defRPr/>
            </a:lvl2pPr>
            <a:lvl3pPr>
              <a:buClr>
                <a:schemeClr val="accent6"/>
              </a:buClr>
              <a:defRPr/>
            </a:lvl3pPr>
          </a:lstStyle>
          <a:p>
            <a:pPr lvl="0"/>
            <a:r>
              <a:rPr lang="en-US"/>
              <a:t>Click to edit Master text styles</a:t>
            </a:r>
          </a:p>
          <a:p>
            <a:pPr lvl="1"/>
            <a:r>
              <a:rPr lang="en-US"/>
              <a:t>Second level</a:t>
            </a:r>
          </a:p>
          <a:p>
            <a:pPr lvl="2"/>
            <a:r>
              <a:rPr lang="en-US"/>
              <a:t>Third level</a:t>
            </a:r>
          </a:p>
        </p:txBody>
      </p:sp>
      <p:sp>
        <p:nvSpPr>
          <p:cNvPr id="10" name="Rectangle: Single Corner Rounded 9">
            <a:extLst>
              <a:ext uri="{FF2B5EF4-FFF2-40B4-BE49-F238E27FC236}">
                <a16:creationId xmlns:a16="http://schemas.microsoft.com/office/drawing/2014/main" id="{F4A4D6FD-54DB-4A85-9C3A-6A0AD67AE608}"/>
              </a:ext>
            </a:extLst>
          </p:cNvPr>
          <p:cNvSpPr/>
          <p:nvPr userDrawn="1"/>
        </p:nvSpPr>
        <p:spPr>
          <a:xfrm flipV="1">
            <a:off x="544748" y="442149"/>
            <a:ext cx="11102504" cy="1377553"/>
          </a:xfrm>
          <a:prstGeom prst="round1Rect">
            <a:avLst>
              <a:gd name="adj" fmla="val 26350"/>
            </a:avLst>
          </a:prstGeom>
          <a:solidFill>
            <a:schemeClr val="accent6"/>
          </a:solidFill>
          <a:ln w="28575" cap="flat" cmpd="sng" algn="ctr">
            <a:solidFill>
              <a:schemeClr val="accent6"/>
            </a:solidFill>
            <a:prstDash val="solid"/>
          </a:ln>
          <a:effectLst/>
        </p:spPr>
        <p:txBody>
          <a:bodyPr rtlCol="0" anchor="ctr"/>
          <a:lstStyle/>
          <a:p>
            <a:pPr algn="ctr" defTabSz="1219170"/>
            <a:endParaRPr lang="en-US" sz="1467" b="1" kern="0" dirty="0" err="1">
              <a:solidFill>
                <a:srgbClr val="FF0000"/>
              </a:solidFill>
              <a:latin typeface="Arial"/>
            </a:endParaRPr>
          </a:p>
        </p:txBody>
      </p:sp>
      <p:sp>
        <p:nvSpPr>
          <p:cNvPr id="17" name="Slide Number Placeholder 4">
            <a:extLst>
              <a:ext uri="{FF2B5EF4-FFF2-40B4-BE49-F238E27FC236}">
                <a16:creationId xmlns:a16="http://schemas.microsoft.com/office/drawing/2014/main" id="{83E662A3-41EF-4757-9E50-3874C3C5EA2C}"/>
              </a:ext>
            </a:extLst>
          </p:cNvPr>
          <p:cNvSpPr>
            <a:spLocks noGrp="1"/>
          </p:cNvSpPr>
          <p:nvPr>
            <p:ph type="sldNum" sz="quarter" idx="4"/>
          </p:nvPr>
        </p:nvSpPr>
        <p:spPr>
          <a:xfrm>
            <a:off x="11091080" y="6492831"/>
            <a:ext cx="638912" cy="366183"/>
          </a:xfrm>
          <a:prstGeom prst="rect">
            <a:avLst/>
          </a:prstGeom>
        </p:spPr>
        <p:txBody>
          <a:bodyPr vert="horz" lIns="91440" tIns="45720" rIns="91440" bIns="45720" rtlCol="0" anchor="ctr"/>
          <a:lstStyle>
            <a:lvl1pPr algn="r">
              <a:defRPr sz="933">
                <a:solidFill>
                  <a:schemeClr val="tx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04459312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Hands-On Activity No Placeholder">
    <p:spTree>
      <p:nvGrpSpPr>
        <p:cNvPr id="1" name=""/>
        <p:cNvGrpSpPr/>
        <p:nvPr/>
      </p:nvGrpSpPr>
      <p:grpSpPr>
        <a:xfrm>
          <a:off x="0" y="0"/>
          <a:ext cx="0" cy="0"/>
          <a:chOff x="0" y="0"/>
          <a:chExt cx="0" cy="0"/>
        </a:xfrm>
      </p:grpSpPr>
      <p:sp>
        <p:nvSpPr>
          <p:cNvPr id="16" name="Rectangle: Single Corner Rounded 15">
            <a:extLst>
              <a:ext uri="{FF2B5EF4-FFF2-40B4-BE49-F238E27FC236}">
                <a16:creationId xmlns:a16="http://schemas.microsoft.com/office/drawing/2014/main" id="{52AC8521-3410-4C4A-B7A5-D78B8E51BD90}"/>
              </a:ext>
            </a:extLst>
          </p:cNvPr>
          <p:cNvSpPr/>
          <p:nvPr/>
        </p:nvSpPr>
        <p:spPr>
          <a:xfrm flipV="1">
            <a:off x="544748" y="442149"/>
            <a:ext cx="11102504" cy="1377553"/>
          </a:xfrm>
          <a:prstGeom prst="round1Rect">
            <a:avLst>
              <a:gd name="adj" fmla="val 26350"/>
            </a:avLst>
          </a:prstGeom>
          <a:solidFill>
            <a:schemeClr val="accent6"/>
          </a:solidFill>
          <a:ln w="28575" cap="flat" cmpd="sng" algn="ctr">
            <a:solidFill>
              <a:schemeClr val="accent6"/>
            </a:solidFill>
            <a:prstDash val="solid"/>
          </a:ln>
          <a:effectLst/>
        </p:spPr>
        <p:txBody>
          <a:bodyPr rtlCol="0" anchor="ctr"/>
          <a:lstStyle/>
          <a:p>
            <a:pPr algn="ctr" defTabSz="1219170"/>
            <a:endParaRPr lang="en-US" sz="1467" b="1" kern="0" dirty="0" err="1">
              <a:solidFill>
                <a:srgbClr val="FF0000"/>
              </a:solidFill>
              <a:latin typeface="Arial"/>
            </a:endParaRPr>
          </a:p>
        </p:txBody>
      </p:sp>
      <p:sp>
        <p:nvSpPr>
          <p:cNvPr id="19" name="Title 1">
            <a:extLst>
              <a:ext uri="{FF2B5EF4-FFF2-40B4-BE49-F238E27FC236}">
                <a16:creationId xmlns:a16="http://schemas.microsoft.com/office/drawing/2014/main" id="{261C2E7D-BB67-4F0C-87F1-756FC1974276}"/>
              </a:ext>
            </a:extLst>
          </p:cNvPr>
          <p:cNvSpPr>
            <a:spLocks noGrp="1"/>
          </p:cNvSpPr>
          <p:nvPr>
            <p:ph type="ctrTitle"/>
          </p:nvPr>
        </p:nvSpPr>
        <p:spPr>
          <a:xfrm>
            <a:off x="867155" y="442149"/>
            <a:ext cx="10641659" cy="1377553"/>
          </a:xfrm>
          <a:prstGeom prst="rect">
            <a:avLst/>
          </a:prstGeom>
        </p:spPr>
        <p:txBody>
          <a:bodyPr lIns="0" rIns="0" anchor="ctr" anchorCtr="0">
            <a:noAutofit/>
          </a:bodyPr>
          <a:lstStyle>
            <a:lvl1pPr algn="l">
              <a:spcBef>
                <a:spcPts val="0"/>
              </a:spcBef>
              <a:defRPr sz="3200" b="0">
                <a:solidFill>
                  <a:schemeClr val="bg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715C7DD6-3E03-4C74-AA30-9E1DF61252FB}"/>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grpSp>
        <p:nvGrpSpPr>
          <p:cNvPr id="6" name="Group 5">
            <a:extLst>
              <a:ext uri="{FF2B5EF4-FFF2-40B4-BE49-F238E27FC236}">
                <a16:creationId xmlns:a16="http://schemas.microsoft.com/office/drawing/2014/main" id="{7A9BFAA4-B692-4B26-BF12-35D369620B7C}"/>
              </a:ext>
            </a:extLst>
          </p:cNvPr>
          <p:cNvGrpSpPr/>
          <p:nvPr userDrawn="1"/>
        </p:nvGrpSpPr>
        <p:grpSpPr>
          <a:xfrm>
            <a:off x="3361061" y="2550314"/>
            <a:ext cx="5671179" cy="3492622"/>
            <a:chOff x="5817487" y="2769916"/>
            <a:chExt cx="4253384" cy="2619467"/>
          </a:xfrm>
        </p:grpSpPr>
        <p:pic>
          <p:nvPicPr>
            <p:cNvPr id="8" name="Picture 7">
              <a:extLst>
                <a:ext uri="{FF2B5EF4-FFF2-40B4-BE49-F238E27FC236}">
                  <a16:creationId xmlns:a16="http://schemas.microsoft.com/office/drawing/2014/main" id="{F1F8C84A-B36C-4ECA-A942-6D94950145A7}"/>
                </a:ext>
              </a:extLst>
            </p:cNvPr>
            <p:cNvPicPr>
              <a:picLocks noChangeAspect="1"/>
            </p:cNvPicPr>
            <p:nvPr userDrawn="1"/>
          </p:nvPicPr>
          <p:blipFill>
            <a:blip r:embed="rId2"/>
            <a:stretch>
              <a:fillRect/>
            </a:stretch>
          </p:blipFill>
          <p:spPr>
            <a:xfrm>
              <a:off x="5985300" y="2769916"/>
              <a:ext cx="3766782" cy="2342468"/>
            </a:xfrm>
            <a:prstGeom prst="rect">
              <a:avLst/>
            </a:prstGeom>
          </p:spPr>
        </p:pic>
        <p:sp>
          <p:nvSpPr>
            <p:cNvPr id="5" name="TextBox 4">
              <a:extLst>
                <a:ext uri="{FF2B5EF4-FFF2-40B4-BE49-F238E27FC236}">
                  <a16:creationId xmlns:a16="http://schemas.microsoft.com/office/drawing/2014/main" id="{8B880B59-FC96-477E-AC99-8876E161C9DA}"/>
                </a:ext>
              </a:extLst>
            </p:cNvPr>
            <p:cNvSpPr txBox="1"/>
            <p:nvPr userDrawn="1"/>
          </p:nvSpPr>
          <p:spPr>
            <a:xfrm>
              <a:off x="5817487" y="5112384"/>
              <a:ext cx="4253384" cy="276999"/>
            </a:xfrm>
            <a:prstGeom prst="rect">
              <a:avLst/>
            </a:prstGeom>
            <a:noFill/>
          </p:spPr>
          <p:txBody>
            <a:bodyPr wrap="square" rtlCol="0">
              <a:spAutoFit/>
            </a:bodyPr>
            <a:lstStyle/>
            <a:p>
              <a:pPr algn="ctr"/>
              <a:r>
                <a:rPr lang="en-US" dirty="0"/>
                <a:t>Performance-based Question</a:t>
              </a:r>
            </a:p>
          </p:txBody>
        </p:sp>
      </p:grpSp>
      <p:sp>
        <p:nvSpPr>
          <p:cNvPr id="9" name="Rectangle: Single Corner Rounded 8">
            <a:extLst>
              <a:ext uri="{FF2B5EF4-FFF2-40B4-BE49-F238E27FC236}">
                <a16:creationId xmlns:a16="http://schemas.microsoft.com/office/drawing/2014/main" id="{9201DA1E-285E-4174-99B5-67C7A0E0BEEE}"/>
              </a:ext>
            </a:extLst>
          </p:cNvPr>
          <p:cNvSpPr/>
          <p:nvPr userDrawn="1"/>
        </p:nvSpPr>
        <p:spPr>
          <a:xfrm flipV="1">
            <a:off x="544748" y="442149"/>
            <a:ext cx="11102504" cy="1377553"/>
          </a:xfrm>
          <a:prstGeom prst="round1Rect">
            <a:avLst>
              <a:gd name="adj" fmla="val 26350"/>
            </a:avLst>
          </a:prstGeom>
          <a:solidFill>
            <a:schemeClr val="accent6"/>
          </a:solidFill>
          <a:ln w="28575" cap="flat" cmpd="sng" algn="ctr">
            <a:solidFill>
              <a:schemeClr val="accent6"/>
            </a:solidFill>
            <a:prstDash val="solid"/>
          </a:ln>
          <a:effectLst/>
        </p:spPr>
        <p:txBody>
          <a:bodyPr rtlCol="0" anchor="ctr"/>
          <a:lstStyle/>
          <a:p>
            <a:pPr algn="ctr" defTabSz="1219170"/>
            <a:endParaRPr lang="en-US" sz="1467" b="1" kern="0" dirty="0" err="1">
              <a:solidFill>
                <a:srgbClr val="FF0000"/>
              </a:solidFill>
              <a:latin typeface="Arial"/>
            </a:endParaRPr>
          </a:p>
        </p:txBody>
      </p:sp>
      <p:sp>
        <p:nvSpPr>
          <p:cNvPr id="14" name="Slide Number Placeholder 4">
            <a:extLst>
              <a:ext uri="{FF2B5EF4-FFF2-40B4-BE49-F238E27FC236}">
                <a16:creationId xmlns:a16="http://schemas.microsoft.com/office/drawing/2014/main" id="{47E8E379-9528-47D0-BE38-B1667C9AAF6A}"/>
              </a:ext>
            </a:extLst>
          </p:cNvPr>
          <p:cNvSpPr>
            <a:spLocks noGrp="1"/>
          </p:cNvSpPr>
          <p:nvPr>
            <p:ph type="sldNum" sz="quarter" idx="4"/>
          </p:nvPr>
        </p:nvSpPr>
        <p:spPr>
          <a:xfrm>
            <a:off x="11091080" y="6492831"/>
            <a:ext cx="638912" cy="366183"/>
          </a:xfrm>
          <a:prstGeom prst="rect">
            <a:avLst/>
          </a:prstGeom>
        </p:spPr>
        <p:txBody>
          <a:bodyPr vert="horz" lIns="91440" tIns="45720" rIns="91440" bIns="45720" rtlCol="0" anchor="ctr"/>
          <a:lstStyle>
            <a:lvl1pPr algn="r">
              <a:defRPr sz="933">
                <a:solidFill>
                  <a:schemeClr val="tx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229402978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Minds-On Activity">
    <p:spTree>
      <p:nvGrpSpPr>
        <p:cNvPr id="1" name=""/>
        <p:cNvGrpSpPr/>
        <p:nvPr/>
      </p:nvGrpSpPr>
      <p:grpSpPr>
        <a:xfrm>
          <a:off x="0" y="0"/>
          <a:ext cx="0" cy="0"/>
          <a:chOff x="0" y="0"/>
          <a:chExt cx="0" cy="0"/>
        </a:xfrm>
      </p:grpSpPr>
      <p:sp>
        <p:nvSpPr>
          <p:cNvPr id="16" name="Rectangle: Single Corner Rounded 15">
            <a:extLst>
              <a:ext uri="{FF2B5EF4-FFF2-40B4-BE49-F238E27FC236}">
                <a16:creationId xmlns:a16="http://schemas.microsoft.com/office/drawing/2014/main" id="{52AC8521-3410-4C4A-B7A5-D78B8E51BD90}"/>
              </a:ext>
            </a:extLst>
          </p:cNvPr>
          <p:cNvSpPr/>
          <p:nvPr/>
        </p:nvSpPr>
        <p:spPr>
          <a:xfrm flipV="1">
            <a:off x="544748" y="442149"/>
            <a:ext cx="11102504" cy="1377553"/>
          </a:xfrm>
          <a:prstGeom prst="round1Rect">
            <a:avLst>
              <a:gd name="adj" fmla="val 26350"/>
            </a:avLst>
          </a:prstGeom>
          <a:solidFill>
            <a:schemeClr val="accent6"/>
          </a:solidFill>
          <a:ln w="28575" cap="flat" cmpd="sng" algn="ctr">
            <a:solidFill>
              <a:schemeClr val="accent6"/>
            </a:solidFill>
            <a:prstDash val="solid"/>
          </a:ln>
          <a:effectLst/>
        </p:spPr>
        <p:txBody>
          <a:bodyPr rtlCol="0" anchor="ctr"/>
          <a:lstStyle/>
          <a:p>
            <a:pPr algn="ctr" defTabSz="1219170"/>
            <a:endParaRPr lang="en-US" sz="1467" b="1" kern="0" dirty="0" err="1">
              <a:solidFill>
                <a:srgbClr val="FF0000"/>
              </a:solidFill>
              <a:latin typeface="Arial"/>
            </a:endParaRPr>
          </a:p>
        </p:txBody>
      </p:sp>
      <p:sp>
        <p:nvSpPr>
          <p:cNvPr id="19" name="Title 1">
            <a:extLst>
              <a:ext uri="{FF2B5EF4-FFF2-40B4-BE49-F238E27FC236}">
                <a16:creationId xmlns:a16="http://schemas.microsoft.com/office/drawing/2014/main" id="{261C2E7D-BB67-4F0C-87F1-756FC1974276}"/>
              </a:ext>
            </a:extLst>
          </p:cNvPr>
          <p:cNvSpPr>
            <a:spLocks noGrp="1"/>
          </p:cNvSpPr>
          <p:nvPr>
            <p:ph type="ctrTitle"/>
          </p:nvPr>
        </p:nvSpPr>
        <p:spPr>
          <a:xfrm>
            <a:off x="867155" y="442149"/>
            <a:ext cx="10641659" cy="1377553"/>
          </a:xfrm>
          <a:prstGeom prst="rect">
            <a:avLst/>
          </a:prstGeom>
        </p:spPr>
        <p:txBody>
          <a:bodyPr lIns="0" rIns="0" anchor="ctr" anchorCtr="0">
            <a:noAutofit/>
          </a:bodyPr>
          <a:lstStyle>
            <a:lvl1pPr algn="l">
              <a:spcBef>
                <a:spcPts val="0"/>
              </a:spcBef>
              <a:defRPr sz="3200" b="0">
                <a:solidFill>
                  <a:schemeClr val="bg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715C7DD6-3E03-4C74-AA30-9E1DF61252FB}"/>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11" name="Text Placeholder 2">
            <a:extLst>
              <a:ext uri="{FF2B5EF4-FFF2-40B4-BE49-F238E27FC236}">
                <a16:creationId xmlns:a16="http://schemas.microsoft.com/office/drawing/2014/main" id="{6D55877A-36DD-4C5F-9261-0D426EBA0161}"/>
              </a:ext>
            </a:extLst>
          </p:cNvPr>
          <p:cNvSpPr>
            <a:spLocks noGrp="1"/>
          </p:cNvSpPr>
          <p:nvPr>
            <p:ph idx="1"/>
          </p:nvPr>
        </p:nvSpPr>
        <p:spPr>
          <a:xfrm>
            <a:off x="455899" y="2019869"/>
            <a:ext cx="8879172" cy="4222669"/>
          </a:xfrm>
          <a:prstGeom prst="rect">
            <a:avLst/>
          </a:prstGeom>
        </p:spPr>
        <p:txBody>
          <a:bodyPr vert="horz" lIns="91440" tIns="45720" rIns="91440" bIns="45720" rtlCol="0">
            <a:noAutofit/>
          </a:bodyPr>
          <a:lstStyle>
            <a:lvl1pPr>
              <a:buClr>
                <a:schemeClr val="accent6"/>
              </a:buClr>
              <a:defRPr>
                <a:solidFill>
                  <a:srgbClr val="45545F"/>
                </a:solidFill>
              </a:defRPr>
            </a:lvl1pPr>
            <a:lvl2pPr>
              <a:buClr>
                <a:schemeClr val="accent6"/>
              </a:buClr>
              <a:defRPr/>
            </a:lvl2pPr>
            <a:lvl3pPr>
              <a:buClr>
                <a:schemeClr val="accent6"/>
              </a:buClr>
              <a:defRPr/>
            </a:lvl3pPr>
          </a:lstStyle>
          <a:p>
            <a:pPr lvl="0"/>
            <a:r>
              <a:rPr lang="en-US"/>
              <a:t>Click to edit Master text styles</a:t>
            </a:r>
          </a:p>
          <a:p>
            <a:pPr lvl="1"/>
            <a:r>
              <a:rPr lang="en-US"/>
              <a:t>Second level</a:t>
            </a:r>
          </a:p>
          <a:p>
            <a:pPr lvl="2"/>
            <a:r>
              <a:rPr lang="en-US"/>
              <a:t>Third level</a:t>
            </a:r>
          </a:p>
        </p:txBody>
      </p:sp>
      <p:grpSp>
        <p:nvGrpSpPr>
          <p:cNvPr id="2" name="Group 1">
            <a:extLst>
              <a:ext uri="{FF2B5EF4-FFF2-40B4-BE49-F238E27FC236}">
                <a16:creationId xmlns:a16="http://schemas.microsoft.com/office/drawing/2014/main" id="{EA0B196B-5C65-48A0-9539-96BA8169DD71}"/>
              </a:ext>
            </a:extLst>
          </p:cNvPr>
          <p:cNvGrpSpPr/>
          <p:nvPr userDrawn="1"/>
        </p:nvGrpSpPr>
        <p:grpSpPr>
          <a:xfrm>
            <a:off x="9335071" y="4778670"/>
            <a:ext cx="2476808" cy="1546961"/>
            <a:chOff x="7001303" y="3584003"/>
            <a:chExt cx="1857606" cy="1160221"/>
          </a:xfrm>
        </p:grpSpPr>
        <p:sp>
          <p:nvSpPr>
            <p:cNvPr id="5" name="TextBox 4">
              <a:extLst>
                <a:ext uri="{FF2B5EF4-FFF2-40B4-BE49-F238E27FC236}">
                  <a16:creationId xmlns:a16="http://schemas.microsoft.com/office/drawing/2014/main" id="{8B880B59-FC96-477E-AC99-8876E161C9DA}"/>
                </a:ext>
              </a:extLst>
            </p:cNvPr>
            <p:cNvSpPr txBox="1"/>
            <p:nvPr/>
          </p:nvSpPr>
          <p:spPr>
            <a:xfrm>
              <a:off x="7001303" y="4467225"/>
              <a:ext cx="1857606" cy="276999"/>
            </a:xfrm>
            <a:prstGeom prst="rect">
              <a:avLst/>
            </a:prstGeom>
            <a:noFill/>
          </p:spPr>
          <p:txBody>
            <a:bodyPr wrap="square" rtlCol="0">
              <a:spAutoFit/>
            </a:bodyPr>
            <a:lstStyle/>
            <a:p>
              <a:pPr algn="ctr"/>
              <a:r>
                <a:rPr lang="en-US" dirty="0"/>
                <a:t>Review Activity</a:t>
              </a:r>
            </a:p>
          </p:txBody>
        </p:sp>
        <p:pic>
          <p:nvPicPr>
            <p:cNvPr id="10" name="Picture 9">
              <a:extLst>
                <a:ext uri="{FF2B5EF4-FFF2-40B4-BE49-F238E27FC236}">
                  <a16:creationId xmlns:a16="http://schemas.microsoft.com/office/drawing/2014/main" id="{EC3E252C-D736-4920-BB1B-1216044AAE14}"/>
                </a:ext>
              </a:extLst>
            </p:cNvPr>
            <p:cNvPicPr>
              <a:picLocks noChangeAspect="1"/>
            </p:cNvPicPr>
            <p:nvPr/>
          </p:nvPicPr>
          <p:blipFill>
            <a:blip r:embed="rId2"/>
            <a:stretch>
              <a:fillRect/>
            </a:stretch>
          </p:blipFill>
          <p:spPr>
            <a:xfrm>
              <a:off x="7123047" y="3584003"/>
              <a:ext cx="1612392" cy="883222"/>
            </a:xfrm>
            <a:prstGeom prst="rect">
              <a:avLst/>
            </a:prstGeom>
          </p:spPr>
        </p:pic>
      </p:grpSp>
      <p:sp>
        <p:nvSpPr>
          <p:cNvPr id="9" name="Rectangle: Single Corner Rounded 8">
            <a:extLst>
              <a:ext uri="{FF2B5EF4-FFF2-40B4-BE49-F238E27FC236}">
                <a16:creationId xmlns:a16="http://schemas.microsoft.com/office/drawing/2014/main" id="{F09CB82B-7DA3-44C1-858D-A783D973D756}"/>
              </a:ext>
            </a:extLst>
          </p:cNvPr>
          <p:cNvSpPr/>
          <p:nvPr userDrawn="1"/>
        </p:nvSpPr>
        <p:spPr>
          <a:xfrm flipV="1">
            <a:off x="544748" y="442149"/>
            <a:ext cx="11102504" cy="1377553"/>
          </a:xfrm>
          <a:prstGeom prst="round1Rect">
            <a:avLst>
              <a:gd name="adj" fmla="val 26350"/>
            </a:avLst>
          </a:prstGeom>
          <a:solidFill>
            <a:schemeClr val="accent6"/>
          </a:solidFill>
          <a:ln w="28575" cap="flat" cmpd="sng" algn="ctr">
            <a:solidFill>
              <a:schemeClr val="accent6"/>
            </a:solidFill>
            <a:prstDash val="solid"/>
          </a:ln>
          <a:effectLst/>
        </p:spPr>
        <p:txBody>
          <a:bodyPr rtlCol="0" anchor="ctr"/>
          <a:lstStyle/>
          <a:p>
            <a:pPr algn="ctr" defTabSz="1219170"/>
            <a:endParaRPr lang="en-US" sz="1467" b="1" kern="0" dirty="0" err="1">
              <a:solidFill>
                <a:srgbClr val="FF0000"/>
              </a:solidFill>
              <a:latin typeface="Arial"/>
            </a:endParaRPr>
          </a:p>
        </p:txBody>
      </p:sp>
      <p:sp>
        <p:nvSpPr>
          <p:cNvPr id="15" name="Slide Number Placeholder 4">
            <a:extLst>
              <a:ext uri="{FF2B5EF4-FFF2-40B4-BE49-F238E27FC236}">
                <a16:creationId xmlns:a16="http://schemas.microsoft.com/office/drawing/2014/main" id="{528EE9A7-6869-43EB-B3EB-B87835E22100}"/>
              </a:ext>
            </a:extLst>
          </p:cNvPr>
          <p:cNvSpPr>
            <a:spLocks noGrp="1"/>
          </p:cNvSpPr>
          <p:nvPr>
            <p:ph type="sldNum" sz="quarter" idx="4"/>
          </p:nvPr>
        </p:nvSpPr>
        <p:spPr>
          <a:xfrm>
            <a:off x="11091080" y="6492831"/>
            <a:ext cx="638912" cy="366183"/>
          </a:xfrm>
          <a:prstGeom prst="rect">
            <a:avLst/>
          </a:prstGeom>
        </p:spPr>
        <p:txBody>
          <a:bodyPr vert="horz" lIns="91440" tIns="45720" rIns="91440" bIns="45720" rtlCol="0" anchor="ctr"/>
          <a:lstStyle>
            <a:lvl1pPr algn="r">
              <a:defRPr sz="933">
                <a:solidFill>
                  <a:schemeClr val="tx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312050579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Minds-On Activity No Placeholder">
    <p:spTree>
      <p:nvGrpSpPr>
        <p:cNvPr id="1" name=""/>
        <p:cNvGrpSpPr/>
        <p:nvPr/>
      </p:nvGrpSpPr>
      <p:grpSpPr>
        <a:xfrm>
          <a:off x="0" y="0"/>
          <a:ext cx="0" cy="0"/>
          <a:chOff x="0" y="0"/>
          <a:chExt cx="0" cy="0"/>
        </a:xfrm>
      </p:grpSpPr>
      <p:sp>
        <p:nvSpPr>
          <p:cNvPr id="16" name="Rectangle: Single Corner Rounded 15">
            <a:extLst>
              <a:ext uri="{FF2B5EF4-FFF2-40B4-BE49-F238E27FC236}">
                <a16:creationId xmlns:a16="http://schemas.microsoft.com/office/drawing/2014/main" id="{52AC8521-3410-4C4A-B7A5-D78B8E51BD90}"/>
              </a:ext>
            </a:extLst>
          </p:cNvPr>
          <p:cNvSpPr/>
          <p:nvPr/>
        </p:nvSpPr>
        <p:spPr>
          <a:xfrm flipV="1">
            <a:off x="544748" y="442149"/>
            <a:ext cx="11102504" cy="1377553"/>
          </a:xfrm>
          <a:prstGeom prst="round1Rect">
            <a:avLst>
              <a:gd name="adj" fmla="val 26350"/>
            </a:avLst>
          </a:prstGeom>
          <a:solidFill>
            <a:schemeClr val="accent6"/>
          </a:solidFill>
          <a:ln w="28575" cap="flat" cmpd="sng" algn="ctr">
            <a:solidFill>
              <a:schemeClr val="accent6"/>
            </a:solidFill>
            <a:prstDash val="solid"/>
          </a:ln>
          <a:effectLst/>
        </p:spPr>
        <p:txBody>
          <a:bodyPr rtlCol="0" anchor="ctr"/>
          <a:lstStyle/>
          <a:p>
            <a:pPr algn="ctr" defTabSz="1219170"/>
            <a:endParaRPr lang="en-US" sz="1467" b="1" kern="0" dirty="0" err="1">
              <a:solidFill>
                <a:srgbClr val="FF0000"/>
              </a:solidFill>
              <a:latin typeface="Arial"/>
            </a:endParaRPr>
          </a:p>
        </p:txBody>
      </p:sp>
      <p:sp>
        <p:nvSpPr>
          <p:cNvPr id="19" name="Title 1">
            <a:extLst>
              <a:ext uri="{FF2B5EF4-FFF2-40B4-BE49-F238E27FC236}">
                <a16:creationId xmlns:a16="http://schemas.microsoft.com/office/drawing/2014/main" id="{261C2E7D-BB67-4F0C-87F1-756FC1974276}"/>
              </a:ext>
            </a:extLst>
          </p:cNvPr>
          <p:cNvSpPr>
            <a:spLocks noGrp="1"/>
          </p:cNvSpPr>
          <p:nvPr>
            <p:ph type="ctrTitle"/>
          </p:nvPr>
        </p:nvSpPr>
        <p:spPr>
          <a:xfrm>
            <a:off x="867155" y="442149"/>
            <a:ext cx="10641659" cy="1377553"/>
          </a:xfrm>
          <a:prstGeom prst="rect">
            <a:avLst/>
          </a:prstGeom>
        </p:spPr>
        <p:txBody>
          <a:bodyPr lIns="0" rIns="0" anchor="ctr" anchorCtr="0">
            <a:noAutofit/>
          </a:bodyPr>
          <a:lstStyle>
            <a:lvl1pPr algn="l">
              <a:spcBef>
                <a:spcPts val="0"/>
              </a:spcBef>
              <a:defRPr sz="3200" b="0">
                <a:solidFill>
                  <a:schemeClr val="bg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715C7DD6-3E03-4C74-AA30-9E1DF61252FB}"/>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grpSp>
        <p:nvGrpSpPr>
          <p:cNvPr id="2" name="Group 1">
            <a:extLst>
              <a:ext uri="{FF2B5EF4-FFF2-40B4-BE49-F238E27FC236}">
                <a16:creationId xmlns:a16="http://schemas.microsoft.com/office/drawing/2014/main" id="{E5494C39-8058-426E-9A21-5A418F2F8FFC}"/>
              </a:ext>
            </a:extLst>
          </p:cNvPr>
          <p:cNvGrpSpPr/>
          <p:nvPr userDrawn="1"/>
        </p:nvGrpSpPr>
        <p:grpSpPr>
          <a:xfrm>
            <a:off x="3542832" y="2876503"/>
            <a:ext cx="5106336" cy="3166433"/>
            <a:chOff x="2657124" y="2157377"/>
            <a:chExt cx="3829752" cy="2374825"/>
          </a:xfrm>
        </p:grpSpPr>
        <p:sp>
          <p:nvSpPr>
            <p:cNvPr id="5" name="TextBox 4">
              <a:extLst>
                <a:ext uri="{FF2B5EF4-FFF2-40B4-BE49-F238E27FC236}">
                  <a16:creationId xmlns:a16="http://schemas.microsoft.com/office/drawing/2014/main" id="{8B880B59-FC96-477E-AC99-8876E161C9DA}"/>
                </a:ext>
              </a:extLst>
            </p:cNvPr>
            <p:cNvSpPr txBox="1"/>
            <p:nvPr/>
          </p:nvSpPr>
          <p:spPr>
            <a:xfrm>
              <a:off x="3718685" y="4255203"/>
              <a:ext cx="1857606" cy="276999"/>
            </a:xfrm>
            <a:prstGeom prst="rect">
              <a:avLst/>
            </a:prstGeom>
            <a:noFill/>
          </p:spPr>
          <p:txBody>
            <a:bodyPr wrap="square" rtlCol="0">
              <a:spAutoFit/>
            </a:bodyPr>
            <a:lstStyle/>
            <a:p>
              <a:pPr algn="ctr"/>
              <a:r>
                <a:rPr lang="en-US" dirty="0"/>
                <a:t>Review Activity</a:t>
              </a:r>
            </a:p>
          </p:txBody>
        </p:sp>
        <p:pic>
          <p:nvPicPr>
            <p:cNvPr id="9" name="Picture 8">
              <a:extLst>
                <a:ext uri="{FF2B5EF4-FFF2-40B4-BE49-F238E27FC236}">
                  <a16:creationId xmlns:a16="http://schemas.microsoft.com/office/drawing/2014/main" id="{A1DD35B9-236A-48FB-B81D-ABE61ABF61AE}"/>
                </a:ext>
              </a:extLst>
            </p:cNvPr>
            <p:cNvPicPr>
              <a:picLocks noChangeAspect="1"/>
            </p:cNvPicPr>
            <p:nvPr/>
          </p:nvPicPr>
          <p:blipFill>
            <a:blip r:embed="rId2"/>
            <a:stretch>
              <a:fillRect/>
            </a:stretch>
          </p:blipFill>
          <p:spPr>
            <a:xfrm>
              <a:off x="2657124" y="2157377"/>
              <a:ext cx="3829752" cy="2097826"/>
            </a:xfrm>
            <a:prstGeom prst="rect">
              <a:avLst/>
            </a:prstGeom>
          </p:spPr>
        </p:pic>
      </p:grpSp>
      <p:sp>
        <p:nvSpPr>
          <p:cNvPr id="8" name="Rectangle: Single Corner Rounded 7">
            <a:extLst>
              <a:ext uri="{FF2B5EF4-FFF2-40B4-BE49-F238E27FC236}">
                <a16:creationId xmlns:a16="http://schemas.microsoft.com/office/drawing/2014/main" id="{A7FC97FC-6077-4324-B6E8-1B34BAA4F872}"/>
              </a:ext>
            </a:extLst>
          </p:cNvPr>
          <p:cNvSpPr/>
          <p:nvPr userDrawn="1"/>
        </p:nvSpPr>
        <p:spPr>
          <a:xfrm flipV="1">
            <a:off x="544748" y="442149"/>
            <a:ext cx="11102504" cy="1377553"/>
          </a:xfrm>
          <a:prstGeom prst="round1Rect">
            <a:avLst>
              <a:gd name="adj" fmla="val 26350"/>
            </a:avLst>
          </a:prstGeom>
          <a:solidFill>
            <a:schemeClr val="accent6"/>
          </a:solidFill>
          <a:ln w="28575" cap="flat" cmpd="sng" algn="ctr">
            <a:solidFill>
              <a:schemeClr val="accent6"/>
            </a:solidFill>
            <a:prstDash val="solid"/>
          </a:ln>
          <a:effectLst/>
        </p:spPr>
        <p:txBody>
          <a:bodyPr rtlCol="0" anchor="ctr"/>
          <a:lstStyle/>
          <a:p>
            <a:pPr algn="ctr" defTabSz="1219170"/>
            <a:endParaRPr lang="en-US" sz="1467" b="1" kern="0" dirty="0" err="1">
              <a:solidFill>
                <a:srgbClr val="FF0000"/>
              </a:solidFill>
              <a:latin typeface="Arial"/>
            </a:endParaRPr>
          </a:p>
        </p:txBody>
      </p:sp>
      <p:sp>
        <p:nvSpPr>
          <p:cNvPr id="13" name="Slide Number Placeholder 4">
            <a:extLst>
              <a:ext uri="{FF2B5EF4-FFF2-40B4-BE49-F238E27FC236}">
                <a16:creationId xmlns:a16="http://schemas.microsoft.com/office/drawing/2014/main" id="{9E3C3FA5-F228-402B-ACE9-FA3417311D68}"/>
              </a:ext>
            </a:extLst>
          </p:cNvPr>
          <p:cNvSpPr>
            <a:spLocks noGrp="1"/>
          </p:cNvSpPr>
          <p:nvPr>
            <p:ph type="sldNum" sz="quarter" idx="4"/>
          </p:nvPr>
        </p:nvSpPr>
        <p:spPr>
          <a:xfrm>
            <a:off x="11091080" y="6492831"/>
            <a:ext cx="638912" cy="366183"/>
          </a:xfrm>
          <a:prstGeom prst="rect">
            <a:avLst/>
          </a:prstGeom>
        </p:spPr>
        <p:txBody>
          <a:bodyPr vert="horz" lIns="91440" tIns="45720" rIns="91440" bIns="45720" rtlCol="0" anchor="ctr"/>
          <a:lstStyle>
            <a:lvl1pPr algn="r">
              <a:defRPr sz="933">
                <a:solidFill>
                  <a:schemeClr val="tx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173926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Slide Summary">
    <p:spTree>
      <p:nvGrpSpPr>
        <p:cNvPr id="1" name=""/>
        <p:cNvGrpSpPr/>
        <p:nvPr/>
      </p:nvGrpSpPr>
      <p:grpSpPr>
        <a:xfrm>
          <a:off x="0" y="0"/>
          <a:ext cx="0" cy="0"/>
          <a:chOff x="0" y="0"/>
          <a:chExt cx="0" cy="0"/>
        </a:xfrm>
      </p:grpSpPr>
      <p:sp>
        <p:nvSpPr>
          <p:cNvPr id="16" name="Rectangle: Single Corner Rounded 15">
            <a:extLst>
              <a:ext uri="{FF2B5EF4-FFF2-40B4-BE49-F238E27FC236}">
                <a16:creationId xmlns:a16="http://schemas.microsoft.com/office/drawing/2014/main" id="{52AC8521-3410-4C4A-B7A5-D78B8E51BD90}"/>
              </a:ext>
            </a:extLst>
          </p:cNvPr>
          <p:cNvSpPr/>
          <p:nvPr/>
        </p:nvSpPr>
        <p:spPr>
          <a:xfrm flipV="1">
            <a:off x="544748" y="442149"/>
            <a:ext cx="11102504" cy="3852348"/>
          </a:xfrm>
          <a:prstGeom prst="round1Rect">
            <a:avLst>
              <a:gd name="adj" fmla="val 14091"/>
            </a:avLst>
          </a:prstGeom>
          <a:solidFill>
            <a:schemeClr val="accent1"/>
          </a:solidFill>
          <a:ln w="28575" cap="flat" cmpd="sng" algn="ctr">
            <a:solidFill>
              <a:schemeClr val="accent1"/>
            </a:solidFill>
            <a:prstDash val="solid"/>
          </a:ln>
          <a:effectLst/>
        </p:spPr>
        <p:txBody>
          <a:bodyPr rtlCol="0" anchor="ctr"/>
          <a:lstStyle/>
          <a:p>
            <a:pPr algn="ctr" defTabSz="1219170"/>
            <a:endParaRPr lang="en-US" sz="1467" b="1" kern="0" dirty="0">
              <a:solidFill>
                <a:srgbClr val="FF0000"/>
              </a:solidFill>
              <a:latin typeface="Arial"/>
            </a:endParaRPr>
          </a:p>
        </p:txBody>
      </p:sp>
      <p:sp>
        <p:nvSpPr>
          <p:cNvPr id="19" name="Title 1">
            <a:extLst>
              <a:ext uri="{FF2B5EF4-FFF2-40B4-BE49-F238E27FC236}">
                <a16:creationId xmlns:a16="http://schemas.microsoft.com/office/drawing/2014/main" id="{261C2E7D-BB67-4F0C-87F1-756FC1974276}"/>
              </a:ext>
            </a:extLst>
          </p:cNvPr>
          <p:cNvSpPr>
            <a:spLocks noGrp="1"/>
          </p:cNvSpPr>
          <p:nvPr>
            <p:ph type="ctrTitle" hasCustomPrompt="1"/>
          </p:nvPr>
        </p:nvSpPr>
        <p:spPr>
          <a:xfrm>
            <a:off x="867155" y="2356513"/>
            <a:ext cx="10641659" cy="1537648"/>
          </a:xfrm>
          <a:prstGeom prst="rect">
            <a:avLst/>
          </a:prstGeom>
        </p:spPr>
        <p:txBody>
          <a:bodyPr lIns="0" rIns="0" anchor="t" anchorCtr="0">
            <a:noAutofit/>
          </a:bodyPr>
          <a:lstStyle>
            <a:lvl1pPr algn="l">
              <a:spcBef>
                <a:spcPts val="0"/>
              </a:spcBef>
              <a:defRPr sz="3200" b="0">
                <a:solidFill>
                  <a:schemeClr val="bg1"/>
                </a:solidFill>
                <a:latin typeface="+mn-lt"/>
              </a:defRPr>
            </a:lvl1pPr>
          </a:lstStyle>
          <a:p>
            <a:r>
              <a:rPr lang="en-US" dirty="0"/>
              <a:t>Summary</a:t>
            </a:r>
          </a:p>
        </p:txBody>
      </p:sp>
      <p:sp>
        <p:nvSpPr>
          <p:cNvPr id="20" name="Subtitle 2">
            <a:extLst>
              <a:ext uri="{FF2B5EF4-FFF2-40B4-BE49-F238E27FC236}">
                <a16:creationId xmlns:a16="http://schemas.microsoft.com/office/drawing/2014/main" id="{CC6DF4C4-B555-4514-B737-CAA82E353FFE}"/>
              </a:ext>
            </a:extLst>
          </p:cNvPr>
          <p:cNvSpPr>
            <a:spLocks noGrp="1"/>
          </p:cNvSpPr>
          <p:nvPr>
            <p:ph type="subTitle" idx="1"/>
          </p:nvPr>
        </p:nvSpPr>
        <p:spPr>
          <a:xfrm>
            <a:off x="867155" y="1401704"/>
            <a:ext cx="10641659" cy="652875"/>
          </a:xfrm>
        </p:spPr>
        <p:txBody>
          <a:bodyPr lIns="0" rIns="0">
            <a:noAutofit/>
          </a:bodyPr>
          <a:lstStyle>
            <a:lvl1pPr marL="0" indent="0" algn="l">
              <a:spcBef>
                <a:spcPts val="0"/>
              </a:spcBef>
              <a:buNone/>
              <a:defRPr sz="4800" b="1">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3" name="Footer Placeholder 2">
            <a:extLst>
              <a:ext uri="{FF2B5EF4-FFF2-40B4-BE49-F238E27FC236}">
                <a16:creationId xmlns:a16="http://schemas.microsoft.com/office/drawing/2014/main" id="{715C7DD6-3E03-4C74-AA30-9E1DF61252FB}"/>
              </a:ext>
            </a:extLst>
          </p:cNvPr>
          <p:cNvSpPr>
            <a:spLocks noGrp="1"/>
          </p:cNvSpPr>
          <p:nvPr>
            <p:ph type="ftr" sz="quarter" idx="10"/>
          </p:nvPr>
        </p:nvSpPr>
        <p:spPr>
          <a:xfrm>
            <a:off x="1419367" y="6492831"/>
            <a:ext cx="7033147" cy="366183"/>
          </a:xfrm>
        </p:spPr>
        <p:txBody>
          <a:bodyPr/>
          <a:lstStyle/>
          <a:p>
            <a:r>
              <a:rPr lang="en-GB"/>
              <a:t>CompTIA Security+ Lesson 1 | Copyright © 2020 CompTIA Properties, LLC. All Rights Reserved.  |  CompTIA.org</a:t>
            </a:r>
            <a:endParaRPr lang="en-US" dirty="0"/>
          </a:p>
        </p:txBody>
      </p:sp>
      <p:sp>
        <p:nvSpPr>
          <p:cNvPr id="4" name="Slide Number Placeholder 3">
            <a:extLst>
              <a:ext uri="{FF2B5EF4-FFF2-40B4-BE49-F238E27FC236}">
                <a16:creationId xmlns:a16="http://schemas.microsoft.com/office/drawing/2014/main" id="{F45D6186-F9C3-4452-A790-21388D9B0969}"/>
              </a:ext>
            </a:extLst>
          </p:cNvPr>
          <p:cNvSpPr>
            <a:spLocks noGrp="1"/>
          </p:cNvSpPr>
          <p:nvPr>
            <p:ph type="sldNum" sz="quarter" idx="11"/>
          </p:nvPr>
        </p:nvSpPr>
        <p:spPr/>
        <p:txBody>
          <a:bodyPr/>
          <a:lstStyle/>
          <a:p>
            <a:fld id="{B7CF8A19-3A9E-4ABC-B336-2FDDE321C72D}" type="slidenum">
              <a:rPr lang="en-US" smtClean="0"/>
              <a:pPr/>
              <a:t>‹#›</a:t>
            </a:fld>
            <a:endParaRPr lang="en-US"/>
          </a:p>
        </p:txBody>
      </p:sp>
      <p:pic>
        <p:nvPicPr>
          <p:cNvPr id="7" name="Picture 6">
            <a:extLst>
              <a:ext uri="{FF2B5EF4-FFF2-40B4-BE49-F238E27FC236}">
                <a16:creationId xmlns:a16="http://schemas.microsoft.com/office/drawing/2014/main" id="{510239CA-8F80-4A08-B566-F2EB5C02D6B6}"/>
              </a:ext>
            </a:extLst>
          </p:cNvPr>
          <p:cNvPicPr>
            <a:picLocks noChangeAspect="1"/>
          </p:cNvPicPr>
          <p:nvPr/>
        </p:nvPicPr>
        <p:blipFill>
          <a:blip r:embed="rId2"/>
          <a:stretch>
            <a:fillRect/>
          </a:stretch>
        </p:blipFill>
        <p:spPr>
          <a:xfrm>
            <a:off x="8597013" y="4988042"/>
            <a:ext cx="3594987" cy="1869959"/>
          </a:xfrm>
          <a:prstGeom prst="rect">
            <a:avLst/>
          </a:prstGeom>
        </p:spPr>
      </p:pic>
      <p:pic>
        <p:nvPicPr>
          <p:cNvPr id="9" name="Picture 8">
            <a:extLst>
              <a:ext uri="{FF2B5EF4-FFF2-40B4-BE49-F238E27FC236}">
                <a16:creationId xmlns:a16="http://schemas.microsoft.com/office/drawing/2014/main" id="{239C023D-BE38-44E3-B6B2-E185DAF0A46B}"/>
              </a:ext>
            </a:extLst>
          </p:cNvPr>
          <p:cNvPicPr>
            <a:picLocks noChangeAspect="1"/>
          </p:cNvPicPr>
          <p:nvPr userDrawn="1"/>
        </p:nvPicPr>
        <p:blipFill>
          <a:blip r:embed="rId2"/>
          <a:stretch>
            <a:fillRect/>
          </a:stretch>
        </p:blipFill>
        <p:spPr>
          <a:xfrm>
            <a:off x="8597013" y="4988042"/>
            <a:ext cx="3594987" cy="1869959"/>
          </a:xfrm>
          <a:prstGeom prst="rect">
            <a:avLst/>
          </a:prstGeom>
        </p:spPr>
      </p:pic>
    </p:spTree>
    <p:extLst>
      <p:ext uri="{BB962C8B-B14F-4D97-AF65-F5344CB8AC3E}">
        <p14:creationId xmlns:p14="http://schemas.microsoft.com/office/powerpoint/2010/main" val="275384292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Reflective Question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15C7DD6-3E03-4C74-AA30-9E1DF61252FB}"/>
              </a:ext>
            </a:extLst>
          </p:cNvPr>
          <p:cNvSpPr>
            <a:spLocks noGrp="1"/>
          </p:cNvSpPr>
          <p:nvPr>
            <p:ph type="ftr" sz="quarter" idx="10"/>
          </p:nvPr>
        </p:nvSpPr>
        <p:spPr>
          <a:xfrm>
            <a:off x="1419367" y="6492831"/>
            <a:ext cx="7033147" cy="366183"/>
          </a:xfrm>
        </p:spPr>
        <p:txBody>
          <a:bodyPr/>
          <a:lstStyle/>
          <a:p>
            <a:r>
              <a:rPr lang="en-GB"/>
              <a:t>CompTIA Security+ Lesson 1 | Copyright © 2020 CompTIA Properties, LLC. All Rights Reserved.  |  CompTIA.org</a:t>
            </a:r>
            <a:endParaRPr lang="en-US" dirty="0"/>
          </a:p>
        </p:txBody>
      </p:sp>
      <p:sp>
        <p:nvSpPr>
          <p:cNvPr id="4" name="Slide Number Placeholder 3">
            <a:extLst>
              <a:ext uri="{FF2B5EF4-FFF2-40B4-BE49-F238E27FC236}">
                <a16:creationId xmlns:a16="http://schemas.microsoft.com/office/drawing/2014/main" id="{F45D6186-F9C3-4452-A790-21388D9B0969}"/>
              </a:ext>
            </a:extLst>
          </p:cNvPr>
          <p:cNvSpPr>
            <a:spLocks noGrp="1"/>
          </p:cNvSpPr>
          <p:nvPr>
            <p:ph type="sldNum" sz="quarter" idx="11"/>
          </p:nvPr>
        </p:nvSpPr>
        <p:spPr/>
        <p:txBody>
          <a:bodyPr/>
          <a:lstStyle/>
          <a:p>
            <a:fld id="{B7CF8A19-3A9E-4ABC-B336-2FDDE321C72D}" type="slidenum">
              <a:rPr lang="en-US" smtClean="0"/>
              <a:pPr/>
              <a:t>‹#›</a:t>
            </a:fld>
            <a:endParaRPr lang="en-US"/>
          </a:p>
        </p:txBody>
      </p:sp>
      <p:pic>
        <p:nvPicPr>
          <p:cNvPr id="7" name="Picture 6">
            <a:extLst>
              <a:ext uri="{FF2B5EF4-FFF2-40B4-BE49-F238E27FC236}">
                <a16:creationId xmlns:a16="http://schemas.microsoft.com/office/drawing/2014/main" id="{510239CA-8F80-4A08-B566-F2EB5C02D6B6}"/>
              </a:ext>
            </a:extLst>
          </p:cNvPr>
          <p:cNvPicPr>
            <a:picLocks noChangeAspect="1"/>
          </p:cNvPicPr>
          <p:nvPr/>
        </p:nvPicPr>
        <p:blipFill>
          <a:blip r:embed="rId2"/>
          <a:stretch>
            <a:fillRect/>
          </a:stretch>
        </p:blipFill>
        <p:spPr>
          <a:xfrm>
            <a:off x="8597013" y="4988042"/>
            <a:ext cx="3594987" cy="1869959"/>
          </a:xfrm>
          <a:prstGeom prst="rect">
            <a:avLst/>
          </a:prstGeom>
        </p:spPr>
      </p:pic>
      <p:pic>
        <p:nvPicPr>
          <p:cNvPr id="9" name="Picture 8">
            <a:extLst>
              <a:ext uri="{FF2B5EF4-FFF2-40B4-BE49-F238E27FC236}">
                <a16:creationId xmlns:a16="http://schemas.microsoft.com/office/drawing/2014/main" id="{239C023D-BE38-44E3-B6B2-E185DAF0A46B}"/>
              </a:ext>
            </a:extLst>
          </p:cNvPr>
          <p:cNvPicPr>
            <a:picLocks noChangeAspect="1"/>
          </p:cNvPicPr>
          <p:nvPr userDrawn="1"/>
        </p:nvPicPr>
        <p:blipFill>
          <a:blip r:embed="rId2"/>
          <a:stretch>
            <a:fillRect/>
          </a:stretch>
        </p:blipFill>
        <p:spPr>
          <a:xfrm>
            <a:off x="8597013" y="4988042"/>
            <a:ext cx="3594987" cy="1869959"/>
          </a:xfrm>
          <a:prstGeom prst="rect">
            <a:avLst/>
          </a:prstGeom>
        </p:spPr>
      </p:pic>
      <p:sp>
        <p:nvSpPr>
          <p:cNvPr id="6" name="Title 5">
            <a:extLst>
              <a:ext uri="{FF2B5EF4-FFF2-40B4-BE49-F238E27FC236}">
                <a16:creationId xmlns:a16="http://schemas.microsoft.com/office/drawing/2014/main" id="{0ACF2AC2-6898-4F8D-9D90-9F13C8AD3198}"/>
              </a:ext>
            </a:extLst>
          </p:cNvPr>
          <p:cNvSpPr>
            <a:spLocks noGrp="1"/>
          </p:cNvSpPr>
          <p:nvPr>
            <p:ph type="title" hasCustomPrompt="1"/>
          </p:nvPr>
        </p:nvSpPr>
        <p:spPr/>
        <p:txBody>
          <a:bodyPr/>
          <a:lstStyle>
            <a:lvl1pPr>
              <a:defRPr/>
            </a:lvl1pPr>
          </a:lstStyle>
          <a:p>
            <a:r>
              <a:rPr lang="en-US"/>
              <a:t>Reflective Questions</a:t>
            </a:r>
            <a:endParaRPr lang="en-US" dirty="0"/>
          </a:p>
        </p:txBody>
      </p:sp>
      <p:sp>
        <p:nvSpPr>
          <p:cNvPr id="15" name="Text Placeholder 2">
            <a:extLst>
              <a:ext uri="{FF2B5EF4-FFF2-40B4-BE49-F238E27FC236}">
                <a16:creationId xmlns:a16="http://schemas.microsoft.com/office/drawing/2014/main" id="{B957B6C0-2ED7-4A79-B391-3F58EA10CD8C}"/>
              </a:ext>
            </a:extLst>
          </p:cNvPr>
          <p:cNvSpPr>
            <a:spLocks noGrp="1"/>
          </p:cNvSpPr>
          <p:nvPr>
            <p:ph idx="1" hasCustomPrompt="1"/>
          </p:nvPr>
        </p:nvSpPr>
        <p:spPr>
          <a:xfrm>
            <a:off x="455900" y="1307131"/>
            <a:ext cx="11274089" cy="4060736"/>
          </a:xfrm>
          <a:prstGeom prst="rect">
            <a:avLst/>
          </a:prstGeom>
        </p:spPr>
        <p:txBody>
          <a:bodyPr vert="horz" lIns="91440" tIns="45720" rIns="91440" bIns="45720" rtlCol="0">
            <a:noAutofit/>
          </a:bodyPr>
          <a:lstStyle>
            <a:lvl1pPr marL="457189" indent="-457189">
              <a:buFont typeface="+mj-lt"/>
              <a:buAutoNum type="arabicPeriod"/>
              <a:defRPr/>
            </a:lvl1pPr>
          </a:lstStyle>
          <a:p>
            <a:pPr lvl="0"/>
            <a:r>
              <a:rPr lang="en-US" noProof="0" dirty="0"/>
              <a:t>Click to edit Master text styles</a:t>
            </a:r>
          </a:p>
        </p:txBody>
      </p:sp>
    </p:spTree>
    <p:extLst>
      <p:ext uri="{BB962C8B-B14F-4D97-AF65-F5344CB8AC3E}">
        <p14:creationId xmlns:p14="http://schemas.microsoft.com/office/powerpoint/2010/main" val="232088248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78283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389717" y="504085"/>
            <a:ext cx="7315200" cy="3770187"/>
          </a:xfrm>
        </p:spPr>
        <p:txBody>
          <a:bodyPr>
            <a:noAutofit/>
          </a:bodyPr>
          <a:lstStyle>
            <a:lvl1pPr marL="0" indent="0">
              <a:buNone/>
              <a:defRPr sz="2400">
                <a:solidFill>
                  <a:schemeClr val="tx2"/>
                </a:solidFill>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4914035"/>
            <a:ext cx="7315200" cy="804863"/>
          </a:xfrm>
        </p:spPr>
        <p:txBody>
          <a:bodyPr/>
          <a:lstStyle>
            <a:lvl1pPr marL="0" indent="0">
              <a:buNone/>
              <a:defRPr sz="2400">
                <a:solidFill>
                  <a:schemeClr val="tx2"/>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pic>
        <p:nvPicPr>
          <p:cNvPr id="10" name="Picture 9" descr="CompTIA_logo.wmf">
            <a:extLst>
              <a:ext uri="{FF2B5EF4-FFF2-40B4-BE49-F238E27FC236}">
                <a16:creationId xmlns:a16="http://schemas.microsoft.com/office/drawing/2014/main" id="{864C3DE1-22DC-4B48-9954-09A38AB51EF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pic>
        <p:nvPicPr>
          <p:cNvPr id="8" name="Picture 7">
            <a:extLst>
              <a:ext uri="{FF2B5EF4-FFF2-40B4-BE49-F238E27FC236}">
                <a16:creationId xmlns:a16="http://schemas.microsoft.com/office/drawing/2014/main" id="{6AD6516E-B928-442D-ABD3-DAE814C7C00C}"/>
              </a:ext>
            </a:extLst>
          </p:cNvPr>
          <p:cNvPicPr>
            <a:picLocks/>
          </p:cNvPicPr>
          <p:nvPr/>
        </p:nvPicPr>
        <p:blipFill>
          <a:blip r:embed="rId3"/>
          <a:stretch>
            <a:fillRect/>
          </a:stretch>
        </p:blipFill>
        <p:spPr>
          <a:xfrm>
            <a:off x="-24384" y="5924008"/>
            <a:ext cx="12240768" cy="512064"/>
          </a:xfrm>
          <a:prstGeom prst="rect">
            <a:avLst/>
          </a:prstGeom>
        </p:spPr>
      </p:pic>
      <p:sp>
        <p:nvSpPr>
          <p:cNvPr id="7" name="Footer Placeholder 6">
            <a:extLst>
              <a:ext uri="{FF2B5EF4-FFF2-40B4-BE49-F238E27FC236}">
                <a16:creationId xmlns:a16="http://schemas.microsoft.com/office/drawing/2014/main" id="{AE2DB78B-FA03-48BE-86D0-D938EC525CE3}"/>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12" name="Slide Number Placeholder 11">
            <a:extLst>
              <a:ext uri="{FF2B5EF4-FFF2-40B4-BE49-F238E27FC236}">
                <a16:creationId xmlns:a16="http://schemas.microsoft.com/office/drawing/2014/main" id="{5CC36B0D-83AB-4E08-B7A5-9029E6FC39D6}"/>
              </a:ext>
            </a:extLst>
          </p:cNvPr>
          <p:cNvSpPr>
            <a:spLocks noGrp="1"/>
          </p:cNvSpPr>
          <p:nvPr>
            <p:ph type="sldNum" sz="quarter" idx="11"/>
          </p:nvPr>
        </p:nvSpPr>
        <p:spPr/>
        <p:txBody>
          <a:bodyPr/>
          <a:lstStyle/>
          <a:p>
            <a:fld id="{B7CF8A19-3A9E-4ABC-B336-2FDDE321C72D}" type="slidenum">
              <a:rPr lang="en-US" smtClean="0"/>
              <a:pPr/>
              <a:t>‹#›</a:t>
            </a:fld>
            <a:endParaRPr lang="en-US"/>
          </a:p>
        </p:txBody>
      </p:sp>
      <p:sp>
        <p:nvSpPr>
          <p:cNvPr id="13" name="Title Placeholder 1">
            <a:extLst>
              <a:ext uri="{FF2B5EF4-FFF2-40B4-BE49-F238E27FC236}">
                <a16:creationId xmlns:a16="http://schemas.microsoft.com/office/drawing/2014/main" id="{6BE546AB-EF65-497F-9200-0147629FB370}"/>
              </a:ext>
            </a:extLst>
          </p:cNvPr>
          <p:cNvSpPr>
            <a:spLocks noGrp="1"/>
          </p:cNvSpPr>
          <p:nvPr>
            <p:ph type="title"/>
          </p:nvPr>
        </p:nvSpPr>
        <p:spPr>
          <a:xfrm>
            <a:off x="2389719" y="4254530"/>
            <a:ext cx="7315200" cy="659505"/>
          </a:xfrm>
          <a:prstGeom prst="rect">
            <a:avLst/>
          </a:prstGeom>
        </p:spPr>
        <p:txBody>
          <a:bodyPr vert="horz" lIns="91440" tIns="45720" rIns="91440" bIns="45720" rtlCol="0" anchor="ctr">
            <a:noAutofit/>
          </a:bodyPr>
          <a:lstStyle>
            <a:lvl1pPr>
              <a:defRPr sz="2667"/>
            </a:lvl1pPr>
          </a:lstStyle>
          <a:p>
            <a:r>
              <a:rPr lang="en-US"/>
              <a:t>Click to edit Master title style</a:t>
            </a:r>
            <a:endParaRPr lang="en-US" dirty="0"/>
          </a:p>
        </p:txBody>
      </p:sp>
      <p:pic>
        <p:nvPicPr>
          <p:cNvPr id="9" name="Picture 8">
            <a:extLst>
              <a:ext uri="{FF2B5EF4-FFF2-40B4-BE49-F238E27FC236}">
                <a16:creationId xmlns:a16="http://schemas.microsoft.com/office/drawing/2014/main" id="{3804A91A-CE86-4890-BC3D-060B8E55C733}"/>
              </a:ext>
            </a:extLst>
          </p:cNvPr>
          <p:cNvPicPr>
            <a:picLocks/>
          </p:cNvPicPr>
          <p:nvPr userDrawn="1"/>
        </p:nvPicPr>
        <p:blipFill>
          <a:blip r:embed="rId3"/>
          <a:stretch>
            <a:fillRect/>
          </a:stretch>
        </p:blipFill>
        <p:spPr>
          <a:xfrm>
            <a:off x="-24384" y="5924008"/>
            <a:ext cx="12240768" cy="512064"/>
          </a:xfrm>
          <a:prstGeom prst="rect">
            <a:avLst/>
          </a:prstGeom>
        </p:spPr>
      </p:pic>
    </p:spTree>
    <p:extLst>
      <p:ext uri="{BB962C8B-B14F-4D97-AF65-F5344CB8AC3E}">
        <p14:creationId xmlns:p14="http://schemas.microsoft.com/office/powerpoint/2010/main" val="162867114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04" y="100269"/>
            <a:ext cx="11274089" cy="844611"/>
          </a:xfrm>
          <a:prstGeom prst="rect">
            <a:avLst/>
          </a:prstGeom>
        </p:spPr>
        <p:txBody>
          <a:bodyPr/>
          <a:lstStyle>
            <a:lvl1pPr>
              <a:defRPr b="1">
                <a:latin typeface="+mn-lt"/>
              </a:defRPr>
            </a:lvl1pPr>
          </a:lstStyle>
          <a:p>
            <a:r>
              <a:rPr lang="en-US" dirty="0"/>
              <a:t>Click to add title</a:t>
            </a:r>
          </a:p>
        </p:txBody>
      </p:sp>
      <p:sp>
        <p:nvSpPr>
          <p:cNvPr id="3" name="Vertical Text Placeholder 2"/>
          <p:cNvSpPr>
            <a:spLocks noGrp="1"/>
          </p:cNvSpPr>
          <p:nvPr>
            <p:ph type="body" orient="vert" idx="1"/>
          </p:nvPr>
        </p:nvSpPr>
        <p:spPr/>
        <p:txBody>
          <a:bodyPr vert="eaVert"/>
          <a:lstStyle>
            <a:lvl1pPr>
              <a:defRPr>
                <a:solidFill>
                  <a:srgbClr val="45545F"/>
                </a:solidFill>
              </a:defRPr>
            </a:lvl1pPr>
            <a:lvl2pPr>
              <a:defRPr>
                <a:solidFill>
                  <a:srgbClr val="45545F"/>
                </a:solidFill>
              </a:defRPr>
            </a:lvl2pPr>
            <a:lvl3pPr>
              <a:defRPr>
                <a:solidFill>
                  <a:srgbClr val="45545F"/>
                </a:solidFill>
              </a:defRPr>
            </a:lvl3pPr>
          </a:lstStyle>
          <a:p>
            <a:pPr lvl="0"/>
            <a:r>
              <a:rPr lang="en-US"/>
              <a:t>Click to edit Master text styles</a:t>
            </a:r>
          </a:p>
          <a:p>
            <a:pPr lvl="1"/>
            <a:r>
              <a:rPr lang="en-US"/>
              <a:t>Second level</a:t>
            </a:r>
          </a:p>
          <a:p>
            <a:pPr lvl="2"/>
            <a:r>
              <a:rPr lang="en-US"/>
              <a:t>Third level</a:t>
            </a:r>
          </a:p>
        </p:txBody>
      </p:sp>
      <p:pic>
        <p:nvPicPr>
          <p:cNvPr id="9" name="Picture 8" descr="CompTIA_logo.wmf">
            <a:extLst>
              <a:ext uri="{FF2B5EF4-FFF2-40B4-BE49-F238E27FC236}">
                <a16:creationId xmlns:a16="http://schemas.microsoft.com/office/drawing/2014/main" id="{863308DA-D7BC-384E-821F-8A3A2D1C8CE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sp>
        <p:nvSpPr>
          <p:cNvPr id="6" name="Footer Placeholder 5">
            <a:extLst>
              <a:ext uri="{FF2B5EF4-FFF2-40B4-BE49-F238E27FC236}">
                <a16:creationId xmlns:a16="http://schemas.microsoft.com/office/drawing/2014/main" id="{D3FC80A7-8E0B-4AAC-882B-47FB6EB1A18A}"/>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8" name="Slide Number Placeholder 7">
            <a:extLst>
              <a:ext uri="{FF2B5EF4-FFF2-40B4-BE49-F238E27FC236}">
                <a16:creationId xmlns:a16="http://schemas.microsoft.com/office/drawing/2014/main" id="{D7F0388E-4226-4CD6-8F46-51A6616218D1}"/>
              </a:ext>
            </a:extLst>
          </p:cNvPr>
          <p:cNvSpPr>
            <a:spLocks noGrp="1"/>
          </p:cNvSpPr>
          <p:nvPr>
            <p:ph type="sldNum" sz="quarter" idx="11"/>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83791443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9200" y="1211385"/>
            <a:ext cx="2743200" cy="4914779"/>
          </a:xfrm>
          <a:prstGeom prst="rect">
            <a:avLst/>
          </a:prstGeom>
        </p:spPr>
        <p:txBody>
          <a:bodyPr vert="eaVert"/>
          <a:lstStyle>
            <a:lvl1pPr>
              <a:defRPr b="1">
                <a:solidFill>
                  <a:srgbClr val="45545F"/>
                </a:solidFill>
                <a:latin typeface="+mn-lt"/>
              </a:defRPr>
            </a:lvl1pPr>
          </a:lstStyle>
          <a:p>
            <a:r>
              <a:rPr lang="en-US" dirty="0"/>
              <a:t>Click to add title</a:t>
            </a:r>
          </a:p>
        </p:txBody>
      </p:sp>
      <p:sp>
        <p:nvSpPr>
          <p:cNvPr id="3" name="Vertical Text Placeholder 2"/>
          <p:cNvSpPr>
            <a:spLocks noGrp="1"/>
          </p:cNvSpPr>
          <p:nvPr>
            <p:ph type="body" orient="vert" idx="1"/>
          </p:nvPr>
        </p:nvSpPr>
        <p:spPr>
          <a:xfrm>
            <a:off x="609600" y="1211385"/>
            <a:ext cx="8026400" cy="4914779"/>
          </a:xfrm>
        </p:spPr>
        <p:txBody>
          <a:bodyPr vert="eaVert"/>
          <a:lstStyle>
            <a:lvl1pPr>
              <a:defRPr>
                <a:solidFill>
                  <a:srgbClr val="45545F"/>
                </a:solidFill>
              </a:defRPr>
            </a:lvl1pPr>
            <a:lvl2pPr>
              <a:defRPr>
                <a:solidFill>
                  <a:srgbClr val="45545F"/>
                </a:solidFill>
              </a:defRPr>
            </a:lvl2pPr>
            <a:lvl3pPr>
              <a:defRPr>
                <a:solidFill>
                  <a:srgbClr val="45545F"/>
                </a:solidFill>
              </a:defRPr>
            </a:lvl3pPr>
          </a:lstStyle>
          <a:p>
            <a:pPr lvl="0"/>
            <a:r>
              <a:rPr lang="en-US"/>
              <a:t>Click to edit Master text styles</a:t>
            </a:r>
          </a:p>
          <a:p>
            <a:pPr lvl="1"/>
            <a:r>
              <a:rPr lang="en-US"/>
              <a:t>Second level</a:t>
            </a:r>
          </a:p>
          <a:p>
            <a:pPr lvl="2"/>
            <a:r>
              <a:rPr lang="en-US"/>
              <a:t>Third level</a:t>
            </a:r>
          </a:p>
        </p:txBody>
      </p:sp>
      <p:pic>
        <p:nvPicPr>
          <p:cNvPr id="9" name="Picture 8" descr="CompTIA_logo.wmf">
            <a:extLst>
              <a:ext uri="{FF2B5EF4-FFF2-40B4-BE49-F238E27FC236}">
                <a16:creationId xmlns:a16="http://schemas.microsoft.com/office/drawing/2014/main" id="{18730890-2F38-5A47-B746-C8A5D1CBF98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sp>
        <p:nvSpPr>
          <p:cNvPr id="6" name="Footer Placeholder 5">
            <a:extLst>
              <a:ext uri="{FF2B5EF4-FFF2-40B4-BE49-F238E27FC236}">
                <a16:creationId xmlns:a16="http://schemas.microsoft.com/office/drawing/2014/main" id="{0F281E03-D481-4EFC-AB63-419550B2516E}"/>
              </a:ext>
            </a:extLst>
          </p:cNvPr>
          <p:cNvSpPr>
            <a:spLocks noGrp="1"/>
          </p:cNvSpPr>
          <p:nvPr>
            <p:ph type="ftr" sz="quarter" idx="10"/>
          </p:nvPr>
        </p:nvSpPr>
        <p:spPr/>
        <p:txBody>
          <a:bodyPr/>
          <a:lstStyle/>
          <a:p>
            <a:r>
              <a:rPr lang="en-GB"/>
              <a:t>CompTIA Security+ Lesson 1 | Copyright © 2020 CompTIA Properties, LLC. All Rights Reserved.  |  CompTIA.org</a:t>
            </a:r>
            <a:endParaRPr lang="en-US" dirty="0"/>
          </a:p>
        </p:txBody>
      </p:sp>
      <p:sp>
        <p:nvSpPr>
          <p:cNvPr id="8" name="Slide Number Placeholder 7">
            <a:extLst>
              <a:ext uri="{FF2B5EF4-FFF2-40B4-BE49-F238E27FC236}">
                <a16:creationId xmlns:a16="http://schemas.microsoft.com/office/drawing/2014/main" id="{86BCD7DA-0358-43E2-ACD7-68E89E669AD4}"/>
              </a:ext>
            </a:extLst>
          </p:cNvPr>
          <p:cNvSpPr>
            <a:spLocks noGrp="1"/>
          </p:cNvSpPr>
          <p:nvPr>
            <p:ph type="sldNum" sz="quarter" idx="11"/>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79063813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AB2FF-8EF4-471F-ABF8-8B1648F9B9F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BB9885D-2F6F-4367-921C-CED135B0CA7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A275A935-283B-4ED9-AE94-5C986B608D5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7163C18-2159-4A68-9E31-19797E14E15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25FF84D-2F59-4DCF-A089-CE416DF4CCEC}"/>
              </a:ext>
            </a:extLst>
          </p:cNvPr>
          <p:cNvSpPr>
            <a:spLocks noGrp="1"/>
          </p:cNvSpPr>
          <p:nvPr>
            <p:ph type="sldNum" sz="quarter" idx="12"/>
          </p:nvPr>
        </p:nvSpPr>
        <p:spPr/>
        <p:txBody>
          <a:bodyPr/>
          <a:lstStyle/>
          <a:p>
            <a:pPr>
              <a:defRPr/>
            </a:pPr>
            <a:fld id="{1C834A60-D54E-4273-BAF1-E5A0D38DD911}" type="slidenum">
              <a:rPr lang="en-US" smtClean="0"/>
              <a:pPr>
                <a:defRPr/>
              </a:pPr>
              <a:t>‹#›</a:t>
            </a:fld>
            <a:endParaRPr lang="en-US"/>
          </a:p>
        </p:txBody>
      </p:sp>
    </p:spTree>
    <p:extLst>
      <p:ext uri="{BB962C8B-B14F-4D97-AF65-F5344CB8AC3E}">
        <p14:creationId xmlns:p14="http://schemas.microsoft.com/office/powerpoint/2010/main" val="345350811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D2F00-C9A1-46ED-8DDF-4CE7E0325E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547B2E-08F2-4738-9BE0-660ECA89A63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CB76AD-BD4E-495B-910F-A49CA42199E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1D2C72D7-E8A5-4673-A390-EE7C10B690A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2C89F8D-2C30-4306-A81A-9B1327E5C14C}"/>
              </a:ext>
            </a:extLst>
          </p:cNvPr>
          <p:cNvSpPr>
            <a:spLocks noGrp="1"/>
          </p:cNvSpPr>
          <p:nvPr>
            <p:ph type="sldNum" sz="quarter" idx="12"/>
          </p:nvPr>
        </p:nvSpPr>
        <p:spPr/>
        <p:txBody>
          <a:bodyPr/>
          <a:lstStyle/>
          <a:p>
            <a:pPr>
              <a:defRPr/>
            </a:pPr>
            <a:fld id="{933EBF01-D49B-4B90-BA7A-0A7FB1CE9D0B}" type="slidenum">
              <a:rPr lang="en-US" smtClean="0"/>
              <a:pPr>
                <a:defRPr/>
              </a:pPr>
              <a:t>‹#›</a:t>
            </a:fld>
            <a:endParaRPr lang="en-US"/>
          </a:p>
        </p:txBody>
      </p:sp>
    </p:spTree>
    <p:extLst>
      <p:ext uri="{BB962C8B-B14F-4D97-AF65-F5344CB8AC3E}">
        <p14:creationId xmlns:p14="http://schemas.microsoft.com/office/powerpoint/2010/main" val="325300919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57114-E1B1-4CF3-B65D-BFB37202D57C}"/>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383BF54-C778-429F-828A-0F29DB3DDC4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2E5730A-9026-4A66-B46A-0C4D1F0D3411}"/>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5CF6E2EF-6C76-4933-BBB2-07E365189F6B}"/>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4EFFBE5-B669-4CE9-AD69-C99BE4A18F8F}"/>
              </a:ext>
            </a:extLst>
          </p:cNvPr>
          <p:cNvSpPr>
            <a:spLocks noGrp="1"/>
          </p:cNvSpPr>
          <p:nvPr>
            <p:ph type="sldNum" sz="quarter" idx="12"/>
          </p:nvPr>
        </p:nvSpPr>
        <p:spPr/>
        <p:txBody>
          <a:bodyPr/>
          <a:lstStyle/>
          <a:p>
            <a:pPr>
              <a:defRPr/>
            </a:pPr>
            <a:fld id="{539B12EF-5851-4A7F-9231-897D6C0E982B}" type="slidenum">
              <a:rPr lang="en-US" smtClean="0"/>
              <a:pPr>
                <a:defRPr/>
              </a:pPr>
              <a:t>‹#›</a:t>
            </a:fld>
            <a:endParaRPr lang="en-US"/>
          </a:p>
        </p:txBody>
      </p:sp>
    </p:spTree>
    <p:extLst>
      <p:ext uri="{BB962C8B-B14F-4D97-AF65-F5344CB8AC3E}">
        <p14:creationId xmlns:p14="http://schemas.microsoft.com/office/powerpoint/2010/main" val="267483968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BDB50-EE39-469F-ADE3-C97F97084C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0AEEEA-DFD0-4D05-B2E8-5C241738DEE3}"/>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7E2B6F-D44A-45CB-B5B1-BD3D47159A91}"/>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0341F5B-996C-4972-98D4-151AAFA46A90}"/>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3564CF29-49B2-4DA2-8F33-D14EAB66BAD1}"/>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78D78B89-67AD-46A7-8E88-4C0D17C5F4C8}"/>
              </a:ext>
            </a:extLst>
          </p:cNvPr>
          <p:cNvSpPr>
            <a:spLocks noGrp="1"/>
          </p:cNvSpPr>
          <p:nvPr>
            <p:ph type="sldNum" sz="quarter" idx="12"/>
          </p:nvPr>
        </p:nvSpPr>
        <p:spPr/>
        <p:txBody>
          <a:bodyPr/>
          <a:lstStyle/>
          <a:p>
            <a:pPr>
              <a:defRPr/>
            </a:pPr>
            <a:fld id="{66B2149A-2AAC-4D12-973C-0A0C11186E89}" type="slidenum">
              <a:rPr lang="en-US" smtClean="0"/>
              <a:pPr>
                <a:defRPr/>
              </a:pPr>
              <a:t>‹#›</a:t>
            </a:fld>
            <a:endParaRPr lang="en-US"/>
          </a:p>
        </p:txBody>
      </p:sp>
    </p:spTree>
    <p:extLst>
      <p:ext uri="{BB962C8B-B14F-4D97-AF65-F5344CB8AC3E}">
        <p14:creationId xmlns:p14="http://schemas.microsoft.com/office/powerpoint/2010/main" val="88690384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95BBC-FBA6-4E29-A068-4F97007CF262}"/>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E4E49A-5796-43CF-AB2E-D8D02279E65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2427BC7A-5B97-4623-9ABF-511F96A552F9}"/>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6244E5-8D7F-421B-A97B-FA8491BEFCC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803D90E8-F06F-4F56-8987-4052A30B60DF}"/>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FBA613-3F87-41A3-81B0-9A0AF9D5CEE5}"/>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959AE538-F361-46FA-8EF3-8E4E672269E3}"/>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12A970F5-4F10-425B-BF88-ADB20F49810F}"/>
              </a:ext>
            </a:extLst>
          </p:cNvPr>
          <p:cNvSpPr>
            <a:spLocks noGrp="1"/>
          </p:cNvSpPr>
          <p:nvPr>
            <p:ph type="sldNum" sz="quarter" idx="12"/>
          </p:nvPr>
        </p:nvSpPr>
        <p:spPr/>
        <p:txBody>
          <a:bodyPr/>
          <a:lstStyle/>
          <a:p>
            <a:pPr>
              <a:defRPr/>
            </a:pPr>
            <a:fld id="{13DC34F8-707D-44C6-B2F3-7812D507BB72}" type="slidenum">
              <a:rPr lang="en-US" smtClean="0"/>
              <a:pPr>
                <a:defRPr/>
              </a:pPr>
              <a:t>‹#›</a:t>
            </a:fld>
            <a:endParaRPr lang="en-US"/>
          </a:p>
        </p:txBody>
      </p:sp>
    </p:spTree>
    <p:extLst>
      <p:ext uri="{BB962C8B-B14F-4D97-AF65-F5344CB8AC3E}">
        <p14:creationId xmlns:p14="http://schemas.microsoft.com/office/powerpoint/2010/main" val="377769198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77F69-BF3D-4245-8193-1095147C2D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A45B11-428C-43DF-A5AE-55B20444C7EE}"/>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93C26B4A-0870-4102-B4D7-63246F5C9F46}"/>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11069FAC-3024-4C7D-97A2-339EA80D301A}"/>
              </a:ext>
            </a:extLst>
          </p:cNvPr>
          <p:cNvSpPr>
            <a:spLocks noGrp="1"/>
          </p:cNvSpPr>
          <p:nvPr>
            <p:ph type="sldNum" sz="quarter" idx="12"/>
          </p:nvPr>
        </p:nvSpPr>
        <p:spPr/>
        <p:txBody>
          <a:bodyPr/>
          <a:lstStyle/>
          <a:p>
            <a:pPr>
              <a:defRPr/>
            </a:pPr>
            <a:fld id="{58686A13-0C81-4F6E-9F8C-6A03E5CCC060}" type="slidenum">
              <a:rPr lang="en-US" smtClean="0"/>
              <a:pPr>
                <a:defRPr/>
              </a:pPr>
              <a:t>‹#›</a:t>
            </a:fld>
            <a:endParaRPr lang="en-US"/>
          </a:p>
        </p:txBody>
      </p:sp>
    </p:spTree>
    <p:extLst>
      <p:ext uri="{BB962C8B-B14F-4D97-AF65-F5344CB8AC3E}">
        <p14:creationId xmlns:p14="http://schemas.microsoft.com/office/powerpoint/2010/main" val="389895096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BAF4A6-2F8F-4F31-A8D3-F5C4DA82C5F6}"/>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BDD81FC8-4C8F-4872-86D5-A352003FA437}"/>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4BD23828-24AB-4380-829B-7FE91F662365}"/>
              </a:ext>
            </a:extLst>
          </p:cNvPr>
          <p:cNvSpPr>
            <a:spLocks noGrp="1"/>
          </p:cNvSpPr>
          <p:nvPr>
            <p:ph type="sldNum" sz="quarter" idx="12"/>
          </p:nvPr>
        </p:nvSpPr>
        <p:spPr/>
        <p:txBody>
          <a:bodyPr/>
          <a:lstStyle/>
          <a:p>
            <a:pPr>
              <a:defRPr/>
            </a:pPr>
            <a:fld id="{CA51BA32-B0D7-4B51-8971-0A520552CB3B}" type="slidenum">
              <a:rPr lang="en-US" smtClean="0"/>
              <a:pPr>
                <a:defRPr/>
              </a:pPr>
              <a:t>‹#›</a:t>
            </a:fld>
            <a:endParaRPr lang="en-US"/>
          </a:p>
        </p:txBody>
      </p:sp>
    </p:spTree>
    <p:extLst>
      <p:ext uri="{BB962C8B-B14F-4D97-AF65-F5344CB8AC3E}">
        <p14:creationId xmlns:p14="http://schemas.microsoft.com/office/powerpoint/2010/main" val="15137832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4C6DD-E0D9-4B04-A91D-8519A4525F0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AAFA0DC4-221B-4541-B9E5-26A89AAD45D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02B344-BF79-4396-908C-9AADEB61C19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6AEF77E1-6694-4286-B92E-76FE6204D81E}"/>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450A850-6BEA-4EEF-98A4-05970D1AA23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8FA426D5-6EC4-447A-A028-193C4B8FFAF9}"/>
              </a:ext>
            </a:extLst>
          </p:cNvPr>
          <p:cNvSpPr>
            <a:spLocks noGrp="1"/>
          </p:cNvSpPr>
          <p:nvPr>
            <p:ph type="sldNum" sz="quarter" idx="12"/>
          </p:nvPr>
        </p:nvSpPr>
        <p:spPr/>
        <p:txBody>
          <a:bodyPr/>
          <a:lstStyle/>
          <a:p>
            <a:pPr>
              <a:defRPr/>
            </a:pPr>
            <a:fld id="{19526CB6-DE20-49C5-B3A0-E5C82C52CE77}" type="slidenum">
              <a:rPr lang="en-US" smtClean="0"/>
              <a:pPr>
                <a:defRPr/>
              </a:pPr>
              <a:t>‹#›</a:t>
            </a:fld>
            <a:endParaRPr lang="en-US"/>
          </a:p>
        </p:txBody>
      </p:sp>
    </p:spTree>
    <p:extLst>
      <p:ext uri="{BB962C8B-B14F-4D97-AF65-F5344CB8AC3E}">
        <p14:creationId xmlns:p14="http://schemas.microsoft.com/office/powerpoint/2010/main" val="277147419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C5D64-A656-44BC-AF99-152D10A4666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186822E-1617-465A-AEA2-C6DFD1B2A17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7183241-A31F-46C9-8676-A4D4E66C097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9498173B-3DEE-4AF7-ABBA-8964FA118501}"/>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1CB2ADF8-619B-4D7D-99AF-9432266274B2}"/>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6B7599A0-CC88-4BF7-9C73-BC86DDE7A56D}"/>
              </a:ext>
            </a:extLst>
          </p:cNvPr>
          <p:cNvSpPr>
            <a:spLocks noGrp="1"/>
          </p:cNvSpPr>
          <p:nvPr>
            <p:ph type="sldNum" sz="quarter" idx="12"/>
          </p:nvPr>
        </p:nvSpPr>
        <p:spPr/>
        <p:txBody>
          <a:bodyPr/>
          <a:lstStyle/>
          <a:p>
            <a:pPr>
              <a:defRPr/>
            </a:pPr>
            <a:fld id="{62ED4694-BB5D-430E-A796-1DE15BBD68DD}" type="slidenum">
              <a:rPr lang="en-US" smtClean="0"/>
              <a:pPr>
                <a:defRPr/>
              </a:pPr>
              <a:t>‹#›</a:t>
            </a:fld>
            <a:endParaRPr lang="en-US"/>
          </a:p>
        </p:txBody>
      </p:sp>
    </p:spTree>
    <p:extLst>
      <p:ext uri="{BB962C8B-B14F-4D97-AF65-F5344CB8AC3E}">
        <p14:creationId xmlns:p14="http://schemas.microsoft.com/office/powerpoint/2010/main" val="367267397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962DF-58E4-4818-A73E-FF503D6960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B5DE02-F2D6-4808-8BE4-57FFBEEA866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6CE2F8-05E5-4025-9713-6A0099DA25A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CFA239F1-6ECD-4579-9053-EFC20EB2C51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4C8EDEA-4DBE-4219-8868-798665DB5253}"/>
              </a:ext>
            </a:extLst>
          </p:cNvPr>
          <p:cNvSpPr>
            <a:spLocks noGrp="1"/>
          </p:cNvSpPr>
          <p:nvPr>
            <p:ph type="sldNum" sz="quarter" idx="12"/>
          </p:nvPr>
        </p:nvSpPr>
        <p:spPr/>
        <p:txBody>
          <a:bodyPr/>
          <a:lstStyle/>
          <a:p>
            <a:pPr>
              <a:defRPr/>
            </a:pPr>
            <a:fld id="{9D6671DE-DA2A-4FB8-9C7E-269CF0547DDD}" type="slidenum">
              <a:rPr lang="en-US" smtClean="0"/>
              <a:pPr>
                <a:defRPr/>
              </a:pPr>
              <a:t>‹#›</a:t>
            </a:fld>
            <a:endParaRPr lang="en-US"/>
          </a:p>
        </p:txBody>
      </p:sp>
    </p:spTree>
    <p:extLst>
      <p:ext uri="{BB962C8B-B14F-4D97-AF65-F5344CB8AC3E}">
        <p14:creationId xmlns:p14="http://schemas.microsoft.com/office/powerpoint/2010/main" val="246115580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D23013-11D2-4E47-BC2D-A557A65482DB}"/>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8DFCB8-386C-47A3-870B-BBCD819A004F}"/>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6D0660-22B1-47EE-854F-B9CF2FAB712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0F55DDC7-08ED-4C46-8A51-E16A5D668F9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6688EF63-BEBB-425E-9D37-44D632E657F8}"/>
              </a:ext>
            </a:extLst>
          </p:cNvPr>
          <p:cNvSpPr>
            <a:spLocks noGrp="1"/>
          </p:cNvSpPr>
          <p:nvPr>
            <p:ph type="sldNum" sz="quarter" idx="12"/>
          </p:nvPr>
        </p:nvSpPr>
        <p:spPr/>
        <p:txBody>
          <a:bodyPr/>
          <a:lstStyle/>
          <a:p>
            <a:pPr>
              <a:defRPr/>
            </a:pPr>
            <a:fld id="{E2912F7C-C1AE-4D66-B9EE-6A3E35A83095}" type="slidenum">
              <a:rPr lang="en-US" smtClean="0"/>
              <a:pPr>
                <a:defRPr/>
              </a:pPr>
              <a:t>‹#›</a:t>
            </a:fld>
            <a:endParaRPr lang="en-US"/>
          </a:p>
        </p:txBody>
      </p:sp>
    </p:spTree>
    <p:extLst>
      <p:ext uri="{BB962C8B-B14F-4D97-AF65-F5344CB8AC3E}">
        <p14:creationId xmlns:p14="http://schemas.microsoft.com/office/powerpoint/2010/main" val="118735722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457200" y="6476999"/>
            <a:ext cx="2133600" cy="274320"/>
          </a:xfrm>
          <a:prstGeom prst="rect">
            <a:avLst/>
          </a:prstGeom>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8204396" y="6476999"/>
            <a:ext cx="733864" cy="274320"/>
          </a:xfrm>
          <a:prstGeom prst="rect">
            <a:avLst/>
          </a:prstGeom>
          <a:ln/>
        </p:spPr>
        <p:txBody>
          <a:bodyPr/>
          <a:lstStyle>
            <a:lvl1pPr>
              <a:defRPr/>
            </a:lvl1pPr>
          </a:lstStyle>
          <a:p>
            <a:pPr>
              <a:defRPr/>
            </a:pPr>
            <a:fld id="{9E17817A-618B-4DE9-91EB-C474AE8EAFBB}" type="slidenum">
              <a:rPr lang="en-US"/>
              <a:pPr>
                <a:defRPr/>
              </a:pPr>
              <a:t>‹#›</a:t>
            </a:fld>
            <a:endParaRPr lang="en-US"/>
          </a:p>
        </p:txBody>
      </p:sp>
    </p:spTree>
    <p:extLst>
      <p:ext uri="{BB962C8B-B14F-4D97-AF65-F5344CB8AC3E}">
        <p14:creationId xmlns:p14="http://schemas.microsoft.com/office/powerpoint/2010/main" val="282046592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3773170367"/>
      </p:ext>
    </p:extLst>
  </p:cSld>
  <p:clrMapOvr>
    <a:overrideClrMapping bg1="lt1" tx1="dk1" bg2="lt2" tx2="dk2" accent1="accent1" accent2="accent2" accent3="accent3" accent4="accent4" accent5="accent5" accent6="accent6" hlink="hlink" folHlink="folHlink"/>
  </p:clrMapOvr>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157459234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77292450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8/17/26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395055337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8/17/26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178248293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8/17/26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372717167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8/17/26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344242611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112385974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43531696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149436812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43E96E-F1A9-4EF5-B2C9-961A48B39CF1}" type="slidenum">
              <a:rPr lang="en-US" smtClean="0"/>
              <a:t>‹#›</a:t>
            </a:fld>
            <a:endParaRPr lang="en-US"/>
          </a:p>
        </p:txBody>
      </p:sp>
    </p:spTree>
    <p:extLst>
      <p:ext uri="{BB962C8B-B14F-4D97-AF65-F5344CB8AC3E}">
        <p14:creationId xmlns:p14="http://schemas.microsoft.com/office/powerpoint/2010/main" val="419406263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Course/Lesson Outline">
    <p:spTree>
      <p:nvGrpSpPr>
        <p:cNvPr id="1" name=""/>
        <p:cNvGrpSpPr/>
        <p:nvPr/>
      </p:nvGrpSpPr>
      <p:grpSpPr>
        <a:xfrm>
          <a:off x="0" y="0"/>
          <a:ext cx="0" cy="0"/>
          <a:chOff x="0" y="0"/>
          <a:chExt cx="0" cy="0"/>
        </a:xfrm>
      </p:grpSpPr>
      <p:sp>
        <p:nvSpPr>
          <p:cNvPr id="11" name="Content Placeholder 2"/>
          <p:cNvSpPr>
            <a:spLocks noGrp="1"/>
          </p:cNvSpPr>
          <p:nvPr>
            <p:ph idx="1"/>
          </p:nvPr>
        </p:nvSpPr>
        <p:spPr>
          <a:xfrm>
            <a:off x="341925" y="1302040"/>
            <a:ext cx="8460150" cy="4131352"/>
          </a:xfrm>
          <a:prstGeom prst="rect">
            <a:avLst/>
          </a:prstGeom>
        </p:spPr>
        <p:txBody>
          <a:bodyPr/>
          <a:lstStyle>
            <a:lvl1pPr marL="257175" marR="0" indent="-257175" algn="l" defTabSz="342900" rtl="0" eaLnBrk="1" fontAlgn="auto" latinLnBrk="0" hangingPunct="1">
              <a:lnSpc>
                <a:spcPct val="100000"/>
              </a:lnSpc>
              <a:spcBef>
                <a:spcPct val="20000"/>
              </a:spcBef>
              <a:spcAft>
                <a:spcPts val="0"/>
              </a:spcAft>
              <a:buClr>
                <a:srgbClr val="009DDC"/>
              </a:buClr>
              <a:buSzTx/>
              <a:buFont typeface="Arial"/>
              <a:buChar char="•"/>
              <a:tabLst/>
              <a:defRPr sz="1350" baseline="0"/>
            </a:lvl1pPr>
            <a:lvl2pPr marL="557213" marR="0" indent="-214313" algn="l" defTabSz="342900" rtl="0" eaLnBrk="1" fontAlgn="auto" latinLnBrk="0" hangingPunct="1">
              <a:lnSpc>
                <a:spcPct val="100000"/>
              </a:lnSpc>
              <a:spcBef>
                <a:spcPct val="20000"/>
              </a:spcBef>
              <a:spcAft>
                <a:spcPts val="0"/>
              </a:spcAft>
              <a:buClr>
                <a:srgbClr val="009DDC"/>
              </a:buClr>
              <a:buSzTx/>
              <a:buFont typeface="Arial"/>
              <a:buChar char="•"/>
              <a:tabLst/>
              <a:defRPr sz="1200" baseline="0"/>
            </a:lvl2pPr>
            <a:lvl3pPr marL="857250" marR="0" indent="-171450" algn="l" defTabSz="342900" rtl="0" eaLnBrk="1" fontAlgn="auto" latinLnBrk="0" hangingPunct="1">
              <a:lnSpc>
                <a:spcPct val="100000"/>
              </a:lnSpc>
              <a:spcBef>
                <a:spcPct val="20000"/>
              </a:spcBef>
              <a:spcAft>
                <a:spcPts val="0"/>
              </a:spcAft>
              <a:buClr>
                <a:srgbClr val="009DDC"/>
              </a:buClr>
              <a:buSzTx/>
              <a:buFont typeface="Arial"/>
              <a:buChar char="•"/>
              <a:tabLst/>
              <a:defRPr sz="1050"/>
            </a:lvl3pPr>
          </a:lstStyle>
          <a:p>
            <a:pPr marL="257175" marR="0" lvl="0" indent="-257175" algn="l" defTabSz="342900" rtl="0" eaLnBrk="1" fontAlgn="auto" latinLnBrk="0" hangingPunct="1">
              <a:lnSpc>
                <a:spcPct val="100000"/>
              </a:lnSpc>
              <a:spcBef>
                <a:spcPct val="20000"/>
              </a:spcBef>
              <a:spcAft>
                <a:spcPts val="0"/>
              </a:spcAft>
              <a:buClr>
                <a:srgbClr val="009DDC"/>
              </a:buClr>
              <a:buSzTx/>
              <a:buFont typeface="Arial"/>
              <a:buChar char="•"/>
              <a:tabLst/>
              <a:defRPr/>
            </a:pPr>
            <a:r>
              <a:rPr kumimoji="0" lang="en-US" sz="1350" b="0" i="0" u="none" strike="noStrike" kern="1200" cap="none" spc="0" normalizeH="0" baseline="0" noProof="0" dirty="0">
                <a:ln>
                  <a:noFill/>
                </a:ln>
                <a:solidFill>
                  <a:prstClr val="black"/>
                </a:solidFill>
                <a:effectLst/>
                <a:uLnTx/>
                <a:uFillTx/>
                <a:latin typeface="+mn-lt"/>
                <a:ea typeface="+mn-ea"/>
                <a:cs typeface="+mn-cs"/>
              </a:rPr>
              <a:t>Edit Master text styles</a:t>
            </a:r>
          </a:p>
          <a:p>
            <a:pPr marL="257175" marR="0" lvl="1" indent="-257175" algn="l" defTabSz="342900" rtl="0" eaLnBrk="1" fontAlgn="auto" latinLnBrk="0" hangingPunct="1">
              <a:lnSpc>
                <a:spcPct val="100000"/>
              </a:lnSpc>
              <a:spcBef>
                <a:spcPct val="20000"/>
              </a:spcBef>
              <a:spcAft>
                <a:spcPts val="0"/>
              </a:spcAft>
              <a:buClr>
                <a:srgbClr val="009DDC"/>
              </a:buClr>
              <a:buSzTx/>
              <a:buFont typeface="Arial"/>
              <a:buChar char="•"/>
              <a:tabLst/>
              <a:defRPr/>
            </a:pPr>
            <a:r>
              <a:rPr kumimoji="0" lang="en-US" sz="1350" b="0" i="0" u="none" strike="noStrike" kern="1200" cap="none" spc="0" normalizeH="0" baseline="0" noProof="0" dirty="0">
                <a:ln>
                  <a:noFill/>
                </a:ln>
                <a:solidFill>
                  <a:prstClr val="black"/>
                </a:solidFill>
                <a:effectLst/>
                <a:uLnTx/>
                <a:uFillTx/>
                <a:latin typeface="+mn-lt"/>
                <a:ea typeface="+mn-ea"/>
                <a:cs typeface="+mn-cs"/>
              </a:rPr>
              <a:t>Second level</a:t>
            </a:r>
          </a:p>
          <a:p>
            <a:pPr marL="257175" marR="0" lvl="2" indent="-257175" algn="l" defTabSz="342900" rtl="0" eaLnBrk="1" fontAlgn="auto" latinLnBrk="0" hangingPunct="1">
              <a:lnSpc>
                <a:spcPct val="100000"/>
              </a:lnSpc>
              <a:spcBef>
                <a:spcPct val="20000"/>
              </a:spcBef>
              <a:spcAft>
                <a:spcPts val="0"/>
              </a:spcAft>
              <a:buClr>
                <a:srgbClr val="009DDC"/>
              </a:buClr>
              <a:buSzTx/>
              <a:buFont typeface="Arial"/>
              <a:buChar char="•"/>
              <a:tabLst/>
              <a:defRPr/>
            </a:pPr>
            <a:r>
              <a:rPr kumimoji="0" lang="en-US" sz="135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341926" y="100270"/>
            <a:ext cx="7883768" cy="844611"/>
          </a:xfrm>
          <a:prstGeom prst="rect">
            <a:avLst/>
          </a:prstGeom>
        </p:spPr>
        <p:txBody>
          <a:bodyPr vert="horz" lIns="91440" tIns="45720" rIns="91440" bIns="45720" rtlCol="0" anchor="ctr">
            <a:normAutofit/>
          </a:bodyPr>
          <a:lstStyle/>
          <a:p>
            <a:r>
              <a:rPr lang="en-US" dirty="0"/>
              <a:t>Course/Lesson outline</a:t>
            </a:r>
          </a:p>
        </p:txBody>
      </p:sp>
    </p:spTree>
    <p:extLst>
      <p:ext uri="{BB962C8B-B14F-4D97-AF65-F5344CB8AC3E}">
        <p14:creationId xmlns:p14="http://schemas.microsoft.com/office/powerpoint/2010/main" val="400566438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Corner Fill">
    <p:spTree>
      <p:nvGrpSpPr>
        <p:cNvPr id="1" name=""/>
        <p:cNvGrpSpPr/>
        <p:nvPr/>
      </p:nvGrpSpPr>
      <p:grpSpPr>
        <a:xfrm>
          <a:off x="0" y="0"/>
          <a:ext cx="0" cy="0"/>
          <a:chOff x="0" y="0"/>
          <a:chExt cx="0" cy="0"/>
        </a:xfrm>
      </p:grpSpPr>
      <p:sp>
        <p:nvSpPr>
          <p:cNvPr id="11" name="Title Placeholder 1"/>
          <p:cNvSpPr>
            <a:spLocks noGrp="1"/>
          </p:cNvSpPr>
          <p:nvPr>
            <p:ph type="title" hasCustomPrompt="1"/>
          </p:nvPr>
        </p:nvSpPr>
        <p:spPr>
          <a:xfrm>
            <a:off x="341926" y="100270"/>
            <a:ext cx="7883768" cy="844611"/>
          </a:xfrm>
          <a:prstGeom prst="rect">
            <a:avLst/>
          </a:prstGeom>
        </p:spPr>
        <p:txBody>
          <a:bodyPr vert="horz" lIns="91440" tIns="45720" rIns="91440" bIns="45720" rtlCol="0" anchor="ctr">
            <a:normAutofit/>
          </a:bodyPr>
          <a:lstStyle/>
          <a:p>
            <a:r>
              <a:rPr lang="en-US" dirty="0"/>
              <a:t>Click to add title</a:t>
            </a:r>
          </a:p>
        </p:txBody>
      </p:sp>
      <p:sp>
        <p:nvSpPr>
          <p:cNvPr id="10" name="Content Placeholder 2"/>
          <p:cNvSpPr>
            <a:spLocks noGrp="1"/>
          </p:cNvSpPr>
          <p:nvPr>
            <p:ph idx="1"/>
          </p:nvPr>
        </p:nvSpPr>
        <p:spPr>
          <a:xfrm>
            <a:off x="341925" y="1302042"/>
            <a:ext cx="8460150" cy="4481345"/>
          </a:xfrm>
          <a:prstGeom prst="rect">
            <a:avLst/>
          </a:prstGeom>
        </p:spPr>
        <p:txBody>
          <a:bodyPr>
            <a:normAutofit/>
          </a:bodyPr>
          <a:lstStyle>
            <a:lvl1pPr marL="257175" marR="0" indent="-257175" algn="l" defTabSz="342900" rtl="0" eaLnBrk="1" fontAlgn="auto" latinLnBrk="0" hangingPunct="1">
              <a:lnSpc>
                <a:spcPct val="100000"/>
              </a:lnSpc>
              <a:spcBef>
                <a:spcPct val="20000"/>
              </a:spcBef>
              <a:spcAft>
                <a:spcPts val="0"/>
              </a:spcAft>
              <a:buClr>
                <a:srgbClr val="009DDC"/>
              </a:buClr>
              <a:buSzTx/>
              <a:buFont typeface="Arial"/>
              <a:buChar char="•"/>
              <a:tabLst/>
              <a:defRPr sz="1500" baseline="0"/>
            </a:lvl1pPr>
            <a:lvl2pPr marL="557213" marR="0" indent="-214313" algn="l" defTabSz="342900" rtl="0" eaLnBrk="1" fontAlgn="auto" latinLnBrk="0" hangingPunct="1">
              <a:lnSpc>
                <a:spcPct val="100000"/>
              </a:lnSpc>
              <a:spcBef>
                <a:spcPct val="20000"/>
              </a:spcBef>
              <a:spcAft>
                <a:spcPts val="0"/>
              </a:spcAft>
              <a:buClr>
                <a:srgbClr val="009DDC"/>
              </a:buClr>
              <a:buSzTx/>
              <a:buFont typeface="Arial"/>
              <a:buChar char="•"/>
              <a:tabLst/>
              <a:defRPr sz="1500" baseline="0"/>
            </a:lvl2pPr>
            <a:lvl3pPr marL="857250" marR="0" indent="-171450" algn="l" defTabSz="342900" rtl="0" eaLnBrk="1" fontAlgn="auto" latinLnBrk="0" hangingPunct="1">
              <a:lnSpc>
                <a:spcPct val="100000"/>
              </a:lnSpc>
              <a:spcBef>
                <a:spcPct val="20000"/>
              </a:spcBef>
              <a:spcAft>
                <a:spcPts val="0"/>
              </a:spcAft>
              <a:buClr>
                <a:srgbClr val="009DDC"/>
              </a:buClr>
              <a:buSzTx/>
              <a:buFont typeface="Arial"/>
              <a:buChar char="•"/>
              <a:tabLst/>
              <a:defRPr sz="1500"/>
            </a:lvl3pPr>
          </a:lstStyle>
          <a:p>
            <a:pPr marL="257175" marR="0" lvl="0" indent="-257175" algn="l" defTabSz="342900" rtl="0" eaLnBrk="1" fontAlgn="auto" latinLnBrk="0" hangingPunct="1">
              <a:lnSpc>
                <a:spcPct val="100000"/>
              </a:lnSpc>
              <a:spcBef>
                <a:spcPct val="20000"/>
              </a:spcBef>
              <a:spcAft>
                <a:spcPts val="0"/>
              </a:spcAft>
              <a:buClr>
                <a:srgbClr val="009DDC"/>
              </a:buClr>
              <a:buSzTx/>
              <a:buFont typeface="Arial"/>
              <a:buChar char="•"/>
              <a:tabLst/>
              <a:defRPr/>
            </a:pPr>
            <a:r>
              <a:rPr kumimoji="0" lang="en-US" sz="1350" b="0" i="0" u="none" strike="noStrike" kern="1200" cap="none" spc="0" normalizeH="0" baseline="0" noProof="0" dirty="0">
                <a:ln>
                  <a:noFill/>
                </a:ln>
                <a:solidFill>
                  <a:prstClr val="black"/>
                </a:solidFill>
                <a:effectLst/>
                <a:uLnTx/>
                <a:uFillTx/>
                <a:latin typeface="+mn-lt"/>
                <a:ea typeface="+mn-ea"/>
                <a:cs typeface="+mn-cs"/>
              </a:rPr>
              <a:t>Edit Master text styles</a:t>
            </a:r>
          </a:p>
          <a:p>
            <a:pPr marL="257175" marR="0" lvl="1" indent="-257175" algn="l" defTabSz="342900" rtl="0" eaLnBrk="1" fontAlgn="auto" latinLnBrk="0" hangingPunct="1">
              <a:lnSpc>
                <a:spcPct val="100000"/>
              </a:lnSpc>
              <a:spcBef>
                <a:spcPct val="20000"/>
              </a:spcBef>
              <a:spcAft>
                <a:spcPts val="0"/>
              </a:spcAft>
              <a:buClr>
                <a:srgbClr val="009DDC"/>
              </a:buClr>
              <a:buSzTx/>
              <a:buFont typeface="Arial"/>
              <a:buChar char="•"/>
              <a:tabLst/>
              <a:defRPr/>
            </a:pPr>
            <a:r>
              <a:rPr kumimoji="0" lang="en-US" sz="1350" b="0" i="0" u="none" strike="noStrike" kern="1200" cap="none" spc="0" normalizeH="0" baseline="0" noProof="0" dirty="0">
                <a:ln>
                  <a:noFill/>
                </a:ln>
                <a:solidFill>
                  <a:prstClr val="black"/>
                </a:solidFill>
                <a:effectLst/>
                <a:uLnTx/>
                <a:uFillTx/>
                <a:latin typeface="+mn-lt"/>
                <a:ea typeface="+mn-ea"/>
                <a:cs typeface="+mn-cs"/>
              </a:rPr>
              <a:t>Second level</a:t>
            </a:r>
          </a:p>
          <a:p>
            <a:pPr marL="257175" marR="0" lvl="2" indent="-257175" algn="l" defTabSz="342900" rtl="0" eaLnBrk="1" fontAlgn="auto" latinLnBrk="0" hangingPunct="1">
              <a:lnSpc>
                <a:spcPct val="100000"/>
              </a:lnSpc>
              <a:spcBef>
                <a:spcPct val="20000"/>
              </a:spcBef>
              <a:spcAft>
                <a:spcPts val="0"/>
              </a:spcAft>
              <a:buClr>
                <a:srgbClr val="009DDC"/>
              </a:buClr>
              <a:buSzTx/>
              <a:buFont typeface="Arial"/>
              <a:buChar char="•"/>
              <a:tabLst/>
              <a:defRPr/>
            </a:pPr>
            <a:r>
              <a:rPr kumimoji="0" lang="en-US" sz="1350" b="0" i="0" u="none" strike="noStrike" kern="1200" cap="none" spc="0" normalizeH="0" baseline="0" noProof="0" dirty="0">
                <a:ln>
                  <a:noFill/>
                </a:ln>
                <a:solidFill>
                  <a:prstClr val="black"/>
                </a:solidFill>
                <a:effectLst/>
                <a:uLnTx/>
                <a:uFillTx/>
                <a:latin typeface="+mn-lt"/>
                <a:ea typeface="+mn-ea"/>
                <a:cs typeface="+mn-cs"/>
              </a:rPr>
              <a:t>Third level</a:t>
            </a:r>
          </a:p>
        </p:txBody>
      </p:sp>
    </p:spTree>
    <p:extLst>
      <p:ext uri="{BB962C8B-B14F-4D97-AF65-F5344CB8AC3E}">
        <p14:creationId xmlns:p14="http://schemas.microsoft.com/office/powerpoint/2010/main" val="290445473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Bottom Fill Slide">
    <p:spTree>
      <p:nvGrpSpPr>
        <p:cNvPr id="1" name=""/>
        <p:cNvGrpSpPr/>
        <p:nvPr/>
      </p:nvGrpSpPr>
      <p:grpSpPr>
        <a:xfrm>
          <a:off x="0" y="0"/>
          <a:ext cx="0" cy="0"/>
          <a:chOff x="0" y="0"/>
          <a:chExt cx="0" cy="0"/>
        </a:xfrm>
      </p:grpSpPr>
      <p:sp>
        <p:nvSpPr>
          <p:cNvPr id="10" name="Content Placeholder 2"/>
          <p:cNvSpPr>
            <a:spLocks noGrp="1"/>
          </p:cNvSpPr>
          <p:nvPr>
            <p:ph idx="1"/>
          </p:nvPr>
        </p:nvSpPr>
        <p:spPr>
          <a:xfrm>
            <a:off x="341925" y="1302042"/>
            <a:ext cx="8460150" cy="4481345"/>
          </a:xfrm>
          <a:prstGeom prst="rect">
            <a:avLst/>
          </a:prstGeom>
        </p:spPr>
        <p:txBody>
          <a:bodyPr>
            <a:normAutofit/>
          </a:bodyPr>
          <a:lstStyle>
            <a:lvl1pPr marL="257175" marR="0" indent="-257175" algn="l" defTabSz="3429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557213" marR="0" indent="-214313" algn="l" defTabSz="342900" rtl="0" eaLnBrk="1" fontAlgn="auto" latinLnBrk="0" hangingPunct="1">
              <a:lnSpc>
                <a:spcPct val="100000"/>
              </a:lnSpc>
              <a:spcBef>
                <a:spcPct val="20000"/>
              </a:spcBef>
              <a:spcAft>
                <a:spcPts val="0"/>
              </a:spcAft>
              <a:buClr>
                <a:srgbClr val="009DDC"/>
              </a:buClr>
              <a:buSzTx/>
              <a:buFont typeface="Arial"/>
              <a:buChar char="•"/>
              <a:tabLst/>
              <a:defRPr sz="1800" baseline="0"/>
            </a:lvl2pPr>
            <a:lvl3pPr marL="857250" marR="0" indent="-171450" algn="l" defTabSz="342900" rtl="0" eaLnBrk="1" fontAlgn="auto" latinLnBrk="0" hangingPunct="1">
              <a:lnSpc>
                <a:spcPct val="100000"/>
              </a:lnSpc>
              <a:spcBef>
                <a:spcPct val="20000"/>
              </a:spcBef>
              <a:spcAft>
                <a:spcPts val="0"/>
              </a:spcAft>
              <a:buClr>
                <a:srgbClr val="009DDC"/>
              </a:buClr>
              <a:buSzTx/>
              <a:buFont typeface="Arial"/>
              <a:buChar char="•"/>
              <a:tabLst/>
              <a:defRPr sz="1800"/>
            </a:lvl3pPr>
          </a:lstStyle>
          <a:p>
            <a:pPr marL="257175" marR="0" lvl="0" indent="-257175" algn="l" defTabSz="342900" rtl="0" eaLnBrk="1" fontAlgn="auto" latinLnBrk="0" hangingPunct="1">
              <a:lnSpc>
                <a:spcPct val="100000"/>
              </a:lnSpc>
              <a:spcBef>
                <a:spcPct val="20000"/>
              </a:spcBef>
              <a:spcAft>
                <a:spcPts val="0"/>
              </a:spcAft>
              <a:buClr>
                <a:srgbClr val="009DDC"/>
              </a:buClr>
              <a:buSzTx/>
              <a:buFont typeface="Arial"/>
              <a:buChar char="•"/>
              <a:tabLst/>
              <a:defRPr/>
            </a:pPr>
            <a:r>
              <a:rPr kumimoji="0" lang="en-US" sz="1350" b="0" i="0" u="none" strike="noStrike" kern="1200" cap="none" spc="0" normalizeH="0" baseline="0" noProof="0" dirty="0">
                <a:ln>
                  <a:noFill/>
                </a:ln>
                <a:solidFill>
                  <a:prstClr val="black"/>
                </a:solidFill>
                <a:effectLst/>
                <a:uLnTx/>
                <a:uFillTx/>
                <a:latin typeface="+mn-lt"/>
                <a:ea typeface="+mn-ea"/>
                <a:cs typeface="+mn-cs"/>
              </a:rPr>
              <a:t>Edit Master text styles</a:t>
            </a:r>
          </a:p>
          <a:p>
            <a:pPr marL="257175" marR="0" lvl="1" indent="-257175" algn="l" defTabSz="342900" rtl="0" eaLnBrk="1" fontAlgn="auto" latinLnBrk="0" hangingPunct="1">
              <a:lnSpc>
                <a:spcPct val="100000"/>
              </a:lnSpc>
              <a:spcBef>
                <a:spcPct val="20000"/>
              </a:spcBef>
              <a:spcAft>
                <a:spcPts val="0"/>
              </a:spcAft>
              <a:buClr>
                <a:srgbClr val="009DDC"/>
              </a:buClr>
              <a:buSzTx/>
              <a:buFont typeface="Arial"/>
              <a:buChar char="•"/>
              <a:tabLst/>
              <a:defRPr/>
            </a:pPr>
            <a:r>
              <a:rPr kumimoji="0" lang="en-US" sz="1350" b="0" i="0" u="none" strike="noStrike" kern="1200" cap="none" spc="0" normalizeH="0" baseline="0" noProof="0" dirty="0">
                <a:ln>
                  <a:noFill/>
                </a:ln>
                <a:solidFill>
                  <a:prstClr val="black"/>
                </a:solidFill>
                <a:effectLst/>
                <a:uLnTx/>
                <a:uFillTx/>
                <a:latin typeface="+mn-lt"/>
                <a:ea typeface="+mn-ea"/>
                <a:cs typeface="+mn-cs"/>
              </a:rPr>
              <a:t>Second level</a:t>
            </a:r>
          </a:p>
          <a:p>
            <a:pPr marL="257175" marR="0" lvl="2" indent="-257175" algn="l" defTabSz="342900" rtl="0" eaLnBrk="1" fontAlgn="auto" latinLnBrk="0" hangingPunct="1">
              <a:lnSpc>
                <a:spcPct val="100000"/>
              </a:lnSpc>
              <a:spcBef>
                <a:spcPct val="20000"/>
              </a:spcBef>
              <a:spcAft>
                <a:spcPts val="0"/>
              </a:spcAft>
              <a:buClr>
                <a:srgbClr val="009DDC"/>
              </a:buClr>
              <a:buSzTx/>
              <a:buFont typeface="Arial"/>
              <a:buChar char="•"/>
              <a:tabLst/>
              <a:defRPr/>
            </a:pPr>
            <a:r>
              <a:rPr kumimoji="0" lang="en-US" sz="135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2" name="Title 1">
            <a:extLst>
              <a:ext uri="{FF2B5EF4-FFF2-40B4-BE49-F238E27FC236}">
                <a16:creationId xmlns:a16="http://schemas.microsoft.com/office/drawing/2014/main" id="{1A601283-2C11-4595-B2C2-80FB4D756F8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361664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Title Slide No Image or Icon">
    <p:spTree>
      <p:nvGrpSpPr>
        <p:cNvPr id="1" name=""/>
        <p:cNvGrpSpPr/>
        <p:nvPr/>
      </p:nvGrpSpPr>
      <p:grpSpPr>
        <a:xfrm>
          <a:off x="0" y="0"/>
          <a:ext cx="0" cy="0"/>
          <a:chOff x="0" y="0"/>
          <a:chExt cx="0" cy="0"/>
        </a:xfrm>
      </p:grpSpPr>
      <p:sp>
        <p:nvSpPr>
          <p:cNvPr id="7" name="Round Diagonal Corner Rectangle 6">
            <a:extLst>
              <a:ext uri="{FF2B5EF4-FFF2-40B4-BE49-F238E27FC236}">
                <a16:creationId xmlns:a16="http://schemas.microsoft.com/office/drawing/2014/main" id="{30CCA813-A45D-6146-9976-2BE31C6379AB}"/>
              </a:ext>
            </a:extLst>
          </p:cNvPr>
          <p:cNvSpPr/>
          <p:nvPr userDrawn="1"/>
        </p:nvSpPr>
        <p:spPr>
          <a:xfrm>
            <a:off x="457200" y="685800"/>
            <a:ext cx="8229600" cy="4191000"/>
          </a:xfrm>
          <a:prstGeom prst="round2DiagRect">
            <a:avLst>
              <a:gd name="adj1" fmla="val 0"/>
              <a:gd name="adj2" fmla="val 11792"/>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ound Diagonal Corner Rectangle 5">
            <a:extLst>
              <a:ext uri="{FF2B5EF4-FFF2-40B4-BE49-F238E27FC236}">
                <a16:creationId xmlns:a16="http://schemas.microsoft.com/office/drawing/2014/main" id="{09A665B6-64B8-0448-AB5E-CB8DC2B74C1C}"/>
              </a:ext>
            </a:extLst>
          </p:cNvPr>
          <p:cNvSpPr/>
          <p:nvPr/>
        </p:nvSpPr>
        <p:spPr>
          <a:xfrm>
            <a:off x="457200" y="685800"/>
            <a:ext cx="8229600" cy="4191000"/>
          </a:xfrm>
          <a:prstGeom prst="round2DiagRect">
            <a:avLst>
              <a:gd name="adj1" fmla="val 0"/>
              <a:gd name="adj2" fmla="val 11792"/>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a:ea typeface="+mn-ea"/>
              <a:cs typeface="+mn-cs"/>
            </a:endParaRPr>
          </a:p>
        </p:txBody>
      </p:sp>
      <p:sp>
        <p:nvSpPr>
          <p:cNvPr id="10" name="Title 1">
            <a:extLst>
              <a:ext uri="{FF2B5EF4-FFF2-40B4-BE49-F238E27FC236}">
                <a16:creationId xmlns:a16="http://schemas.microsoft.com/office/drawing/2014/main" id="{8F27D27D-3DD6-3947-AC24-EC6790959295}"/>
              </a:ext>
            </a:extLst>
          </p:cNvPr>
          <p:cNvSpPr>
            <a:spLocks noGrp="1"/>
          </p:cNvSpPr>
          <p:nvPr>
            <p:ph type="ctrTitle"/>
          </p:nvPr>
        </p:nvSpPr>
        <p:spPr>
          <a:xfrm>
            <a:off x="650367" y="2057400"/>
            <a:ext cx="7981244" cy="1100674"/>
          </a:xfrm>
        </p:spPr>
        <p:txBody>
          <a:bodyPr lIns="0" rIns="0" anchor="b">
            <a:noAutofit/>
          </a:bodyPr>
          <a:lstStyle>
            <a:lvl1pPr algn="l">
              <a:defRPr sz="2700" b="1">
                <a:solidFill>
                  <a:srgbClr val="FFFFFF"/>
                </a:solidFill>
                <a:latin typeface="+mj-lt"/>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86485109-D412-DB42-94AA-0DC656F064CC}"/>
              </a:ext>
            </a:extLst>
          </p:cNvPr>
          <p:cNvSpPr>
            <a:spLocks noGrp="1"/>
          </p:cNvSpPr>
          <p:nvPr>
            <p:ph type="subTitle" idx="1"/>
          </p:nvPr>
        </p:nvSpPr>
        <p:spPr>
          <a:xfrm>
            <a:off x="650367" y="3165129"/>
            <a:ext cx="6207634" cy="489656"/>
          </a:xfrm>
        </p:spPr>
        <p:txBody>
          <a:bodyPr lIns="0" rIns="0">
            <a:noAutofit/>
          </a:bodyPr>
          <a:lstStyle>
            <a:lvl1pPr marL="0" indent="0" algn="l">
              <a:buNone/>
              <a:defRPr sz="1500">
                <a:solidFill>
                  <a:srgbClr val="FFFFFF"/>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12" name="Picture 11" descr="CompTIA_logo.wmf">
            <a:extLst>
              <a:ext uri="{FF2B5EF4-FFF2-40B4-BE49-F238E27FC236}">
                <a16:creationId xmlns:a16="http://schemas.microsoft.com/office/drawing/2014/main" id="{915B22A6-28AA-3242-955A-6B4EC92D5E4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697111" y="5943600"/>
            <a:ext cx="1684782" cy="360426"/>
          </a:xfrm>
          <a:prstGeom prst="rect">
            <a:avLst/>
          </a:prstGeom>
        </p:spPr>
      </p:pic>
      <p:pic>
        <p:nvPicPr>
          <p:cNvPr id="8" name="Picture 7" descr="CompTIA_logo.wmf">
            <a:extLst>
              <a:ext uri="{FF2B5EF4-FFF2-40B4-BE49-F238E27FC236}">
                <a16:creationId xmlns:a16="http://schemas.microsoft.com/office/drawing/2014/main" id="{FF8DE52F-7C95-5541-BC7F-2F14FF21E0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697111" y="5943600"/>
            <a:ext cx="1684782" cy="360426"/>
          </a:xfrm>
          <a:prstGeom prst="rect">
            <a:avLst/>
          </a:prstGeom>
        </p:spPr>
      </p:pic>
    </p:spTree>
    <p:extLst>
      <p:ext uri="{BB962C8B-B14F-4D97-AF65-F5344CB8AC3E}">
        <p14:creationId xmlns:p14="http://schemas.microsoft.com/office/powerpoint/2010/main" val="126460780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505234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M1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26720" y="0"/>
            <a:ext cx="11338560" cy="11582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65995564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M1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43840" y="5791200"/>
            <a:ext cx="5547360" cy="9144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70355305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M15">
    <p:bg>
      <p:bgPr>
        <a:solidFill>
          <a:srgbClr val="E7E7E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26720" y="5669280"/>
            <a:ext cx="5364480" cy="9144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91621592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M_ADVISE">
    <p:bg>
      <p:bgPr>
        <a:solidFill>
          <a:srgbClr val="F1F1F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87680" y="2865120"/>
            <a:ext cx="3718560" cy="26822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98809325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M21">
    <p:bg>
      <p:bgPr>
        <a:solidFill>
          <a:srgbClr val="1E9E5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072640" y="426720"/>
            <a:ext cx="9753600" cy="170688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062146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M20">
    <p:bg>
      <p:bgPr>
        <a:solidFill>
          <a:srgbClr val="3B4A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08320" y="4754880"/>
            <a:ext cx="6339840" cy="170688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421508775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M22">
    <p:bg>
      <p:bgPr>
        <a:solidFill>
          <a:srgbClr val="8A8A8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609600"/>
            <a:ext cx="5608320" cy="475488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42331270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M24">
    <p:bg>
      <p:bgPr>
        <a:solidFill>
          <a:srgbClr val="14141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682240" y="3108960"/>
            <a:ext cx="9022080" cy="13411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64422196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M_MNEMONIC">
    <p:bg>
      <p:bgPr>
        <a:solidFill>
          <a:srgbClr val="F1F1F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4084320"/>
            <a:ext cx="4145280" cy="14630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76851213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M27">
    <p:bg>
      <p:bgPr>
        <a:solidFill>
          <a:srgbClr val="34C6C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1402080"/>
            <a:ext cx="10972800" cy="262128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57033901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M37">
    <p:bg>
      <p:bgPr>
        <a:solidFill>
          <a:srgbClr val="34C6C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26720" y="146304"/>
            <a:ext cx="6096000" cy="8534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71726924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M45">
    <p:bg>
      <p:bgPr>
        <a:solidFill>
          <a:srgbClr val="6E6E6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87680" y="731520"/>
            <a:ext cx="7315200" cy="536448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34763466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M_CYCL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26720" y="182880"/>
            <a:ext cx="7315200" cy="97536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98723740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780594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M_TOP">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68224" y="73152"/>
            <a:ext cx="11582400" cy="97536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52308860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M_BAND">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43840" y="0"/>
            <a:ext cx="11704320" cy="585216"/>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87105931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M_UPPER">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87680" y="365760"/>
            <a:ext cx="11216640" cy="12192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43248636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M_TITLE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194560" y="365760"/>
            <a:ext cx="6827520" cy="877824"/>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04171005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M_MID">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19200" y="1645920"/>
            <a:ext cx="9753600" cy="14630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59357840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M_HAND">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097280" y="2072640"/>
            <a:ext cx="9997440" cy="19507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87245147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M_SECTIO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120640" y="3230880"/>
            <a:ext cx="4998720" cy="13411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41630797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M_R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730240" y="2743200"/>
            <a:ext cx="6096000" cy="12192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69981098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M_FAQ">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158240" y="304800"/>
            <a:ext cx="9997440" cy="9144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57762355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M_BOO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53440" y="182880"/>
            <a:ext cx="5181600" cy="67056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831648201"/>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M_IS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41376" y="670560"/>
            <a:ext cx="5608320" cy="67056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406371233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M_FEDRAMP">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853440"/>
            <a:ext cx="4145280" cy="10363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136462696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M_PILLARS">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70560" y="1158240"/>
            <a:ext cx="10850880" cy="7315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59492904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M_BIG">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181600" y="609600"/>
            <a:ext cx="6583680" cy="164592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6428465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M_H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87680" y="670560"/>
            <a:ext cx="11216640" cy="829056"/>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43929823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M_CARD">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04800" y="1280160"/>
            <a:ext cx="9265920" cy="755904"/>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00459663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M_SID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1402080"/>
            <a:ext cx="2621280" cy="280416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24864448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M_BIGCY">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731520"/>
            <a:ext cx="4754880" cy="11582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5135984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M_WHEEL">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08320" y="426720"/>
            <a:ext cx="6278880" cy="60960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552700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3.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4.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image" Target="../media/image1.wmf"/><Relationship Id="rId10" Type="http://schemas.openxmlformats.org/officeDocument/2006/relationships/slideLayout" Target="../slideLayouts/slideLayout66.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6.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6" Type="http://schemas.openxmlformats.org/officeDocument/2006/relationships/theme" Target="../theme/theme7.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17.xml"/><Relationship Id="rId18" Type="http://schemas.openxmlformats.org/officeDocument/2006/relationships/slideLayout" Target="../slideLayouts/slideLayout122.xml"/><Relationship Id="rId26" Type="http://schemas.openxmlformats.org/officeDocument/2006/relationships/slideLayout" Target="../slideLayouts/slideLayout130.xml"/><Relationship Id="rId3" Type="http://schemas.openxmlformats.org/officeDocument/2006/relationships/slideLayout" Target="../slideLayouts/slideLayout107.xml"/><Relationship Id="rId21" Type="http://schemas.openxmlformats.org/officeDocument/2006/relationships/slideLayout" Target="../slideLayouts/slideLayout125.xml"/><Relationship Id="rId34" Type="http://schemas.openxmlformats.org/officeDocument/2006/relationships/slideLayout" Target="../slideLayouts/slideLayout138.xml"/><Relationship Id="rId7" Type="http://schemas.openxmlformats.org/officeDocument/2006/relationships/slideLayout" Target="../slideLayouts/slideLayout111.xml"/><Relationship Id="rId12" Type="http://schemas.openxmlformats.org/officeDocument/2006/relationships/slideLayout" Target="../slideLayouts/slideLayout116.xml"/><Relationship Id="rId17" Type="http://schemas.openxmlformats.org/officeDocument/2006/relationships/slideLayout" Target="../slideLayouts/slideLayout121.xml"/><Relationship Id="rId25" Type="http://schemas.openxmlformats.org/officeDocument/2006/relationships/slideLayout" Target="../slideLayouts/slideLayout129.xml"/><Relationship Id="rId33" Type="http://schemas.openxmlformats.org/officeDocument/2006/relationships/slideLayout" Target="../slideLayouts/slideLayout137.xml"/><Relationship Id="rId2" Type="http://schemas.openxmlformats.org/officeDocument/2006/relationships/slideLayout" Target="../slideLayouts/slideLayout106.xml"/><Relationship Id="rId16" Type="http://schemas.openxmlformats.org/officeDocument/2006/relationships/slideLayout" Target="../slideLayouts/slideLayout120.xml"/><Relationship Id="rId20" Type="http://schemas.openxmlformats.org/officeDocument/2006/relationships/slideLayout" Target="../slideLayouts/slideLayout124.xml"/><Relationship Id="rId29" Type="http://schemas.openxmlformats.org/officeDocument/2006/relationships/slideLayout" Target="../slideLayouts/slideLayout133.xml"/><Relationship Id="rId1" Type="http://schemas.openxmlformats.org/officeDocument/2006/relationships/slideLayout" Target="../slideLayouts/slideLayout105.xml"/><Relationship Id="rId6" Type="http://schemas.openxmlformats.org/officeDocument/2006/relationships/slideLayout" Target="../slideLayouts/slideLayout110.xml"/><Relationship Id="rId11" Type="http://schemas.openxmlformats.org/officeDocument/2006/relationships/slideLayout" Target="../slideLayouts/slideLayout115.xml"/><Relationship Id="rId24" Type="http://schemas.openxmlformats.org/officeDocument/2006/relationships/slideLayout" Target="../slideLayouts/slideLayout128.xml"/><Relationship Id="rId32" Type="http://schemas.openxmlformats.org/officeDocument/2006/relationships/slideLayout" Target="../slideLayouts/slideLayout136.xml"/><Relationship Id="rId5" Type="http://schemas.openxmlformats.org/officeDocument/2006/relationships/slideLayout" Target="../slideLayouts/slideLayout109.xml"/><Relationship Id="rId15" Type="http://schemas.openxmlformats.org/officeDocument/2006/relationships/slideLayout" Target="../slideLayouts/slideLayout119.xml"/><Relationship Id="rId23" Type="http://schemas.openxmlformats.org/officeDocument/2006/relationships/slideLayout" Target="../slideLayouts/slideLayout127.xml"/><Relationship Id="rId28" Type="http://schemas.openxmlformats.org/officeDocument/2006/relationships/slideLayout" Target="../slideLayouts/slideLayout132.xml"/><Relationship Id="rId10" Type="http://schemas.openxmlformats.org/officeDocument/2006/relationships/slideLayout" Target="../slideLayouts/slideLayout114.xml"/><Relationship Id="rId19" Type="http://schemas.openxmlformats.org/officeDocument/2006/relationships/slideLayout" Target="../slideLayouts/slideLayout123.xml"/><Relationship Id="rId31" Type="http://schemas.openxmlformats.org/officeDocument/2006/relationships/slideLayout" Target="../slideLayouts/slideLayout135.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14" Type="http://schemas.openxmlformats.org/officeDocument/2006/relationships/slideLayout" Target="../slideLayouts/slideLayout118.xml"/><Relationship Id="rId22" Type="http://schemas.openxmlformats.org/officeDocument/2006/relationships/slideLayout" Target="../slideLayouts/slideLayout126.xml"/><Relationship Id="rId27" Type="http://schemas.openxmlformats.org/officeDocument/2006/relationships/slideLayout" Target="../slideLayouts/slideLayout131.xml"/><Relationship Id="rId30" Type="http://schemas.openxmlformats.org/officeDocument/2006/relationships/slideLayout" Target="../slideLayouts/slideLayout134.xml"/><Relationship Id="rId35" Type="http://schemas.openxmlformats.org/officeDocument/2006/relationships/theme" Target="../theme/theme8.xml"/><Relationship Id="rId8" Type="http://schemas.openxmlformats.org/officeDocument/2006/relationships/slideLayout" Target="../slideLayouts/slideLayout1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8/17/26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43E96E-F1A9-4EF5-B2C9-961A48B39CF1}" type="slidenum">
              <a:rPr lang="en-US" smtClean="0"/>
              <a:t>‹#›</a:t>
            </a:fld>
            <a:endParaRPr lang="en-US"/>
          </a:p>
        </p:txBody>
      </p:sp>
      <p:sp>
        <p:nvSpPr>
          <p:cNvPr id="8" name="Footer Placeholder 2">
            <a:extLst>
              <a:ext uri="{FF2B5EF4-FFF2-40B4-BE49-F238E27FC236}">
                <a16:creationId xmlns:a16="http://schemas.microsoft.com/office/drawing/2014/main" id="{9C6EACC1-E313-4AE5-A4B8-7F2A8F65B32A}"/>
              </a:ext>
            </a:extLst>
          </p:cNvPr>
          <p:cNvSpPr txBox="1">
            <a:spLocks/>
          </p:cNvSpPr>
          <p:nvPr userDrawn="1"/>
        </p:nvSpPr>
        <p:spPr>
          <a:xfrm>
            <a:off x="77594" y="6455640"/>
            <a:ext cx="4814957"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C4C4C4"/>
              </a:solidFill>
              <a:effectLst/>
              <a:uLnTx/>
              <a:uFillTx/>
              <a:latin typeface="Arial"/>
              <a:ea typeface="+mn-ea"/>
              <a:cs typeface="Arial"/>
            </a:endParaRPr>
          </a:p>
        </p:txBody>
      </p:sp>
    </p:spTree>
    <p:extLst>
      <p:ext uri="{BB962C8B-B14F-4D97-AF65-F5344CB8AC3E}">
        <p14:creationId xmlns:p14="http://schemas.microsoft.com/office/powerpoint/2010/main" val="3339678443"/>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6D704B-E334-4C9C-A9C9-5D03A0C9FD3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820219-4206-4034-BCF6-120A725D7D5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48A20E-DACC-4F05-B6FC-8FDBA99740C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8A87A34-81AB-432B-8DAE-1953F412C126}" type="datetimeFigureOut">
              <a:rPr lang="en-US" smtClean="0"/>
              <a:pPr/>
              <a:t>8/17/26</a:t>
            </a:fld>
            <a:endParaRPr lang="en-US" dirty="0"/>
          </a:p>
        </p:txBody>
      </p:sp>
      <p:sp>
        <p:nvSpPr>
          <p:cNvPr id="5" name="Footer Placeholder 4">
            <a:extLst>
              <a:ext uri="{FF2B5EF4-FFF2-40B4-BE49-F238E27FC236}">
                <a16:creationId xmlns:a16="http://schemas.microsoft.com/office/drawing/2014/main" id="{1EB1527F-7528-4EDD-AF6A-D95307AEB34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A7078CF-5184-41D1-B397-11EFDE653F5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8160BDD-7155-D744-B749-9730458604AD}" type="slidenum">
              <a:rPr lang="en-US" smtClean="0"/>
              <a:pPr/>
              <a:t>‹#›</a:t>
            </a:fld>
            <a:endParaRPr lang="en-US" dirty="0"/>
          </a:p>
        </p:txBody>
      </p:sp>
      <p:sp>
        <p:nvSpPr>
          <p:cNvPr id="7" name="Footer Placeholder 2">
            <a:extLst>
              <a:ext uri="{FF2B5EF4-FFF2-40B4-BE49-F238E27FC236}">
                <a16:creationId xmlns:a16="http://schemas.microsoft.com/office/drawing/2014/main" id="{76AD7220-23D4-47D3-B957-A3A5BB7EE53F}"/>
              </a:ext>
            </a:extLst>
          </p:cNvPr>
          <p:cNvSpPr txBox="1">
            <a:spLocks/>
          </p:cNvSpPr>
          <p:nvPr userDrawn="1"/>
        </p:nvSpPr>
        <p:spPr>
          <a:xfrm>
            <a:off x="77594" y="6455640"/>
            <a:ext cx="4814957"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C4C4C4"/>
              </a:solidFill>
              <a:effectLst/>
              <a:uLnTx/>
              <a:uFillTx/>
              <a:latin typeface="Arial"/>
              <a:ea typeface="+mn-ea"/>
              <a:cs typeface="Arial"/>
            </a:endParaRPr>
          </a:p>
        </p:txBody>
      </p:sp>
    </p:spTree>
    <p:extLst>
      <p:ext uri="{BB962C8B-B14F-4D97-AF65-F5344CB8AC3E}">
        <p14:creationId xmlns:p14="http://schemas.microsoft.com/office/powerpoint/2010/main" val="4071283299"/>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2" r:id="rId13"/>
    <p:sldLayoutId id="2147483853" r:id="rId14"/>
    <p:sldLayoutId id="2147483854" r:id="rId15"/>
    <p:sldLayoutId id="2147483855" r:id="rId16"/>
    <p:sldLayoutId id="2147483856" r:id="rId17"/>
    <p:sldLayoutId id="2147483857" r:id="rId18"/>
    <p:sldLayoutId id="2147483858" r:id="rId19"/>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77BC12-C6F6-451C-9319-44D9BF1802C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3D211C-4C08-4BEB-A862-9C9311A7D36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8A9F61-8077-47C9-8B38-5A3FD4665C7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478DEA6-10F9-487A-895B-346694AB3F03}" type="datetimeFigureOut">
              <a:rPr lang="en-US" smtClean="0"/>
              <a:t>8/17/26</a:t>
            </a:fld>
            <a:endParaRPr lang="en-US"/>
          </a:p>
        </p:txBody>
      </p:sp>
      <p:sp>
        <p:nvSpPr>
          <p:cNvPr id="5" name="Footer Placeholder 4">
            <a:extLst>
              <a:ext uri="{FF2B5EF4-FFF2-40B4-BE49-F238E27FC236}">
                <a16:creationId xmlns:a16="http://schemas.microsoft.com/office/drawing/2014/main" id="{B86F12AB-B872-4FB6-9B46-8CE03A741D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65950F-AC39-4718-80B9-66146ADFBD4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61883DF-B8A9-44F0-87EB-52D6DA822C58}" type="slidenum">
              <a:rPr lang="en-US" smtClean="0"/>
              <a:t>‹#›</a:t>
            </a:fld>
            <a:endParaRPr lang="en-US"/>
          </a:p>
        </p:txBody>
      </p:sp>
    </p:spTree>
    <p:extLst>
      <p:ext uri="{BB962C8B-B14F-4D97-AF65-F5344CB8AC3E}">
        <p14:creationId xmlns:p14="http://schemas.microsoft.com/office/powerpoint/2010/main" val="3574314607"/>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 id="2147483906" r:id="rId10"/>
    <p:sldLayoutId id="21474839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A4C403-EFCB-5E3F-C018-C78FFFCC4D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4E0FE2-58E4-3589-2877-82827F942F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EEE512-B253-7C73-DC44-2FBBFDE5D7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8AFEFF-773A-4C4A-A743-FD44D4FEDA97}" type="datetimeFigureOut">
              <a:rPr lang="en-US" smtClean="0"/>
              <a:t>8/17/26</a:t>
            </a:fld>
            <a:endParaRPr lang="en-US"/>
          </a:p>
        </p:txBody>
      </p:sp>
      <p:sp>
        <p:nvSpPr>
          <p:cNvPr id="5" name="Footer Placeholder 4">
            <a:extLst>
              <a:ext uri="{FF2B5EF4-FFF2-40B4-BE49-F238E27FC236}">
                <a16:creationId xmlns:a16="http://schemas.microsoft.com/office/drawing/2014/main" id="{DFA71279-0464-C92F-E892-4F237CA478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9C7ADE0-7B4E-2031-6888-C9D465A866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B6D728-A119-43BB-A339-0A59F7DE9806}" type="slidenum">
              <a:rPr lang="en-US" smtClean="0"/>
              <a:t>‹#›</a:t>
            </a:fld>
            <a:endParaRPr lang="en-US"/>
          </a:p>
        </p:txBody>
      </p:sp>
    </p:spTree>
    <p:extLst>
      <p:ext uri="{BB962C8B-B14F-4D97-AF65-F5344CB8AC3E}">
        <p14:creationId xmlns:p14="http://schemas.microsoft.com/office/powerpoint/2010/main" val="4206271841"/>
      </p:ext>
    </p:extLst>
  </p:cSld>
  <p:clrMap bg1="lt1" tx1="dk1" bg2="lt2" tx2="dk2" accent1="accent1" accent2="accent2" accent3="accent3" accent4="accent4" accent5="accent5" accent6="accent6" hlink="hlink" folHlink="folHlink"/>
  <p:sldLayoutIdLst>
    <p:sldLayoutId id="2147484002" r:id="rId1"/>
    <p:sldLayoutId id="2147484003" r:id="rId2"/>
    <p:sldLayoutId id="2147484004" r:id="rId3"/>
    <p:sldLayoutId id="2147484005" r:id="rId4"/>
    <p:sldLayoutId id="2147484006" r:id="rId5"/>
    <p:sldLayoutId id="2147484007" r:id="rId6"/>
    <p:sldLayoutId id="2147484008" r:id="rId7"/>
    <p:sldLayoutId id="2147484009" r:id="rId8"/>
    <p:sldLayoutId id="2147484010" r:id="rId9"/>
    <p:sldLayoutId id="2147484011" r:id="rId10"/>
    <p:sldLayoutId id="214748401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04" y="100269"/>
            <a:ext cx="11274089" cy="844611"/>
          </a:xfrm>
          <a:prstGeom prst="rect">
            <a:avLst/>
          </a:prstGeom>
        </p:spPr>
        <p:txBody>
          <a:bodyPr vert="horz" lIns="91440" tIns="45720" rIns="91440" bIns="45720" rtlCol="0" anchor="ctr">
            <a:noAutofit/>
          </a:bodyPr>
          <a:lstStyle/>
          <a:p>
            <a:r>
              <a:rPr lang="en-US" noProof="0"/>
              <a:t>Click to edit Master title style</a:t>
            </a:r>
          </a:p>
        </p:txBody>
      </p:sp>
      <p:sp>
        <p:nvSpPr>
          <p:cNvPr id="3" name="Text Placeholder 2"/>
          <p:cNvSpPr>
            <a:spLocks noGrp="1"/>
          </p:cNvSpPr>
          <p:nvPr>
            <p:ph type="body" idx="1"/>
          </p:nvPr>
        </p:nvSpPr>
        <p:spPr>
          <a:xfrm>
            <a:off x="455899" y="1307131"/>
            <a:ext cx="11280203" cy="4935408"/>
          </a:xfrm>
          <a:prstGeom prst="rect">
            <a:avLst/>
          </a:prstGeom>
        </p:spPr>
        <p:txBody>
          <a:bodyPr vert="horz" lIns="91440" tIns="45720" rIns="91440" bIns="45720" rtlCol="0">
            <a:noAutofit/>
          </a:bodyPr>
          <a:lstStyle/>
          <a:p>
            <a:pPr lvl="0"/>
            <a:r>
              <a:rPr lang="en-US" noProof="0" dirty="0"/>
              <a:t>Click to edit Master text styles</a:t>
            </a:r>
          </a:p>
          <a:p>
            <a:pPr lvl="1"/>
            <a:r>
              <a:rPr lang="en-US" noProof="0" dirty="0"/>
              <a:t>Second level</a:t>
            </a:r>
          </a:p>
          <a:p>
            <a:pPr lvl="2"/>
            <a:r>
              <a:rPr lang="en-US" noProof="0" dirty="0"/>
              <a:t>Third level</a:t>
            </a:r>
          </a:p>
        </p:txBody>
      </p:sp>
      <p:sp>
        <p:nvSpPr>
          <p:cNvPr id="4" name="Footer Placeholder 3">
            <a:extLst>
              <a:ext uri="{FF2B5EF4-FFF2-40B4-BE49-F238E27FC236}">
                <a16:creationId xmlns:a16="http://schemas.microsoft.com/office/drawing/2014/main" id="{A500BC5A-134F-4047-9D0E-0B8E96244319}"/>
              </a:ext>
            </a:extLst>
          </p:cNvPr>
          <p:cNvSpPr>
            <a:spLocks noGrp="1"/>
          </p:cNvSpPr>
          <p:nvPr>
            <p:ph type="ftr" sz="quarter" idx="3"/>
          </p:nvPr>
        </p:nvSpPr>
        <p:spPr>
          <a:xfrm>
            <a:off x="1419367" y="6492831"/>
            <a:ext cx="9554571" cy="366183"/>
          </a:xfrm>
          <a:prstGeom prst="rect">
            <a:avLst/>
          </a:prstGeom>
        </p:spPr>
        <p:txBody>
          <a:bodyPr vert="horz" lIns="91440" tIns="45720" rIns="91440" bIns="45720" rtlCol="0" anchor="ctr"/>
          <a:lstStyle>
            <a:lvl1pPr algn="r">
              <a:defRPr sz="933" i="0" u="none">
                <a:solidFill>
                  <a:schemeClr val="accent4"/>
                </a:solidFill>
              </a:defRPr>
            </a:lvl1pPr>
          </a:lstStyle>
          <a:p>
            <a:r>
              <a:rPr lang="en-GB"/>
              <a:t>CompTIA Security+ Lesson 1 | Copyright © 2020 CompTIA Properties, LLC. All Rights Reserved.  |  CompTIA.org</a:t>
            </a:r>
            <a:endParaRPr lang="en-US" dirty="0"/>
          </a:p>
        </p:txBody>
      </p:sp>
      <p:sp>
        <p:nvSpPr>
          <p:cNvPr id="5" name="Slide Number Placeholder 4">
            <a:extLst>
              <a:ext uri="{FF2B5EF4-FFF2-40B4-BE49-F238E27FC236}">
                <a16:creationId xmlns:a16="http://schemas.microsoft.com/office/drawing/2014/main" id="{3575B0F0-8782-4200-A7ED-327408935744}"/>
              </a:ext>
            </a:extLst>
          </p:cNvPr>
          <p:cNvSpPr>
            <a:spLocks noGrp="1"/>
          </p:cNvSpPr>
          <p:nvPr>
            <p:ph type="sldNum" sz="quarter" idx="4"/>
          </p:nvPr>
        </p:nvSpPr>
        <p:spPr>
          <a:xfrm>
            <a:off x="11091080" y="6492831"/>
            <a:ext cx="638912" cy="366183"/>
          </a:xfrm>
          <a:prstGeom prst="rect">
            <a:avLst/>
          </a:prstGeom>
        </p:spPr>
        <p:txBody>
          <a:bodyPr vert="horz" lIns="91440" tIns="45720" rIns="91440" bIns="45720" rtlCol="0" anchor="ctr"/>
          <a:lstStyle>
            <a:lvl1pPr algn="r">
              <a:defRPr sz="933">
                <a:solidFill>
                  <a:schemeClr val="tx1"/>
                </a:solidFill>
              </a:defRPr>
            </a:lvl1pPr>
          </a:lstStyle>
          <a:p>
            <a:fld id="{B7CF8A19-3A9E-4ABC-B336-2FDDE321C72D}" type="slidenum">
              <a:rPr lang="en-US" smtClean="0"/>
              <a:pPr/>
              <a:t>‹#›</a:t>
            </a:fld>
            <a:endParaRPr lang="en-US"/>
          </a:p>
        </p:txBody>
      </p:sp>
      <p:pic>
        <p:nvPicPr>
          <p:cNvPr id="6" name="Picture 5" descr="CompTIA_logo.wmf">
            <a:extLst>
              <a:ext uri="{FF2B5EF4-FFF2-40B4-BE49-F238E27FC236}">
                <a16:creationId xmlns:a16="http://schemas.microsoft.com/office/drawing/2014/main" id="{66775347-A556-4A8A-A644-9477C35B6035}"/>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pic>
        <p:nvPicPr>
          <p:cNvPr id="7" name="Picture 6" descr="CompTIA_logo.wmf">
            <a:extLst>
              <a:ext uri="{FF2B5EF4-FFF2-40B4-BE49-F238E27FC236}">
                <a16:creationId xmlns:a16="http://schemas.microsoft.com/office/drawing/2014/main" id="{F1616228-AD69-497C-B41C-1E9F61544233}"/>
              </a:ext>
            </a:extLst>
          </p:cNvPr>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457735" y="6587096"/>
            <a:ext cx="816864" cy="174752"/>
          </a:xfrm>
          <a:prstGeom prst="rect">
            <a:avLst/>
          </a:prstGeom>
        </p:spPr>
      </p:pic>
    </p:spTree>
    <p:extLst>
      <p:ext uri="{BB962C8B-B14F-4D97-AF65-F5344CB8AC3E}">
        <p14:creationId xmlns:p14="http://schemas.microsoft.com/office/powerpoint/2010/main" val="4095251657"/>
      </p:ext>
    </p:extLst>
  </p:cSld>
  <p:clrMap bg1="lt1" tx1="dk1" bg2="lt2" tx2="dk2" accent1="accent1" accent2="accent2" accent3="accent3" accent4="accent4" accent5="accent5" accent6="accent6"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 id="2147484046" r:id="rId12"/>
    <p:sldLayoutId id="2147484047" r:id="rId13"/>
    <p:sldLayoutId id="2147484048" r:id="rId14"/>
    <p:sldLayoutId id="2147484049" r:id="rId15"/>
    <p:sldLayoutId id="2147484050" r:id="rId16"/>
    <p:sldLayoutId id="2147484051" r:id="rId17"/>
    <p:sldLayoutId id="2147484052" r:id="rId18"/>
    <p:sldLayoutId id="2147484053" r:id="rId19"/>
    <p:sldLayoutId id="2147484054" r:id="rId20"/>
    <p:sldLayoutId id="2147484055" r:id="rId21"/>
  </p:sldLayoutIdLst>
  <p:hf hdr="0" dt="0"/>
  <p:txStyles>
    <p:titleStyle>
      <a:lvl1pPr algn="l" defTabSz="457189" rtl="0" eaLnBrk="1" latinLnBrk="0" hangingPunct="1">
        <a:spcBef>
          <a:spcPct val="0"/>
        </a:spcBef>
        <a:buNone/>
        <a:defRPr lang="en-US" sz="3200" b="1" kern="1200" dirty="0">
          <a:solidFill>
            <a:schemeClr val="accent5"/>
          </a:solidFill>
          <a:latin typeface="+mn-lt"/>
          <a:ea typeface="+mj-ea"/>
          <a:cs typeface="Open Sans SemiBold" panose="020B0706030804020204" pitchFamily="34" charset="0"/>
        </a:defRPr>
      </a:lvl1pPr>
    </p:titleStyle>
    <p:bodyStyle>
      <a:lvl1pPr marL="342891" indent="-342891" algn="l" defTabSz="457189" rtl="0" eaLnBrk="1" latinLnBrk="0" hangingPunct="1">
        <a:spcBef>
          <a:spcPct val="20000"/>
        </a:spcBef>
        <a:buClr>
          <a:schemeClr val="accent5"/>
        </a:buClr>
        <a:buFont typeface="Arial"/>
        <a:buChar char="•"/>
        <a:defRPr sz="2400" kern="1200">
          <a:solidFill>
            <a:schemeClr val="tx1"/>
          </a:solidFill>
          <a:latin typeface="+mn-lt"/>
          <a:ea typeface="+mn-ea"/>
          <a:cs typeface="+mn-cs"/>
        </a:defRPr>
      </a:lvl1pPr>
      <a:lvl2pPr marL="914377" indent="-457189" algn="l" defTabSz="457189" rtl="0" eaLnBrk="1" latinLnBrk="0" hangingPunct="1">
        <a:spcBef>
          <a:spcPct val="20000"/>
        </a:spcBef>
        <a:buClr>
          <a:srgbClr val="ED1C24"/>
        </a:buClr>
        <a:buFont typeface="Arial" panose="020B0604020202020204" pitchFamily="34" charset="0"/>
        <a:buChar char="•"/>
        <a:defRPr sz="2133" kern="1200">
          <a:solidFill>
            <a:schemeClr val="tx1"/>
          </a:solidFill>
          <a:latin typeface="+mn-lt"/>
          <a:ea typeface="+mn-ea"/>
          <a:cs typeface="+mn-cs"/>
        </a:defRPr>
      </a:lvl2pPr>
      <a:lvl3pPr marL="1142971" indent="-228594" algn="l" defTabSz="457189" rtl="0" eaLnBrk="1" latinLnBrk="0" hangingPunct="1">
        <a:spcBef>
          <a:spcPct val="20000"/>
        </a:spcBef>
        <a:buClr>
          <a:srgbClr val="ED1C24"/>
        </a:buClr>
        <a:buFont typeface="Arial"/>
        <a:buChar char="•"/>
        <a:defRPr sz="1867" kern="1200">
          <a:solidFill>
            <a:schemeClr val="tx1"/>
          </a:solidFill>
          <a:latin typeface="+mn-lt"/>
          <a:ea typeface="+mn-ea"/>
          <a:cs typeface="+mn-cs"/>
        </a:defRPr>
      </a:lvl3pPr>
      <a:lvl4pPr marL="1600160" indent="-228594" algn="l" defTabSz="457189" rtl="0" eaLnBrk="1" latinLnBrk="0" hangingPunct="1">
        <a:spcBef>
          <a:spcPct val="20000"/>
        </a:spcBef>
        <a:buFont typeface="Arial"/>
        <a:buChar char="–"/>
        <a:defRPr sz="2000" kern="1200">
          <a:solidFill>
            <a:schemeClr val="tx1"/>
          </a:solidFill>
          <a:latin typeface="+mn-lt"/>
          <a:ea typeface="+mn-ea"/>
          <a:cs typeface="+mn-cs"/>
        </a:defRPr>
      </a:lvl4pPr>
      <a:lvl5pPr marL="2057349" indent="-228594" algn="l" defTabSz="457189" rtl="0" eaLnBrk="1" latinLnBrk="0" hangingPunct="1">
        <a:spcBef>
          <a:spcPct val="20000"/>
        </a:spcBef>
        <a:buFont typeface="Arial"/>
        <a:buChar char="»"/>
        <a:defRPr sz="2000" kern="1200">
          <a:solidFill>
            <a:schemeClr val="tx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872BDB-356B-45C2-BD0F-1351E770881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C38687-83D4-42D2-8F8A-CEDE68CD8E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F3B43-076D-46B6-B474-DD2E3FBA546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F11D362-2B4F-43F7-89A9-5E2AD83AE47B}" type="datetimeFigureOut">
              <a:rPr lang="en-US" smtClean="0"/>
              <a:t>8/17/26</a:t>
            </a:fld>
            <a:endParaRPr lang="en-US"/>
          </a:p>
        </p:txBody>
      </p:sp>
      <p:sp>
        <p:nvSpPr>
          <p:cNvPr id="5" name="Footer Placeholder 4">
            <a:extLst>
              <a:ext uri="{FF2B5EF4-FFF2-40B4-BE49-F238E27FC236}">
                <a16:creationId xmlns:a16="http://schemas.microsoft.com/office/drawing/2014/main" id="{27D8173A-AA87-40A0-A114-3A1BE951E71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E2C62F24-1D4E-419C-B53F-6228AA467E4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1FDABF2-8568-4284-A42E-6743BE8BA1EC}" type="slidenum">
              <a:rPr lang="en-US" smtClean="0"/>
              <a:pPr/>
              <a:t>‹#›</a:t>
            </a:fld>
            <a:endParaRPr lang="en-US" dirty="0"/>
          </a:p>
        </p:txBody>
      </p:sp>
    </p:spTree>
    <p:extLst>
      <p:ext uri="{BB962C8B-B14F-4D97-AF65-F5344CB8AC3E}">
        <p14:creationId xmlns:p14="http://schemas.microsoft.com/office/powerpoint/2010/main" val="1604971221"/>
      </p:ext>
    </p:extLst>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 id="2147484068"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8A87A34-81AB-432B-8DAE-1953F412C126}" type="datetimeFigureOut">
              <a:rPr lang="en-US" smtClean="0"/>
              <a:pPr/>
              <a:t>8/17/26</a:t>
            </a:fld>
            <a:endParaRPr lang="en-US" dirty="0"/>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E43E96E-F1A9-4EF5-B2C9-961A48B39CF1}" type="slidenum">
              <a:rPr lang="en-US" smtClean="0"/>
              <a:t>‹#›</a:t>
            </a:fld>
            <a:endParaRPr lang="en-US"/>
          </a:p>
        </p:txBody>
      </p:sp>
      <p:sp>
        <p:nvSpPr>
          <p:cNvPr id="8" name="Footer Placeholder 2">
            <a:extLst>
              <a:ext uri="{FF2B5EF4-FFF2-40B4-BE49-F238E27FC236}">
                <a16:creationId xmlns:a16="http://schemas.microsoft.com/office/drawing/2014/main" id="{9C6EACC1-E313-4AE5-A4B8-7F2A8F65B32A}"/>
              </a:ext>
            </a:extLst>
          </p:cNvPr>
          <p:cNvSpPr txBox="1">
            <a:spLocks/>
          </p:cNvSpPr>
          <p:nvPr userDrawn="1"/>
        </p:nvSpPr>
        <p:spPr>
          <a:xfrm>
            <a:off x="77595" y="6455642"/>
            <a:ext cx="4814957" cy="365125"/>
          </a:xfrm>
          <a:prstGeom prst="rect">
            <a:avLst/>
          </a:prstGeom>
        </p:spPr>
        <p:txBody>
          <a:bodyPr vert="horz" lIns="68580" tIns="34290" rIns="68580" bIns="3429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342900" rtl="0" eaLnBrk="0" fontAlgn="auto" latinLnBrk="0" hangingPunct="0">
              <a:lnSpc>
                <a:spcPct val="100000"/>
              </a:lnSpc>
              <a:spcBef>
                <a:spcPts val="0"/>
              </a:spcBef>
              <a:spcAft>
                <a:spcPts val="0"/>
              </a:spcAft>
              <a:buClrTx/>
              <a:buSzTx/>
              <a:buFontTx/>
              <a:buNone/>
              <a:tabLst/>
              <a:defRPr/>
            </a:pPr>
            <a:endParaRPr kumimoji="0" lang="en-US" sz="750" b="0" i="0" u="none" strike="noStrike" kern="1200" cap="none" spc="0" normalizeH="0" baseline="0" noProof="0" dirty="0">
              <a:ln>
                <a:noFill/>
              </a:ln>
              <a:solidFill>
                <a:srgbClr val="C4C4C4"/>
              </a:solidFill>
              <a:effectLst/>
              <a:uLnTx/>
              <a:uFillTx/>
              <a:latin typeface="Arial"/>
              <a:ea typeface="+mn-ea"/>
              <a:cs typeface="Arial"/>
            </a:endParaRPr>
          </a:p>
        </p:txBody>
      </p:sp>
    </p:spTree>
    <p:extLst>
      <p:ext uri="{BB962C8B-B14F-4D97-AF65-F5344CB8AC3E}">
        <p14:creationId xmlns:p14="http://schemas.microsoft.com/office/powerpoint/2010/main" val="1547305863"/>
      </p:ext>
    </p:extLst>
  </p:cSld>
  <p:clrMap bg1="lt1" tx1="dk1" bg2="lt2" tx2="dk2" accent1="accent1" accent2="accent2" accent3="accent3" accent4="accent4" accent5="accent5" accent6="accent6" hlink="hlink" folHlink="folHlink"/>
  <p:sldLayoutIdLst>
    <p:sldLayoutId id="2147484083" r:id="rId1"/>
    <p:sldLayoutId id="2147484084" r:id="rId2"/>
    <p:sldLayoutId id="2147484085" r:id="rId3"/>
    <p:sldLayoutId id="2147484086" r:id="rId4"/>
    <p:sldLayoutId id="2147484087" r:id="rId5"/>
    <p:sldLayoutId id="2147484088" r:id="rId6"/>
    <p:sldLayoutId id="2147484089" r:id="rId7"/>
    <p:sldLayoutId id="2147484090" r:id="rId8"/>
    <p:sldLayoutId id="2147484091" r:id="rId9"/>
    <p:sldLayoutId id="2147484092" r:id="rId10"/>
    <p:sldLayoutId id="2147484093" r:id="rId11"/>
    <p:sldLayoutId id="2147484094" r:id="rId12"/>
    <p:sldLayoutId id="2147484095" r:id="rId13"/>
    <p:sldLayoutId id="2147484096" r:id="rId14"/>
    <p:sldLayoutId id="2147484097"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25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1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9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369199"/>
      </p:ext>
    </p:extLst>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 id="2147484110" r:id="rId12"/>
    <p:sldLayoutId id="2147484111" r:id="rId13"/>
    <p:sldLayoutId id="2147484112" r:id="rId14"/>
    <p:sldLayoutId id="2147484114" r:id="rId15"/>
    <p:sldLayoutId id="2147484115" r:id="rId16"/>
    <p:sldLayoutId id="2147484116" r:id="rId17"/>
    <p:sldLayoutId id="2147484117" r:id="rId18"/>
    <p:sldLayoutId id="2147484118" r:id="rId19"/>
    <p:sldLayoutId id="2147484119" r:id="rId20"/>
    <p:sldLayoutId id="2147484120" r:id="rId21"/>
    <p:sldLayoutId id="2147484121" r:id="rId22"/>
    <p:sldLayoutId id="2147484122" r:id="rId23"/>
    <p:sldLayoutId id="2147484123" r:id="rId24"/>
    <p:sldLayoutId id="2147484124" r:id="rId25"/>
    <p:sldLayoutId id="2147484125" r:id="rId26"/>
    <p:sldLayoutId id="2147484126" r:id="rId27"/>
    <p:sldLayoutId id="2147484127" r:id="rId28"/>
    <p:sldLayoutId id="2147484128" r:id="rId29"/>
    <p:sldLayoutId id="2147484129" r:id="rId30"/>
    <p:sldLayoutId id="2147484130" r:id="rId31"/>
    <p:sldLayoutId id="2147484131" r:id="rId32"/>
    <p:sldLayoutId id="2147484132" r:id="rId33"/>
    <p:sldLayoutId id="2147484133" r:id="rId34"/>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0.xml"/></Relationships>
</file>

<file path=ppt/slides/_rels/slide14.xml.rels><?xml version="1.0" encoding="UTF-8" standalone="yes"?>
<Relationships xmlns="http://schemas.openxmlformats.org/package/2006/relationships"><Relationship Id="rId3" Type="http://schemas.openxmlformats.org/officeDocument/2006/relationships/hyperlink" Target="https://www.nist.gov/cyberframework" TargetMode="External"/><Relationship Id="rId2" Type="http://schemas.openxmlformats.org/officeDocument/2006/relationships/image" Target="../media/image11.png"/><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6.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6.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6.xml"/></Relationships>
</file>

<file path=ppt/slides/_rels/slide9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7.xml"/><Relationship Id="rId1" Type="http://schemas.openxmlformats.org/officeDocument/2006/relationships/slideLayout" Target="../slideLayouts/slideLayout106.xml"/><Relationship Id="rId6" Type="http://schemas.openxmlformats.org/officeDocument/2006/relationships/image" Target="../media/image160.png"/><Relationship Id="rId5" Type="http://schemas.openxmlformats.org/officeDocument/2006/relationships/customXml" Target="../ink/ink2.xml"/><Relationship Id="rId4" Type="http://schemas.openxmlformats.org/officeDocument/2006/relationships/image" Target="../media/image150.png"/></Relationships>
</file>

<file path=ppt/slides/_rels/slide9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68.xml"/><Relationship Id="rId1" Type="http://schemas.openxmlformats.org/officeDocument/2006/relationships/slideLayout" Target="../slideLayouts/slideLayout106.xml"/><Relationship Id="rId4" Type="http://schemas.openxmlformats.org/officeDocument/2006/relationships/image" Target="../media/image280.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6.xml"/></Relationships>
</file>

<file path=ppt/slides/_rels/slide10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0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0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06.xml"/></Relationships>
</file>

<file path=ppt/slides/_rels/slide10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91.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0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0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16" name="Rectangle 134">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7" name="Right Triangle 13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18" name="Rectangle 138">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4" name="Rectangle 2"/>
          <p:cNvSpPr>
            <a:spLocks noGrp="1" noChangeArrowheads="1"/>
          </p:cNvSpPr>
          <p:nvPr>
            <p:ph type="ctrTitle"/>
          </p:nvPr>
        </p:nvSpPr>
        <p:spPr>
          <a:xfrm>
            <a:off x="1285241" y="1008993"/>
            <a:ext cx="9231410" cy="3542045"/>
          </a:xfrm>
        </p:spPr>
        <p:txBody>
          <a:bodyPr anchor="b">
            <a:normAutofit/>
          </a:bodyPr>
          <a:lstStyle/>
          <a:p>
            <a:pPr algn="l" eaLnBrk="1" hangingPunct="1"/>
            <a:br>
              <a:rPr lang="en-US" sz="4600"/>
            </a:br>
            <a:r>
              <a:rPr lang="en-US" sz="4600"/>
              <a:t>Domain 1</a:t>
            </a:r>
            <a:br>
              <a:rPr lang="en-US" sz="4600"/>
            </a:br>
            <a:br>
              <a:rPr lang="en-US" sz="4600"/>
            </a:br>
            <a:r>
              <a:rPr lang="en-US" sz="4600"/>
              <a:t>Information Security and Risk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3B88AF-27BE-4D04-AB68-7BEA7F06FEF4}"/>
              </a:ext>
            </a:extLst>
          </p:cNvPr>
          <p:cNvPicPr>
            <a:picLocks noChangeAspect="1"/>
          </p:cNvPicPr>
          <p:nvPr/>
        </p:nvPicPr>
        <p:blipFill>
          <a:blip r:embed="rId2"/>
          <a:stretch>
            <a:fillRect/>
          </a:stretch>
        </p:blipFill>
        <p:spPr>
          <a:xfrm>
            <a:off x="482600" y="1353630"/>
            <a:ext cx="8178800" cy="4150741"/>
          </a:xfrm>
          <a:prstGeom prst="rect">
            <a:avLst/>
          </a:prstGeom>
        </p:spPr>
      </p:pic>
    </p:spTree>
    <p:extLst>
      <p:ext uri="{BB962C8B-B14F-4D97-AF65-F5344CB8AC3E}">
        <p14:creationId xmlns:p14="http://schemas.microsoft.com/office/powerpoint/2010/main" val="3816176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a:extLst>
              <a:ext uri="{C183D7F6-B498-43B3-948B-1728B52AA6E4}">
                <adec:decorative xmlns:adec="http://schemas.microsoft.com/office/drawing/2017/decorative" val="1"/>
              </a:ext>
            </a:extLst>
          </p:cNvPr>
          <p:cNvSpPr/>
          <p:nvPr/>
        </p:nvSpPr>
        <p:spPr>
          <a:xfrm>
            <a:off x="0" y="0"/>
            <a:ext cx="12192000" cy="585216"/>
          </a:xfrm>
          <a:prstGeom prst="rect">
            <a:avLst/>
          </a:prstGeom>
          <a:solidFill>
            <a:srgbClr val="000000"/>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243840" y="0"/>
            <a:ext cx="11704320" cy="585216"/>
          </a:xfrm>
          <a:prstGeom prst="rect">
            <a:avLst/>
          </a:prstGeom>
          <a:noFill/>
          <a:ln/>
        </p:spPr>
        <p:txBody>
          <a:bodyPr wrap="square" lIns="0" tIns="0" rIns="0" bIns="0" rtlCol="0" anchor="ctr">
            <a:normAutofit/>
          </a:bodyPr>
          <a:lstStyle/>
          <a:p>
            <a:pPr algn="ctr" defTabSz="1219170" fontAlgn="auto">
              <a:spcBef>
                <a:spcPts val="0"/>
              </a:spcBef>
              <a:spcAft>
                <a:spcPts val="0"/>
              </a:spcAft>
            </a:pPr>
            <a:r>
              <a:rPr lang="en-US" sz="2267" kern="0" spc="267" dirty="0">
                <a:solidFill>
                  <a:srgbClr val="00E5F5"/>
                </a:solidFill>
                <a:latin typeface="Century Gothic" pitchFamily="34" charset="0"/>
                <a:ea typeface="Century Gothic" pitchFamily="34" charset="-122"/>
                <a:cs typeface="Century Gothic" pitchFamily="34" charset="-120"/>
              </a:rPr>
              <a:t>THE 5 PILLARS OF INFORMATION SECURITY</a:t>
            </a:r>
            <a:endParaRPr lang="en-US" sz="2267" dirty="0">
              <a:solidFill>
                <a:prstClr val="black"/>
              </a:solidFill>
              <a:latin typeface="Calibri" panose="020F0502020204030204"/>
              <a:cs typeface="+mn-cs"/>
            </a:endParaRPr>
          </a:p>
        </p:txBody>
      </p:sp>
      <p:sp>
        <p:nvSpPr>
          <p:cNvPr id="4" name="Text 0"/>
          <p:cNvSpPr>
            <a:spLocks noGrp="1"/>
          </p:cNvSpPr>
          <p:nvPr>
            <p:ph type="title" idx="100" hasCustomPrompt="1"/>
          </p:nvPr>
        </p:nvSpPr>
        <p:spPr>
          <a:xfrm>
            <a:off x="670560" y="1158240"/>
            <a:ext cx="10850880" cy="731520"/>
          </a:xfrm>
          <a:prstGeom prst="rect">
            <a:avLst/>
          </a:prstGeom>
          <a:noFill/>
          <a:ln/>
        </p:spPr>
        <p:txBody>
          <a:bodyPr wrap="square" lIns="0" tIns="0" rIns="0" bIns="0" rtlCol="0" anchor="ctr">
            <a:normAutofit/>
          </a:bodyPr>
          <a:lstStyle/>
          <a:p>
            <a:pPr algn="l"/>
            <a:r>
              <a:rPr lang="en-US" sz="4267" b="1" dirty="0">
                <a:ln w="15875">
                  <a:solidFill>
                    <a:srgbClr val="111111"/>
                  </a:solidFill>
                </a:ln>
                <a:solidFill>
                  <a:srgbClr val="00E5F5"/>
                </a:solidFill>
                <a:latin typeface="Century Gothic" pitchFamily="34" charset="0"/>
                <a:ea typeface="Century Gothic" pitchFamily="34" charset="-122"/>
                <a:cs typeface="Century Gothic" pitchFamily="34" charset="-120"/>
              </a:rPr>
              <a:t>The 5 pillars of information security</a:t>
            </a:r>
            <a:endParaRPr lang="en-US" sz="4267" dirty="0"/>
          </a:p>
        </p:txBody>
      </p:sp>
      <p:sp>
        <p:nvSpPr>
          <p:cNvPr id="5" name="Text 3"/>
          <p:cNvSpPr/>
          <p:nvPr/>
        </p:nvSpPr>
        <p:spPr>
          <a:xfrm>
            <a:off x="670560" y="2011680"/>
            <a:ext cx="10850880" cy="1036320"/>
          </a:xfrm>
          <a:prstGeom prst="rect">
            <a:avLst/>
          </a:prstGeom>
          <a:noFill/>
          <a:ln/>
        </p:spPr>
        <p:txBody>
          <a:bodyPr wrap="square" lIns="0" tIns="0" rIns="0" bIns="0" rtlCol="0" anchor="ctr">
            <a:normAutofit/>
          </a:bodyPr>
          <a:lstStyle/>
          <a:p>
            <a:pPr defTabSz="1219170" fontAlgn="auto">
              <a:lnSpc>
                <a:spcPts val="4000"/>
              </a:lnSpc>
              <a:spcBef>
                <a:spcPts val="0"/>
              </a:spcBef>
              <a:spcAft>
                <a:spcPts val="0"/>
              </a:spcAft>
            </a:pPr>
            <a:r>
              <a:rPr lang="en-US" sz="2933" dirty="0">
                <a:solidFill>
                  <a:srgbClr val="111111"/>
                </a:solidFill>
                <a:latin typeface="Century Gothic" pitchFamily="34" charset="0"/>
                <a:ea typeface="Century Gothic" pitchFamily="34" charset="-122"/>
                <a:cs typeface="Century Gothic" pitchFamily="34" charset="-120"/>
              </a:rPr>
              <a:t>They are </a:t>
            </a:r>
            <a:r>
              <a:rPr lang="en-US" sz="2933" b="1" dirty="0">
                <a:solidFill>
                  <a:srgbClr val="F07020"/>
                </a:solidFill>
                <a:latin typeface="Century Gothic" pitchFamily="34" charset="0"/>
                <a:ea typeface="Century Gothic" pitchFamily="34" charset="-122"/>
                <a:cs typeface="Century Gothic" pitchFamily="34" charset="-120"/>
              </a:rPr>
              <a:t>confidentiality</a:t>
            </a:r>
            <a:r>
              <a:rPr lang="en-US" sz="2933" dirty="0">
                <a:solidFill>
                  <a:srgbClr val="111111"/>
                </a:solidFill>
                <a:latin typeface="Century Gothic" pitchFamily="34" charset="0"/>
                <a:ea typeface="Century Gothic" pitchFamily="34" charset="-122"/>
                <a:cs typeface="Century Gothic" pitchFamily="34" charset="-120"/>
              </a:rPr>
              <a:t>, </a:t>
            </a:r>
            <a:r>
              <a:rPr lang="en-US" sz="2933" b="1" dirty="0">
                <a:solidFill>
                  <a:srgbClr val="F07020"/>
                </a:solidFill>
                <a:latin typeface="Century Gothic" pitchFamily="34" charset="0"/>
                <a:ea typeface="Century Gothic" pitchFamily="34" charset="-122"/>
                <a:cs typeface="Century Gothic" pitchFamily="34" charset="-120"/>
              </a:rPr>
              <a:t>integrity</a:t>
            </a:r>
            <a:r>
              <a:rPr lang="en-US" sz="2933" dirty="0">
                <a:solidFill>
                  <a:srgbClr val="111111"/>
                </a:solidFill>
                <a:latin typeface="Century Gothic" pitchFamily="34" charset="0"/>
                <a:ea typeface="Century Gothic" pitchFamily="34" charset="-122"/>
                <a:cs typeface="Century Gothic" pitchFamily="34" charset="-120"/>
              </a:rPr>
              <a:t>, and </a:t>
            </a:r>
            <a:r>
              <a:rPr lang="en-US" sz="2933" b="1" dirty="0">
                <a:solidFill>
                  <a:srgbClr val="F07020"/>
                </a:solidFill>
                <a:latin typeface="Century Gothic" pitchFamily="34" charset="0"/>
                <a:ea typeface="Century Gothic" pitchFamily="34" charset="-122"/>
                <a:cs typeface="Century Gothic" pitchFamily="34" charset="-120"/>
              </a:rPr>
              <a:t>availability</a:t>
            </a:r>
            <a:r>
              <a:rPr lang="en-US" sz="2933" dirty="0">
                <a:solidFill>
                  <a:srgbClr val="111111"/>
                </a:solidFill>
                <a:latin typeface="Century Gothic" pitchFamily="34" charset="0"/>
                <a:ea typeface="Century Gothic" pitchFamily="34" charset="-122"/>
                <a:cs typeface="Century Gothic" pitchFamily="34" charset="-120"/>
              </a:rPr>
              <a:t>, </a:t>
            </a:r>
            <a:r>
              <a:rPr lang="en-US" sz="2933" b="1" dirty="0">
                <a:solidFill>
                  <a:srgbClr val="F07020"/>
                </a:solidFill>
                <a:latin typeface="Century Gothic" pitchFamily="34" charset="0"/>
                <a:ea typeface="Century Gothic" pitchFamily="34" charset="-122"/>
                <a:cs typeface="Century Gothic" pitchFamily="34" charset="-120"/>
              </a:rPr>
              <a:t>authenticity</a:t>
            </a:r>
            <a:r>
              <a:rPr lang="en-US" sz="2933" dirty="0">
                <a:solidFill>
                  <a:srgbClr val="111111"/>
                </a:solidFill>
                <a:latin typeface="Century Gothic" pitchFamily="34" charset="0"/>
                <a:ea typeface="Century Gothic" pitchFamily="34" charset="-122"/>
                <a:cs typeface="Century Gothic" pitchFamily="34" charset="-120"/>
              </a:rPr>
              <a:t>, and </a:t>
            </a:r>
            <a:r>
              <a:rPr lang="en-US" sz="2933" b="1" dirty="0">
                <a:solidFill>
                  <a:srgbClr val="F07020"/>
                </a:solidFill>
                <a:latin typeface="Century Gothic" pitchFamily="34" charset="0"/>
                <a:ea typeface="Century Gothic" pitchFamily="34" charset="-122"/>
                <a:cs typeface="Century Gothic" pitchFamily="34" charset="-120"/>
              </a:rPr>
              <a:t>nonrepudiation</a:t>
            </a:r>
            <a:endParaRPr lang="en-US" sz="2933" dirty="0">
              <a:solidFill>
                <a:prstClr val="black"/>
              </a:solidFill>
              <a:latin typeface="Calibri" panose="020F0502020204030204"/>
              <a:cs typeface="+mn-cs"/>
            </a:endParaRPr>
          </a:p>
        </p:txBody>
      </p:sp>
      <p:sp>
        <p:nvSpPr>
          <p:cNvPr id="7" name="Text 5"/>
          <p:cNvSpPr/>
          <p:nvPr/>
        </p:nvSpPr>
        <p:spPr>
          <a:xfrm>
            <a:off x="2133600" y="3840481"/>
            <a:ext cx="7924800" cy="134112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3200" dirty="0">
                <a:solidFill>
                  <a:srgbClr val="FF0000"/>
                </a:solidFill>
                <a:latin typeface="Segoe Print" pitchFamily="34" charset="0"/>
                <a:ea typeface="Segoe Print" pitchFamily="34" charset="-122"/>
                <a:cs typeface="Segoe Print" pitchFamily="34" charset="-120"/>
              </a:rPr>
              <a:t>Know what "The 5 pillars"</a:t>
            </a:r>
            <a:endParaRPr lang="en-US" sz="3200" dirty="0">
              <a:solidFill>
                <a:prstClr val="black"/>
              </a:solidFill>
              <a:latin typeface="Calibri" panose="020F0502020204030204"/>
              <a:cs typeface="+mn-cs"/>
            </a:endParaRPr>
          </a:p>
          <a:p>
            <a:pPr defTabSz="1219170" fontAlgn="auto">
              <a:spcBef>
                <a:spcPts val="0"/>
              </a:spcBef>
              <a:spcAft>
                <a:spcPts val="0"/>
              </a:spcAft>
            </a:pPr>
            <a:r>
              <a:rPr lang="en-US" sz="3200" dirty="0">
                <a:solidFill>
                  <a:srgbClr val="FF0000"/>
                </a:solidFill>
                <a:latin typeface="Segoe Print" pitchFamily="34" charset="0"/>
                <a:ea typeface="Segoe Print" pitchFamily="34" charset="-122"/>
                <a:cs typeface="Segoe Print" pitchFamily="34" charset="-120"/>
              </a:rPr>
              <a:t>refers to before exam day</a:t>
            </a:r>
            <a:endParaRPr lang="en-US" sz="3200" dirty="0">
              <a:solidFill>
                <a:prstClr val="black"/>
              </a:solidFill>
              <a:latin typeface="Calibri" panose="020F0502020204030204"/>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SECURITY &amp; RISK MANAGEMENT</a:t>
            </a:r>
            <a:endParaRPr lang="en-US" sz="3200" dirty="0">
              <a:solidFill>
                <a:prstClr val="black"/>
              </a:solidFill>
              <a:latin typeface="Calibri" panose="020F0502020204030204"/>
              <a:cs typeface="+mn-cs"/>
            </a:endParaRPr>
          </a:p>
        </p:txBody>
      </p:sp>
      <p:sp>
        <p:nvSpPr>
          <p:cNvPr id="4" name="Text 2"/>
          <p:cNvSpPr/>
          <p:nvPr/>
        </p:nvSpPr>
        <p:spPr>
          <a:xfrm>
            <a:off x="609600" y="2011680"/>
            <a:ext cx="10972800" cy="1463040"/>
          </a:xfrm>
          <a:prstGeom prst="rect">
            <a:avLst/>
          </a:prstGeom>
          <a:noFill/>
          <a:ln/>
        </p:spPr>
        <p:txBody>
          <a:bodyPr wrap="square" rtlCol="0" anchor="ctr"/>
          <a:lstStyle/>
          <a:p>
            <a:pPr algn="ctr" defTabSz="1219170" fontAlgn="auto">
              <a:spcBef>
                <a:spcPts val="0"/>
              </a:spcBef>
              <a:spcAft>
                <a:spcPts val="0"/>
              </a:spcAft>
            </a:pPr>
            <a:r>
              <a:rPr lang="en-US" sz="6933" b="1" dirty="0">
                <a:solidFill>
                  <a:srgbClr val="1466C7"/>
                </a:solidFill>
                <a:latin typeface="Georgia" pitchFamily="34" charset="0"/>
                <a:ea typeface="Georgia" pitchFamily="34" charset="-122"/>
                <a:cs typeface="Georgia" pitchFamily="34" charset="-120"/>
              </a:rPr>
              <a:t>C</a:t>
            </a:r>
            <a:r>
              <a:rPr lang="en-US" sz="6933" dirty="0">
                <a:solidFill>
                  <a:srgbClr val="1A1A1A"/>
                </a:solidFill>
                <a:latin typeface="Georgia" pitchFamily="34" charset="0"/>
                <a:ea typeface="Georgia" pitchFamily="34" charset="-122"/>
                <a:cs typeface="Georgia" pitchFamily="34" charset="-120"/>
              </a:rPr>
              <a:t>onfidentiality</a:t>
            </a:r>
            <a:endParaRPr lang="en-US" sz="6933" dirty="0">
              <a:solidFill>
                <a:prstClr val="black"/>
              </a:solidFill>
              <a:latin typeface="Calibri" panose="020F0502020204030204"/>
              <a:cs typeface="+mn-cs"/>
            </a:endParaRPr>
          </a:p>
        </p:txBody>
      </p:sp>
      <p:sp>
        <p:nvSpPr>
          <p:cNvPr id="5" name="Text 3"/>
          <p:cNvSpPr/>
          <p:nvPr/>
        </p:nvSpPr>
        <p:spPr>
          <a:xfrm>
            <a:off x="1219200" y="3535680"/>
            <a:ext cx="9753600" cy="1706880"/>
          </a:xfrm>
          <a:prstGeom prst="rect">
            <a:avLst/>
          </a:prstGeom>
          <a:noFill/>
          <a:ln/>
        </p:spPr>
        <p:txBody>
          <a:bodyPr wrap="square" rtlCol="0" anchor="t"/>
          <a:lstStyle/>
          <a:p>
            <a:pPr algn="ctr" defTabSz="1219170" fontAlgn="auto">
              <a:lnSpc>
                <a:spcPct val="112000"/>
              </a:lnSpc>
              <a:spcBef>
                <a:spcPts val="0"/>
              </a:spcBef>
              <a:spcAft>
                <a:spcPts val="0"/>
              </a:spcAft>
            </a:pPr>
            <a:r>
              <a:rPr lang="en-US" sz="3467" dirty="0">
                <a:solidFill>
                  <a:srgbClr val="1A1A1A"/>
                </a:solidFill>
                <a:latin typeface="Century Gothic" pitchFamily="34" charset="0"/>
                <a:ea typeface="Century Gothic" pitchFamily="34" charset="-122"/>
                <a:cs typeface="Century Gothic" pitchFamily="34" charset="-120"/>
              </a:rPr>
              <a:t>Access controls help ensure that only</a:t>
            </a:r>
            <a:endParaRPr lang="en-US" sz="3467" dirty="0">
              <a:solidFill>
                <a:prstClr val="black"/>
              </a:solidFill>
              <a:latin typeface="Calibri" panose="020F0502020204030204"/>
              <a:cs typeface="+mn-cs"/>
            </a:endParaRPr>
          </a:p>
          <a:p>
            <a:pPr algn="ctr" defTabSz="1219170" fontAlgn="auto">
              <a:lnSpc>
                <a:spcPct val="112000"/>
              </a:lnSpc>
              <a:spcBef>
                <a:spcPts val="0"/>
              </a:spcBef>
              <a:spcAft>
                <a:spcPts val="0"/>
              </a:spcAft>
            </a:pPr>
            <a:r>
              <a:rPr lang="en-US" sz="3467" dirty="0">
                <a:solidFill>
                  <a:srgbClr val="1A1A1A"/>
                </a:solidFill>
                <a:latin typeface="Century Gothic" pitchFamily="34" charset="0"/>
                <a:ea typeface="Century Gothic" pitchFamily="34" charset="-122"/>
                <a:cs typeface="Century Gothic" pitchFamily="34" charset="-120"/>
              </a:rPr>
              <a:t>authorized subjects can access objects</a:t>
            </a:r>
            <a:endParaRPr lang="en-US" sz="3467" dirty="0">
              <a:solidFill>
                <a:prstClr val="black"/>
              </a:solidFill>
              <a:latin typeface="Calibri" panose="020F0502020204030204"/>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SECURITY &amp; RISK MANAGEMENT</a:t>
            </a:r>
            <a:endParaRPr lang="en-US" sz="3200" dirty="0">
              <a:solidFill>
                <a:prstClr val="black"/>
              </a:solidFill>
              <a:latin typeface="Calibri" panose="020F0502020204030204"/>
              <a:cs typeface="+mn-cs"/>
            </a:endParaRPr>
          </a:p>
        </p:txBody>
      </p:sp>
      <p:sp>
        <p:nvSpPr>
          <p:cNvPr id="4" name="Text 2"/>
          <p:cNvSpPr/>
          <p:nvPr/>
        </p:nvSpPr>
        <p:spPr>
          <a:xfrm>
            <a:off x="609600" y="2011680"/>
            <a:ext cx="10972800" cy="1463040"/>
          </a:xfrm>
          <a:prstGeom prst="rect">
            <a:avLst/>
          </a:prstGeom>
          <a:noFill/>
          <a:ln/>
        </p:spPr>
        <p:txBody>
          <a:bodyPr wrap="square" rtlCol="0" anchor="ctr"/>
          <a:lstStyle/>
          <a:p>
            <a:pPr algn="ctr" defTabSz="1219170" fontAlgn="auto">
              <a:spcBef>
                <a:spcPts val="0"/>
              </a:spcBef>
              <a:spcAft>
                <a:spcPts val="0"/>
              </a:spcAft>
            </a:pPr>
            <a:r>
              <a:rPr lang="en-US" sz="6933" b="1" dirty="0">
                <a:solidFill>
                  <a:srgbClr val="1466C7"/>
                </a:solidFill>
                <a:latin typeface="Georgia" pitchFamily="34" charset="0"/>
                <a:ea typeface="Georgia" pitchFamily="34" charset="-122"/>
                <a:cs typeface="Georgia" pitchFamily="34" charset="-120"/>
              </a:rPr>
              <a:t>I</a:t>
            </a:r>
            <a:r>
              <a:rPr lang="en-US" sz="6933" dirty="0">
                <a:solidFill>
                  <a:srgbClr val="1A1A1A"/>
                </a:solidFill>
                <a:latin typeface="Georgia" pitchFamily="34" charset="0"/>
                <a:ea typeface="Georgia" pitchFamily="34" charset="-122"/>
                <a:cs typeface="Georgia" pitchFamily="34" charset="-120"/>
              </a:rPr>
              <a:t>ntegrity</a:t>
            </a:r>
            <a:endParaRPr lang="en-US" sz="6933" dirty="0">
              <a:solidFill>
                <a:prstClr val="black"/>
              </a:solidFill>
              <a:latin typeface="Calibri" panose="020F0502020204030204"/>
              <a:cs typeface="+mn-cs"/>
            </a:endParaRPr>
          </a:p>
        </p:txBody>
      </p:sp>
      <p:sp>
        <p:nvSpPr>
          <p:cNvPr id="5" name="Text 3"/>
          <p:cNvSpPr/>
          <p:nvPr/>
        </p:nvSpPr>
        <p:spPr>
          <a:xfrm>
            <a:off x="1219200" y="3535680"/>
            <a:ext cx="9753600" cy="1706880"/>
          </a:xfrm>
          <a:prstGeom prst="rect">
            <a:avLst/>
          </a:prstGeom>
          <a:noFill/>
          <a:ln/>
        </p:spPr>
        <p:txBody>
          <a:bodyPr wrap="square" rtlCol="0" anchor="t"/>
          <a:lstStyle/>
          <a:p>
            <a:pPr algn="ctr" defTabSz="1219170" fontAlgn="auto">
              <a:lnSpc>
                <a:spcPct val="112000"/>
              </a:lnSpc>
              <a:spcBef>
                <a:spcPts val="0"/>
              </a:spcBef>
              <a:spcAft>
                <a:spcPts val="0"/>
              </a:spcAft>
            </a:pPr>
            <a:r>
              <a:rPr lang="en-US" sz="3467" dirty="0">
                <a:solidFill>
                  <a:srgbClr val="1A1A1A"/>
                </a:solidFill>
                <a:latin typeface="Century Gothic" pitchFamily="34" charset="0"/>
                <a:ea typeface="Century Gothic" pitchFamily="34" charset="-122"/>
                <a:cs typeface="Century Gothic" pitchFamily="34" charset="-120"/>
              </a:rPr>
              <a:t>Ensures that data or system configurations</a:t>
            </a:r>
            <a:endParaRPr lang="en-US" sz="3467" dirty="0">
              <a:solidFill>
                <a:prstClr val="black"/>
              </a:solidFill>
              <a:latin typeface="Calibri" panose="020F0502020204030204"/>
              <a:cs typeface="+mn-cs"/>
            </a:endParaRPr>
          </a:p>
          <a:p>
            <a:pPr algn="ctr" defTabSz="1219170" fontAlgn="auto">
              <a:lnSpc>
                <a:spcPct val="112000"/>
              </a:lnSpc>
              <a:spcBef>
                <a:spcPts val="0"/>
              </a:spcBef>
              <a:spcAft>
                <a:spcPts val="0"/>
              </a:spcAft>
            </a:pPr>
            <a:r>
              <a:rPr lang="en-US" sz="3467" dirty="0">
                <a:solidFill>
                  <a:srgbClr val="1A1A1A"/>
                </a:solidFill>
                <a:latin typeface="Century Gothic" pitchFamily="34" charset="0"/>
                <a:ea typeface="Century Gothic" pitchFamily="34" charset="-122"/>
                <a:cs typeface="Century Gothic" pitchFamily="34" charset="-120"/>
              </a:rPr>
              <a:t>are not modified without authorization</a:t>
            </a:r>
            <a:endParaRPr lang="en-US" sz="3467" dirty="0">
              <a:solidFill>
                <a:prstClr val="black"/>
              </a:solidFill>
              <a:latin typeface="Calibri" panose="020F0502020204030204"/>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SECURITY &amp; RISK MANAGEMENT</a:t>
            </a:r>
            <a:endParaRPr lang="en-US" sz="3200" dirty="0">
              <a:solidFill>
                <a:prstClr val="black"/>
              </a:solidFill>
              <a:latin typeface="Calibri" panose="020F0502020204030204"/>
              <a:cs typeface="+mn-cs"/>
            </a:endParaRPr>
          </a:p>
        </p:txBody>
      </p:sp>
      <p:sp>
        <p:nvSpPr>
          <p:cNvPr id="4" name="Text 2"/>
          <p:cNvSpPr/>
          <p:nvPr/>
        </p:nvSpPr>
        <p:spPr>
          <a:xfrm>
            <a:off x="609600" y="2011680"/>
            <a:ext cx="10972800" cy="1463040"/>
          </a:xfrm>
          <a:prstGeom prst="rect">
            <a:avLst/>
          </a:prstGeom>
          <a:noFill/>
          <a:ln/>
        </p:spPr>
        <p:txBody>
          <a:bodyPr wrap="square" rtlCol="0" anchor="ctr"/>
          <a:lstStyle/>
          <a:p>
            <a:pPr algn="ctr" defTabSz="1219170" fontAlgn="auto">
              <a:spcBef>
                <a:spcPts val="0"/>
              </a:spcBef>
              <a:spcAft>
                <a:spcPts val="0"/>
              </a:spcAft>
            </a:pPr>
            <a:r>
              <a:rPr lang="en-US" sz="6933" b="1" dirty="0">
                <a:solidFill>
                  <a:srgbClr val="1466C7"/>
                </a:solidFill>
                <a:latin typeface="Georgia" pitchFamily="34" charset="0"/>
                <a:ea typeface="Georgia" pitchFamily="34" charset="-122"/>
                <a:cs typeface="Georgia" pitchFamily="34" charset="-120"/>
              </a:rPr>
              <a:t>A</a:t>
            </a:r>
            <a:r>
              <a:rPr lang="en-US" sz="6933" dirty="0">
                <a:solidFill>
                  <a:srgbClr val="1A1A1A"/>
                </a:solidFill>
                <a:latin typeface="Georgia" pitchFamily="34" charset="0"/>
                <a:ea typeface="Georgia" pitchFamily="34" charset="-122"/>
                <a:cs typeface="Georgia" pitchFamily="34" charset="-120"/>
              </a:rPr>
              <a:t>vailability</a:t>
            </a:r>
            <a:endParaRPr lang="en-US" sz="6933" dirty="0">
              <a:solidFill>
                <a:prstClr val="black"/>
              </a:solidFill>
              <a:latin typeface="Calibri" panose="020F0502020204030204"/>
              <a:cs typeface="+mn-cs"/>
            </a:endParaRPr>
          </a:p>
        </p:txBody>
      </p:sp>
      <p:sp>
        <p:nvSpPr>
          <p:cNvPr id="5" name="Text 3"/>
          <p:cNvSpPr/>
          <p:nvPr/>
        </p:nvSpPr>
        <p:spPr>
          <a:xfrm>
            <a:off x="1219200" y="3535680"/>
            <a:ext cx="9753600" cy="1706880"/>
          </a:xfrm>
          <a:prstGeom prst="rect">
            <a:avLst/>
          </a:prstGeom>
          <a:noFill/>
          <a:ln/>
        </p:spPr>
        <p:txBody>
          <a:bodyPr wrap="square" rtlCol="0" anchor="t"/>
          <a:lstStyle/>
          <a:p>
            <a:pPr algn="ctr" defTabSz="1219170" fontAlgn="auto">
              <a:lnSpc>
                <a:spcPct val="112000"/>
              </a:lnSpc>
              <a:spcBef>
                <a:spcPts val="0"/>
              </a:spcBef>
              <a:spcAft>
                <a:spcPts val="0"/>
              </a:spcAft>
            </a:pPr>
            <a:r>
              <a:rPr lang="en-US" sz="3467" dirty="0">
                <a:solidFill>
                  <a:srgbClr val="1A1A1A"/>
                </a:solidFill>
                <a:latin typeface="Century Gothic" pitchFamily="34" charset="0"/>
                <a:ea typeface="Century Gothic" pitchFamily="34" charset="-122"/>
                <a:cs typeface="Century Gothic" pitchFamily="34" charset="-120"/>
              </a:rPr>
              <a:t>Authorized requests for objects must</a:t>
            </a:r>
            <a:endParaRPr lang="en-US" sz="3467" dirty="0">
              <a:solidFill>
                <a:prstClr val="black"/>
              </a:solidFill>
              <a:latin typeface="Calibri" panose="020F0502020204030204"/>
              <a:cs typeface="+mn-cs"/>
            </a:endParaRPr>
          </a:p>
          <a:p>
            <a:pPr algn="ctr" defTabSz="1219170" fontAlgn="auto">
              <a:lnSpc>
                <a:spcPct val="112000"/>
              </a:lnSpc>
              <a:spcBef>
                <a:spcPts val="0"/>
              </a:spcBef>
              <a:spcAft>
                <a:spcPts val="0"/>
              </a:spcAft>
            </a:pPr>
            <a:r>
              <a:rPr lang="en-US" sz="3467" dirty="0">
                <a:solidFill>
                  <a:srgbClr val="1A1A1A"/>
                </a:solidFill>
                <a:latin typeface="Century Gothic" pitchFamily="34" charset="0"/>
                <a:ea typeface="Century Gothic" pitchFamily="34" charset="-122"/>
                <a:cs typeface="Century Gothic" pitchFamily="34" charset="-120"/>
              </a:rPr>
              <a:t>be granted to subjects within a</a:t>
            </a:r>
            <a:endParaRPr lang="en-US" sz="3467" dirty="0">
              <a:solidFill>
                <a:prstClr val="black"/>
              </a:solidFill>
              <a:latin typeface="Calibri" panose="020F0502020204030204"/>
              <a:cs typeface="+mn-cs"/>
            </a:endParaRPr>
          </a:p>
          <a:p>
            <a:pPr algn="ctr" defTabSz="1219170" fontAlgn="auto">
              <a:lnSpc>
                <a:spcPct val="112000"/>
              </a:lnSpc>
              <a:spcBef>
                <a:spcPts val="0"/>
              </a:spcBef>
              <a:spcAft>
                <a:spcPts val="0"/>
              </a:spcAft>
            </a:pPr>
            <a:r>
              <a:rPr lang="en-US" sz="3467" dirty="0">
                <a:solidFill>
                  <a:srgbClr val="1A1A1A"/>
                </a:solidFill>
                <a:latin typeface="Century Gothic" pitchFamily="34" charset="0"/>
                <a:ea typeface="Century Gothic" pitchFamily="34" charset="-122"/>
                <a:cs typeface="Century Gothic" pitchFamily="34" charset="-120"/>
              </a:rPr>
              <a:t>reasonable amount of time</a:t>
            </a:r>
            <a:endParaRPr lang="en-US" sz="3467" dirty="0">
              <a:solidFill>
                <a:prstClr val="black"/>
              </a:solidFill>
              <a:latin typeface="Calibri" panose="020F0502020204030204"/>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8" name="Rectangle 8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Security Governance Principles"/>
          <p:cNvSpPr txBox="1">
            <a:spLocks noGrp="1"/>
          </p:cNvSpPr>
          <p:nvPr>
            <p:ph type="title" idx="4294967295"/>
          </p:nvPr>
        </p:nvSpPr>
        <p:spPr>
          <a:xfrm>
            <a:off x="838200" y="557188"/>
            <a:ext cx="10515600" cy="1133499"/>
          </a:xfrm>
          <a:prstGeom prst="rect">
            <a:avLst/>
          </a:prstGeom>
        </p:spPr>
        <p:txBody>
          <a:bodyPr vert="horz" lIns="91440" tIns="45720" rIns="91440" bIns="45720" rtlCol="0" anchor="ctr">
            <a:normAutofit/>
          </a:bodyPr>
          <a:lstStyle>
            <a:lvl1pPr defTabSz="914400">
              <a:defRPr sz="6200">
                <a:effectLst>
                  <a:outerShdw blurRad="12700" dist="25400" dir="2700000" rotWithShape="0">
                    <a:srgbClr val="000000"/>
                  </a:outerShdw>
                </a:effectLst>
                <a:latin typeface="Arial"/>
                <a:ea typeface="Arial"/>
                <a:cs typeface="Arial"/>
                <a:sym typeface="Arial"/>
              </a:defRPr>
            </a:lvl1pPr>
          </a:lstStyle>
          <a:p>
            <a:pPr algn="ctr">
              <a:defRPr>
                <a:effectLst/>
              </a:defRPr>
            </a:pPr>
            <a:r>
              <a:rPr lang="en-US" sz="5200" kern="1200">
                <a:solidFill>
                  <a:schemeClr val="tx1"/>
                </a:solidFill>
                <a:effectLst/>
                <a:latin typeface="+mj-lt"/>
                <a:ea typeface="+mj-ea"/>
                <a:cs typeface="+mj-cs"/>
              </a:rPr>
              <a:t>Security Governance</a:t>
            </a:r>
          </a:p>
        </p:txBody>
      </p:sp>
      <p:graphicFrame>
        <p:nvGraphicFramePr>
          <p:cNvPr id="524" name="Must be assessed and verified…">
            <a:extLst>
              <a:ext uri="{FF2B5EF4-FFF2-40B4-BE49-F238E27FC236}">
                <a16:creationId xmlns:a16="http://schemas.microsoft.com/office/drawing/2014/main" id="{4B36FBA6-421C-4D7C-A5E7-665CE8A301F2}"/>
              </a:ext>
            </a:extLst>
          </p:cNvPr>
          <p:cNvGraphicFramePr/>
          <p:nvPr>
            <p:extLst>
              <p:ext uri="{D42A27DB-BD31-4B8C-83A1-F6EECF244321}">
                <p14:modId xmlns:p14="http://schemas.microsoft.com/office/powerpoint/2010/main" val="3297580438"/>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14">
            <a:extLst>
              <a:ext uri="{FF2B5EF4-FFF2-40B4-BE49-F238E27FC236}">
                <a16:creationId xmlns:a16="http://schemas.microsoft.com/office/drawing/2014/main" id="{6D6CDB20-394C-4D51-9C5B-8751E2133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1" name="Rounded Rectangle 3">
            <a:extLst>
              <a:ext uri="{FF2B5EF4-FFF2-40B4-BE49-F238E27FC236}">
                <a16:creationId xmlns:a16="http://schemas.microsoft.com/office/drawing/2014/main" id="{46DFD1E0-DCA7-47E6-B78B-6ECDDF873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chemeClr val="tx1">
                <a:lumMod val="50000"/>
                <a:lumOff val="50000"/>
              </a:schemeClr>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8">
            <a:extLst>
              <a:ext uri="{FF2B5EF4-FFF2-40B4-BE49-F238E27FC236}">
                <a16:creationId xmlns:a16="http://schemas.microsoft.com/office/drawing/2014/main" id="{8AAB0B1E-BB97-40E0-8DCD-D1197A0E1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F6E051EF-1DA1-4ABF-B76E-C743BFD74BCF}"/>
              </a:ext>
            </a:extLst>
          </p:cNvPr>
          <p:cNvSpPr>
            <a:spLocks noGrp="1"/>
          </p:cNvSpPr>
          <p:nvPr>
            <p:ph type="title"/>
          </p:nvPr>
        </p:nvSpPr>
        <p:spPr>
          <a:xfrm>
            <a:off x="1288064" y="1284731"/>
            <a:ext cx="9637776" cy="1430696"/>
          </a:xfrm>
        </p:spPr>
        <p:txBody>
          <a:bodyPr vert="horz" lIns="91440" tIns="45720" rIns="91440" bIns="45720" rtlCol="0" anchor="ctr">
            <a:normAutofit/>
          </a:bodyPr>
          <a:lstStyle/>
          <a:p>
            <a:r>
              <a:rPr lang="en-US" kern="1200" dirty="0">
                <a:solidFill>
                  <a:schemeClr val="tx1"/>
                </a:solidFill>
                <a:latin typeface="+mj-lt"/>
                <a:ea typeface="+mj-ea"/>
                <a:cs typeface="+mj-cs"/>
              </a:rPr>
              <a:t>Security Governance Principles</a:t>
            </a:r>
          </a:p>
        </p:txBody>
      </p:sp>
      <p:sp>
        <p:nvSpPr>
          <p:cNvPr id="2" name="Content Placeholder 1">
            <a:extLst>
              <a:ext uri="{FF2B5EF4-FFF2-40B4-BE49-F238E27FC236}">
                <a16:creationId xmlns:a16="http://schemas.microsoft.com/office/drawing/2014/main" id="{993590BF-1E2D-47A4-AAF6-849267A6AFFA}"/>
              </a:ext>
            </a:extLst>
          </p:cNvPr>
          <p:cNvSpPr>
            <a:spLocks noGrp="1"/>
          </p:cNvSpPr>
          <p:nvPr>
            <p:ph idx="1"/>
          </p:nvPr>
        </p:nvSpPr>
        <p:spPr>
          <a:xfrm>
            <a:off x="1288064" y="2853879"/>
            <a:ext cx="9637776" cy="2714771"/>
          </a:xfrm>
        </p:spPr>
        <p:txBody>
          <a:bodyPr vert="horz" lIns="91440" tIns="45720" rIns="91440" bIns="45720" rtlCol="0">
            <a:normAutofit/>
          </a:bodyPr>
          <a:lstStyle/>
          <a:p>
            <a:pPr indent="-228600" defTabSz="914400">
              <a:lnSpc>
                <a:spcPct val="90000"/>
              </a:lnSpc>
              <a:buClrTx/>
              <a:buFont typeface="Arial" panose="020B0604020202020204" pitchFamily="34" charset="0"/>
              <a:buChar char="•"/>
            </a:pPr>
            <a:r>
              <a:rPr lang="en-US" sz="2000" b="1" dirty="0"/>
              <a:t>Top-down vs Bottom-Up Security Management and Organization structure.</a:t>
            </a:r>
            <a:br>
              <a:rPr lang="en-US" sz="2000" b="1" dirty="0"/>
            </a:br>
            <a:endParaRPr lang="en-US" sz="2000" b="1" dirty="0"/>
          </a:p>
          <a:p>
            <a:pPr lvl="1" indent="-228600" defTabSz="914400">
              <a:lnSpc>
                <a:spcPct val="90000"/>
              </a:lnSpc>
              <a:buClrTx/>
              <a:buFont typeface="Arial" panose="020B0604020202020204" pitchFamily="34" charset="0"/>
              <a:buChar char="•"/>
            </a:pPr>
            <a:r>
              <a:rPr lang="en-US" sz="2000" b="1" dirty="0"/>
              <a:t>Bottom-Up: </a:t>
            </a:r>
            <a:r>
              <a:rPr lang="en-US" sz="2000" dirty="0"/>
              <a:t>IT Security is seen as a nuisance and not a helper, often change when breaches happen.</a:t>
            </a:r>
            <a:br>
              <a:rPr lang="en-US" sz="2000" dirty="0"/>
            </a:br>
            <a:endParaRPr lang="en-US" sz="2000" dirty="0"/>
          </a:p>
          <a:p>
            <a:pPr lvl="1" indent="-228600" defTabSz="914400">
              <a:lnSpc>
                <a:spcPct val="90000"/>
              </a:lnSpc>
              <a:buClrTx/>
              <a:buFont typeface="Arial" panose="020B0604020202020204" pitchFamily="34" charset="0"/>
              <a:buChar char="•"/>
            </a:pPr>
            <a:r>
              <a:rPr lang="en-US" sz="2000" b="1" dirty="0"/>
              <a:t>Top-Down: </a:t>
            </a:r>
            <a:r>
              <a:rPr lang="en-US" sz="2000" dirty="0"/>
              <a:t>IT leadership is on-board with IT Security; they lead and set the direction. (The Exam).</a:t>
            </a:r>
          </a:p>
        </p:txBody>
      </p:sp>
    </p:spTree>
    <p:extLst>
      <p:ext uri="{BB962C8B-B14F-4D97-AF65-F5344CB8AC3E}">
        <p14:creationId xmlns:p14="http://schemas.microsoft.com/office/powerpoint/2010/main" val="385466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3" name="Text 1"/>
          <p:cNvSpPr/>
          <p:nvPr/>
        </p:nvSpPr>
        <p:spPr>
          <a:xfrm>
            <a:off x="426720" y="0"/>
            <a:ext cx="11338560" cy="877824"/>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3200" b="0" i="0" u="none" strike="noStrike" kern="0" cap="none" spc="133" normalizeH="0" baseline="0" noProof="0" dirty="0">
                <a:ln>
                  <a:noFill/>
                </a:ln>
                <a:solidFill>
                  <a:srgbClr val="FFFFFF"/>
                </a:solidFill>
                <a:effectLst/>
                <a:uLnTx/>
                <a:uFillTx/>
                <a:latin typeface="Impact" pitchFamily="34" charset="0"/>
                <a:ea typeface="Impact" pitchFamily="34" charset="-122"/>
                <a:cs typeface="Impact" pitchFamily="34" charset="-120"/>
              </a:rPr>
              <a:t>DOMAIN 1: </a:t>
            </a:r>
            <a:r>
              <a:rPr kumimoji="0" lang="en-US" sz="3200" b="0" i="0" u="none" strike="noStrike" kern="0" cap="none" spc="133" normalizeH="0" baseline="0" noProof="0" dirty="0">
                <a:ln>
                  <a:noFill/>
                </a:ln>
                <a:solidFill>
                  <a:srgbClr val="1CDDEB"/>
                </a:solidFill>
                <a:effectLst/>
                <a:uLnTx/>
                <a:uFillTx/>
                <a:latin typeface="Impact" pitchFamily="34" charset="0"/>
                <a:ea typeface="Impact" pitchFamily="34" charset="-122"/>
                <a:cs typeface="Impact" pitchFamily="34" charset="-120"/>
              </a:rPr>
              <a:t>SECURITY PLANNING</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4" name="Text 2"/>
          <p:cNvSpPr/>
          <p:nvPr/>
        </p:nvSpPr>
        <p:spPr>
          <a:xfrm>
            <a:off x="487680" y="975360"/>
            <a:ext cx="11338560" cy="10363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5333" b="0" i="0" u="none" strike="noStrike" kern="0" cap="none" spc="133" normalizeH="0" baseline="0" noProof="0" dirty="0">
                <a:ln>
                  <a:noFill/>
                </a:ln>
                <a:solidFill>
                  <a:srgbClr val="1CDDEB"/>
                </a:solidFill>
                <a:effectLst/>
                <a:uLnTx/>
                <a:uFillTx/>
                <a:latin typeface="Impact" pitchFamily="34" charset="0"/>
                <a:ea typeface="Impact" pitchFamily="34" charset="-122"/>
                <a:cs typeface="Impact" pitchFamily="34" charset="-120"/>
              </a:rPr>
              <a:t>Security Planning</a:t>
            </a:r>
            <a:endParaRPr kumimoji="0" lang="en-US" sz="53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5" name="Text 3"/>
          <p:cNvSpPr/>
          <p:nvPr/>
        </p:nvSpPr>
        <p:spPr>
          <a:xfrm>
            <a:off x="487680" y="1950720"/>
            <a:ext cx="11338560" cy="60960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9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Should include three types of plans</a:t>
            </a:r>
            <a:endParaRPr kumimoji="0" lang="en-US" sz="29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6" name="Text 4"/>
          <p:cNvSpPr/>
          <p:nvPr/>
        </p:nvSpPr>
        <p:spPr>
          <a:xfrm>
            <a:off x="487680" y="2682240"/>
            <a:ext cx="11460480" cy="115824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Strategic</a:t>
            </a: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a:t>
            </a:r>
            <a:r>
              <a:rPr kumimoji="0" lang="en-US" sz="2667" b="1" i="0" u="sng" strike="noStrike" kern="1200" cap="none" spc="0" normalizeH="0" baseline="0" noProof="0" dirty="0">
                <a:ln>
                  <a:noFill/>
                </a:ln>
                <a:solidFill>
                  <a:srgbClr val="F39B12"/>
                </a:solidFill>
                <a:effectLst/>
                <a:uLnTx/>
                <a:uFill>
                  <a:solidFill>
                    <a:srgbClr val="F39B12"/>
                  </a:solidFill>
                </a:uFill>
                <a:latin typeface="Century Gothic" pitchFamily="34" charset="0"/>
                <a:ea typeface="Century Gothic" pitchFamily="34" charset="-122"/>
                <a:cs typeface="Century Gothic" pitchFamily="34" charset="-120"/>
              </a:rPr>
              <a:t>Long term</a:t>
            </a: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stable plan that should include a</a:t>
            </a:r>
            <a:endParaRPr kumimoji="0" lang="en-US" sz="26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risk assessment. </a:t>
            </a:r>
            <a:endParaRPr kumimoji="0" lang="en-US" sz="26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(5-yr horizon, annual updates)</a:t>
            </a:r>
            <a:endParaRPr kumimoji="0" lang="en-US" sz="26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7" name="Text 5"/>
          <p:cNvSpPr/>
          <p:nvPr/>
        </p:nvSpPr>
        <p:spPr>
          <a:xfrm>
            <a:off x="487680" y="3901440"/>
            <a:ext cx="11460480" cy="115824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Tactical</a:t>
            </a: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a:t>
            </a:r>
            <a:r>
              <a:rPr kumimoji="0" lang="en-US" sz="2667" b="1" i="0" u="sng" strike="noStrike" kern="1200" cap="none" spc="0" normalizeH="0" baseline="0" noProof="0" dirty="0">
                <a:ln>
                  <a:noFill/>
                </a:ln>
                <a:solidFill>
                  <a:srgbClr val="F39B12"/>
                </a:solidFill>
                <a:effectLst/>
                <a:uLnTx/>
                <a:uFill>
                  <a:solidFill>
                    <a:srgbClr val="F39B12"/>
                  </a:solidFill>
                </a:uFill>
                <a:latin typeface="Century Gothic" pitchFamily="34" charset="0"/>
                <a:ea typeface="Century Gothic" pitchFamily="34" charset="-122"/>
                <a:cs typeface="Century Gothic" pitchFamily="34" charset="-120"/>
              </a:rPr>
              <a:t>Midterm</a:t>
            </a: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plan developed to provide more</a:t>
            </a:r>
            <a:endParaRPr kumimoji="0" lang="en-US" sz="26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details on goals of the strategic plan. </a:t>
            </a:r>
            <a:endParaRPr kumimoji="0" lang="en-US" sz="26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(usually ~1 year)</a:t>
            </a:r>
            <a:endParaRPr kumimoji="0" lang="en-US" sz="26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8" name="Text 6"/>
          <p:cNvSpPr/>
          <p:nvPr/>
        </p:nvSpPr>
        <p:spPr>
          <a:xfrm>
            <a:off x="487680" y="5120640"/>
            <a:ext cx="11460480" cy="115824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Operational</a:t>
            </a: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a:t>
            </a:r>
            <a:r>
              <a:rPr kumimoji="0" lang="en-US" sz="2667" b="1" i="0" u="sng" strike="noStrike" kern="1200" cap="none" spc="0" normalizeH="0" baseline="0" noProof="0" dirty="0">
                <a:ln>
                  <a:noFill/>
                </a:ln>
                <a:solidFill>
                  <a:srgbClr val="F39B12"/>
                </a:solidFill>
                <a:effectLst/>
                <a:uLnTx/>
                <a:uFill>
                  <a:solidFill>
                    <a:srgbClr val="F39B12"/>
                  </a:solidFill>
                </a:uFill>
                <a:latin typeface="Century Gothic" pitchFamily="34" charset="0"/>
                <a:ea typeface="Century Gothic" pitchFamily="34" charset="-122"/>
                <a:cs typeface="Century Gothic" pitchFamily="34" charset="-120"/>
              </a:rPr>
              <a:t>Short-term</a:t>
            </a: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highly detailed plan based</a:t>
            </a:r>
            <a:endParaRPr kumimoji="0" lang="en-US" sz="26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on the strategic and tactical plans. </a:t>
            </a:r>
            <a:endParaRPr kumimoji="0" lang="en-US" sz="26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(monthly, quarterly)</a:t>
            </a:r>
            <a:endParaRPr kumimoji="0" lang="en-US" sz="26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414664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74BA69-CBC5-6233-B345-66DB56997113}"/>
            </a:ext>
          </a:extLst>
        </p:cNvPr>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E7490938-6656-39EC-117E-1D0826949C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Rectangle 54">
            <a:extLst>
              <a:ext uri="{FF2B5EF4-FFF2-40B4-BE49-F238E27FC236}">
                <a16:creationId xmlns:a16="http://schemas.microsoft.com/office/drawing/2014/main" id="{2FB7FE2F-3E8A-8CB7-1722-1F99659FB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Freeform: Shape 56">
            <a:extLst>
              <a:ext uri="{FF2B5EF4-FFF2-40B4-BE49-F238E27FC236}">
                <a16:creationId xmlns:a16="http://schemas.microsoft.com/office/drawing/2014/main" id="{26CB9BD7-7F34-DD4C-B0E7-06FD15FCF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8DB490D-3AD8-949C-6A21-4487270F826A}"/>
              </a:ext>
            </a:extLst>
          </p:cNvPr>
          <p:cNvSpPr>
            <a:spLocks noGrp="1"/>
          </p:cNvSpPr>
          <p:nvPr>
            <p:ph type="title"/>
          </p:nvPr>
        </p:nvSpPr>
        <p:spPr>
          <a:xfrm>
            <a:off x="804672" y="640080"/>
            <a:ext cx="3282696" cy="5257800"/>
          </a:xfrm>
        </p:spPr>
        <p:txBody>
          <a:bodyPr>
            <a:normAutofit/>
          </a:bodyPr>
          <a:lstStyle/>
          <a:p>
            <a:r>
              <a:rPr lang="en-US" dirty="0">
                <a:solidFill>
                  <a:schemeClr val="bg1"/>
                </a:solidFill>
              </a:rPr>
              <a:t>Security Frameworks</a:t>
            </a:r>
          </a:p>
        </p:txBody>
      </p:sp>
      <p:sp>
        <p:nvSpPr>
          <p:cNvPr id="22" name="Content Placeholder 2">
            <a:extLst>
              <a:ext uri="{FF2B5EF4-FFF2-40B4-BE49-F238E27FC236}">
                <a16:creationId xmlns:a16="http://schemas.microsoft.com/office/drawing/2014/main" id="{8ED56875-A589-DFE5-B370-54C80D789AFE}"/>
              </a:ext>
            </a:extLst>
          </p:cNvPr>
          <p:cNvSpPr>
            <a:spLocks noGrp="1"/>
          </p:cNvSpPr>
          <p:nvPr>
            <p:ph idx="1"/>
          </p:nvPr>
        </p:nvSpPr>
        <p:spPr>
          <a:xfrm>
            <a:off x="5358384" y="640081"/>
            <a:ext cx="6024654" cy="5257800"/>
          </a:xfrm>
        </p:spPr>
        <p:txBody>
          <a:bodyPr anchor="ctr">
            <a:normAutofit/>
          </a:bodyPr>
          <a:lstStyle/>
          <a:p>
            <a:pPr marL="0" indent="0">
              <a:buNone/>
            </a:pPr>
            <a:r>
              <a:rPr lang="en-US" sz="2400" b="0" i="0" u="none" strike="noStrike" baseline="0" dirty="0">
                <a:latin typeface="Arial" panose="020B0604020202020204" pitchFamily="34" charset="0"/>
              </a:rPr>
              <a:t>The intent of a framework is to document and organize </a:t>
            </a:r>
            <a:r>
              <a:rPr lang="en-US" sz="2400" dirty="0">
                <a:latin typeface="Arial" panose="020B0604020202020204" pitchFamily="34" charset="0"/>
              </a:rPr>
              <a:t>the requirements a security program will be built on</a:t>
            </a:r>
            <a:br>
              <a:rPr lang="en-US" sz="2400" b="0" i="0" u="none" strike="noStrike" baseline="0" dirty="0">
                <a:latin typeface="Arial" panose="020B0604020202020204" pitchFamily="34" charset="0"/>
              </a:rPr>
            </a:br>
            <a:endParaRPr lang="en-US" sz="2400" b="0" i="0" u="none" strike="noStrike" baseline="0" dirty="0">
              <a:latin typeface="Arial" panose="020B0604020202020204" pitchFamily="34" charset="0"/>
            </a:endParaRPr>
          </a:p>
          <a:p>
            <a:r>
              <a:rPr lang="en-US" sz="2400" b="0" i="0" u="none" strike="noStrike" baseline="0" dirty="0">
                <a:latin typeface="Arial" panose="020B0604020202020204" pitchFamily="34" charset="0"/>
              </a:rPr>
              <a:t>Some information security frameworks include: </a:t>
            </a:r>
            <a:br>
              <a:rPr lang="en-US" sz="2400" b="0" i="0" u="none" strike="noStrike" baseline="0" dirty="0">
                <a:latin typeface="Arial" panose="020B0604020202020204" pitchFamily="34" charset="0"/>
              </a:rPr>
            </a:br>
            <a:endParaRPr lang="en-US" sz="2400" b="0" i="0" u="none" strike="noStrike" baseline="0" dirty="0">
              <a:latin typeface="Arial" panose="020B0604020202020204" pitchFamily="34" charset="0"/>
            </a:endParaRPr>
          </a:p>
          <a:p>
            <a:pPr lvl="1"/>
            <a:r>
              <a:rPr lang="en-US" sz="2400" dirty="0">
                <a:latin typeface="Arial" panose="020B0604020202020204" pitchFamily="34" charset="0"/>
              </a:rPr>
              <a:t>ISO 27000 Series</a:t>
            </a:r>
            <a:br>
              <a:rPr lang="en-US" sz="2400" dirty="0">
                <a:latin typeface="Arial" panose="020B0604020202020204" pitchFamily="34" charset="0"/>
              </a:rPr>
            </a:br>
            <a:endParaRPr lang="en-US" sz="2400" dirty="0">
              <a:latin typeface="Arial" panose="020B0604020202020204" pitchFamily="34" charset="0"/>
            </a:endParaRPr>
          </a:p>
          <a:p>
            <a:pPr lvl="1"/>
            <a:r>
              <a:rPr lang="en-US" sz="2400" dirty="0">
                <a:latin typeface="Arial" panose="020B0604020202020204" pitchFamily="34" charset="0"/>
              </a:rPr>
              <a:t>NIST Cybersecurity Framework</a:t>
            </a:r>
            <a:br>
              <a:rPr lang="en-US" sz="2400" b="0" i="0" u="none" strike="noStrike" baseline="0" dirty="0">
                <a:latin typeface="Arial" panose="020B0604020202020204" pitchFamily="34" charset="0"/>
              </a:rPr>
            </a:br>
            <a:br>
              <a:rPr lang="en-US" sz="2400" b="0" i="0" u="none" strike="noStrike" baseline="0" dirty="0">
                <a:latin typeface="Arial" panose="020B0604020202020204" pitchFamily="34" charset="0"/>
              </a:rPr>
            </a:br>
            <a:endParaRPr lang="en-US" sz="2400" b="0" i="0" u="none" strike="noStrike" baseline="0" dirty="0">
              <a:latin typeface="Arial" panose="020B0604020202020204" pitchFamily="34" charset="0"/>
            </a:endParaRPr>
          </a:p>
          <a:p>
            <a:pPr marL="342900" lvl="1" indent="0">
              <a:buNone/>
            </a:pPr>
            <a:endParaRPr lang="en-US" sz="2400" b="0" i="0" u="none" strike="noStrike" baseline="0" dirty="0">
              <a:latin typeface="Times New Roman" panose="02020603050405020304" pitchFamily="18" charset="0"/>
            </a:endParaRPr>
          </a:p>
          <a:p>
            <a:endParaRPr lang="en-US" sz="2400" dirty="0"/>
          </a:p>
        </p:txBody>
      </p:sp>
    </p:spTree>
    <p:extLst>
      <p:ext uri="{BB962C8B-B14F-4D97-AF65-F5344CB8AC3E}">
        <p14:creationId xmlns:p14="http://schemas.microsoft.com/office/powerpoint/2010/main" val="3987146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2BAAE0-6270-11AB-C279-4AEA124D33C3}"/>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85870BC-8F35-19C2-DFA7-C21010547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useBgFill="1">
        <p:nvSpPr>
          <p:cNvPr id="28" name="Rectangle 27">
            <a:extLst>
              <a:ext uri="{FF2B5EF4-FFF2-40B4-BE49-F238E27FC236}">
                <a16:creationId xmlns:a16="http://schemas.microsoft.com/office/drawing/2014/main" id="{2F366602-0F8E-CD6C-2AE0-3740D3815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0" name="Rectangle 29">
            <a:extLst>
              <a:ext uri="{FF2B5EF4-FFF2-40B4-BE49-F238E27FC236}">
                <a16:creationId xmlns:a16="http://schemas.microsoft.com/office/drawing/2014/main" id="{CEBB3E6E-A2E7-4515-7743-D075D4FE7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2" name="Rectangle 31">
            <a:extLst>
              <a:ext uri="{FF2B5EF4-FFF2-40B4-BE49-F238E27FC236}">
                <a16:creationId xmlns:a16="http://schemas.microsoft.com/office/drawing/2014/main" id="{C451D11F-3996-E9F5-8C1F-F279509A3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4" name="Rectangle 33">
            <a:extLst>
              <a:ext uri="{FF2B5EF4-FFF2-40B4-BE49-F238E27FC236}">
                <a16:creationId xmlns:a16="http://schemas.microsoft.com/office/drawing/2014/main" id="{6F6E6006-76F8-D789-7C83-E896F34E8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36" name="Freeform: Shape 35">
            <a:extLst>
              <a:ext uri="{FF2B5EF4-FFF2-40B4-BE49-F238E27FC236}">
                <a16:creationId xmlns:a16="http://schemas.microsoft.com/office/drawing/2014/main" id="{10749FA1-F960-6EA1-B601-A926ECFBD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38" name="Rectangle 37">
            <a:extLst>
              <a:ext uri="{FF2B5EF4-FFF2-40B4-BE49-F238E27FC236}">
                <a16:creationId xmlns:a16="http://schemas.microsoft.com/office/drawing/2014/main" id="{5E8BFE13-E330-4CFF-5ED7-C74C649064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 name="Title 2">
            <a:extLst>
              <a:ext uri="{FF2B5EF4-FFF2-40B4-BE49-F238E27FC236}">
                <a16:creationId xmlns:a16="http://schemas.microsoft.com/office/drawing/2014/main" id="{B5FE8DAD-9D7C-363F-1672-573194C22C1C}"/>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ISO 27000 Series</a:t>
            </a:r>
            <a:endParaRPr lang="en-US" sz="4000" kern="1200">
              <a:solidFill>
                <a:srgbClr val="FFFFFF"/>
              </a:solidFill>
              <a:latin typeface="+mj-lt"/>
              <a:ea typeface="+mj-ea"/>
              <a:cs typeface="+mj-cs"/>
            </a:endParaRPr>
          </a:p>
        </p:txBody>
      </p:sp>
      <p:sp>
        <p:nvSpPr>
          <p:cNvPr id="2" name="Content Placeholder 1">
            <a:extLst>
              <a:ext uri="{FF2B5EF4-FFF2-40B4-BE49-F238E27FC236}">
                <a16:creationId xmlns:a16="http://schemas.microsoft.com/office/drawing/2014/main" id="{9BC32B3B-2DDC-1D5B-6397-5BF4E66E2E3E}"/>
              </a:ext>
            </a:extLst>
          </p:cNvPr>
          <p:cNvSpPr>
            <a:spLocks noGrp="1"/>
          </p:cNvSpPr>
          <p:nvPr>
            <p:ph idx="1"/>
          </p:nvPr>
        </p:nvSpPr>
        <p:spPr>
          <a:xfrm>
            <a:off x="4810259" y="649480"/>
            <a:ext cx="6555347" cy="5546047"/>
          </a:xfrm>
        </p:spPr>
        <p:txBody>
          <a:bodyPr vert="horz" lIns="91440" tIns="45720" rIns="91440" bIns="45720" rtlCol="0" anchor="ctr">
            <a:normAutofit/>
          </a:bodyPr>
          <a:lstStyle/>
          <a:p>
            <a:pPr indent="-228600" defTabSz="914400">
              <a:lnSpc>
                <a:spcPct val="90000"/>
              </a:lnSpc>
              <a:buClrTx/>
              <a:buFont typeface="Arial" panose="020B0604020202020204" pitchFamily="34" charset="0"/>
              <a:buChar char="•"/>
            </a:pPr>
            <a:r>
              <a:rPr lang="en-US" sz="2000" b="1" dirty="0"/>
              <a:t>ISO 27001: </a:t>
            </a:r>
            <a:r>
              <a:rPr lang="en-US" sz="2000" dirty="0"/>
              <a:t>Model for establishing, implementing, operating, and improving an information security management system (best practices)</a:t>
            </a:r>
            <a:br>
              <a:rPr lang="en-US" sz="2000" dirty="0"/>
            </a:br>
            <a:endParaRPr lang="en-US" sz="2000" dirty="0"/>
          </a:p>
          <a:p>
            <a:pPr indent="-228600" defTabSz="914400">
              <a:lnSpc>
                <a:spcPct val="90000"/>
              </a:lnSpc>
              <a:buClrTx/>
              <a:buFont typeface="Arial" panose="020B0604020202020204" pitchFamily="34" charset="0"/>
              <a:buChar char="•"/>
            </a:pPr>
            <a:r>
              <a:rPr lang="en-US" sz="2000" b="1" dirty="0"/>
              <a:t>ISO 27002: </a:t>
            </a:r>
            <a:r>
              <a:rPr lang="en-US" sz="2000" dirty="0"/>
              <a:t>Provides practical advice on how to implement security controls.</a:t>
            </a:r>
          </a:p>
          <a:p>
            <a:pPr lvl="1" indent="-228600" defTabSz="914400">
              <a:lnSpc>
                <a:spcPct val="90000"/>
              </a:lnSpc>
              <a:buClrTx/>
              <a:buFont typeface="Arial" panose="020B0604020202020204" pitchFamily="34" charset="0"/>
              <a:buChar char="•"/>
            </a:pPr>
            <a:r>
              <a:rPr lang="en-US" sz="2000" dirty="0"/>
              <a:t>It has 14 domains it uses for </a:t>
            </a:r>
            <a:r>
              <a:rPr lang="en-US" sz="2000" b="1" dirty="0"/>
              <a:t>ISMS </a:t>
            </a:r>
            <a:r>
              <a:rPr lang="en-US" sz="2000" dirty="0"/>
              <a:t>(Information Security Management Systems)  (How to implement the best practices)</a:t>
            </a:r>
            <a:br>
              <a:rPr lang="en-US" sz="2000" dirty="0"/>
            </a:br>
            <a:endParaRPr lang="en-US" sz="2000" dirty="0"/>
          </a:p>
          <a:p>
            <a:pPr indent="-228600" defTabSz="914400">
              <a:lnSpc>
                <a:spcPct val="90000"/>
              </a:lnSpc>
              <a:buClrTx/>
              <a:buFont typeface="Arial" panose="020B0604020202020204" pitchFamily="34" charset="0"/>
              <a:buChar char="•"/>
            </a:pPr>
            <a:r>
              <a:rPr lang="en-US" sz="2000" b="1" dirty="0"/>
              <a:t>ISO 27004: </a:t>
            </a:r>
            <a:r>
              <a:rPr lang="en-US" sz="2000" dirty="0"/>
              <a:t>Provides </a:t>
            </a:r>
            <a:r>
              <a:rPr lang="en-US" sz="2000" dirty="0">
                <a:highlight>
                  <a:srgbClr val="FFFF00"/>
                </a:highlight>
              </a:rPr>
              <a:t>metrics</a:t>
            </a:r>
            <a:r>
              <a:rPr lang="en-US" sz="2000" dirty="0"/>
              <a:t> for measuring the success of your ISMS.</a:t>
            </a:r>
            <a:br>
              <a:rPr lang="en-US" sz="2000" dirty="0"/>
            </a:br>
            <a:endParaRPr lang="en-US" sz="2000" dirty="0"/>
          </a:p>
          <a:p>
            <a:pPr indent="-228600" defTabSz="914400">
              <a:lnSpc>
                <a:spcPct val="90000"/>
              </a:lnSpc>
              <a:buClrTx/>
              <a:buFont typeface="Arial" panose="020B0604020202020204" pitchFamily="34" charset="0"/>
              <a:buChar char="•"/>
            </a:pPr>
            <a:r>
              <a:rPr lang="en-US" sz="2000" b="1" dirty="0"/>
              <a:t>ISO 27005: </a:t>
            </a:r>
            <a:r>
              <a:rPr lang="en-US" sz="2000" dirty="0">
                <a:highlight>
                  <a:srgbClr val="FFFF00"/>
                </a:highlight>
              </a:rPr>
              <a:t>Risk management.</a:t>
            </a:r>
            <a:br>
              <a:rPr lang="en-US" sz="2000" dirty="0"/>
            </a:br>
            <a:endParaRPr lang="en-US" sz="2000" dirty="0"/>
          </a:p>
          <a:p>
            <a:pPr indent="-228600" defTabSz="914400">
              <a:lnSpc>
                <a:spcPct val="90000"/>
              </a:lnSpc>
              <a:buClrTx/>
              <a:buFont typeface="Arial" panose="020B0604020202020204" pitchFamily="34" charset="0"/>
              <a:buChar char="•"/>
            </a:pPr>
            <a:r>
              <a:rPr lang="en-US" sz="2000" b="1" dirty="0"/>
              <a:t>ISO 27799: </a:t>
            </a:r>
            <a:r>
              <a:rPr lang="en-US" sz="2000" dirty="0"/>
              <a:t>Directives on how to protect PHI (Personal Health Information).</a:t>
            </a:r>
          </a:p>
        </p:txBody>
      </p:sp>
    </p:spTree>
    <p:extLst>
      <p:ext uri="{BB962C8B-B14F-4D97-AF65-F5344CB8AC3E}">
        <p14:creationId xmlns:p14="http://schemas.microsoft.com/office/powerpoint/2010/main" val="2658974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BA24DF-EFBB-A6F1-7F51-01F5D16F1473}"/>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717512D-D53B-B7F3-C301-5A742614D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2" name="Rectangle 21">
            <a:extLst>
              <a:ext uri="{FF2B5EF4-FFF2-40B4-BE49-F238E27FC236}">
                <a16:creationId xmlns:a16="http://schemas.microsoft.com/office/drawing/2014/main" id="{0B54C57D-2E60-276A-D014-B345460A95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24" name="Rectangle 23">
            <a:extLst>
              <a:ext uri="{FF2B5EF4-FFF2-40B4-BE49-F238E27FC236}">
                <a16:creationId xmlns:a16="http://schemas.microsoft.com/office/drawing/2014/main" id="{BEDE2FAE-25E6-8DF9-8C1A-162EA2DC9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6" name="Rectangle 25">
            <a:extLst>
              <a:ext uri="{FF2B5EF4-FFF2-40B4-BE49-F238E27FC236}">
                <a16:creationId xmlns:a16="http://schemas.microsoft.com/office/drawing/2014/main" id="{3CB06CDB-D6CB-6B6C-D9E4-5DBD927BE5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28" name="Freeform: Shape 27">
            <a:extLst>
              <a:ext uri="{FF2B5EF4-FFF2-40B4-BE49-F238E27FC236}">
                <a16:creationId xmlns:a16="http://schemas.microsoft.com/office/drawing/2014/main" id="{193AC0E1-F465-75F0-0BDB-E860A42F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3" name="Title 2">
            <a:extLst>
              <a:ext uri="{FF2B5EF4-FFF2-40B4-BE49-F238E27FC236}">
                <a16:creationId xmlns:a16="http://schemas.microsoft.com/office/drawing/2014/main" id="{FDD790CB-4EF2-5857-C485-157F243A18A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ISO 27000 Series</a:t>
            </a:r>
          </a:p>
        </p:txBody>
      </p:sp>
      <p:pic>
        <p:nvPicPr>
          <p:cNvPr id="5" name="Content Placeholder 4">
            <a:extLst>
              <a:ext uri="{FF2B5EF4-FFF2-40B4-BE49-F238E27FC236}">
                <a16:creationId xmlns:a16="http://schemas.microsoft.com/office/drawing/2014/main" id="{F40E30B9-5EDA-085F-421D-1362700C852E}"/>
              </a:ext>
            </a:extLst>
          </p:cNvPr>
          <p:cNvPicPr>
            <a:picLocks noGrp="1" noChangeAspect="1"/>
          </p:cNvPicPr>
          <p:nvPr>
            <p:ph idx="1"/>
          </p:nvPr>
        </p:nvPicPr>
        <p:blipFill>
          <a:blip r:embed="rId2"/>
          <a:stretch>
            <a:fillRect/>
          </a:stretch>
        </p:blipFill>
        <p:spPr>
          <a:xfrm>
            <a:off x="4589010" y="467208"/>
            <a:ext cx="7052583" cy="5923584"/>
          </a:xfrm>
          <a:prstGeom prst="rect">
            <a:avLst/>
          </a:prstGeom>
        </p:spPr>
      </p:pic>
    </p:spTree>
    <p:extLst>
      <p:ext uri="{BB962C8B-B14F-4D97-AF65-F5344CB8AC3E}">
        <p14:creationId xmlns:p14="http://schemas.microsoft.com/office/powerpoint/2010/main" val="4188354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a:extLst>
              <a:ext uri="{C183D7F6-B498-43B3-948B-1728B52AA6E4}">
                <adec:decorative xmlns:adec="http://schemas.microsoft.com/office/drawing/2017/decorative" val="1"/>
              </a:ext>
            </a:extLst>
          </p:cNvPr>
          <p:cNvSpPr/>
          <p:nvPr/>
        </p:nvSpPr>
        <p:spPr>
          <a:xfrm>
            <a:off x="0" y="0"/>
            <a:ext cx="12192000" cy="585216"/>
          </a:xfrm>
          <a:prstGeom prst="rect">
            <a:avLst/>
          </a:prstGeom>
          <a:solidFill>
            <a:srgbClr val="000000"/>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243840" y="0"/>
            <a:ext cx="11704320" cy="585216"/>
          </a:xfrm>
          <a:prstGeom prst="rect">
            <a:avLst/>
          </a:prstGeom>
          <a:noFill/>
          <a:ln/>
        </p:spPr>
        <p:txBody>
          <a:bodyPr wrap="square" lIns="0" tIns="0" rIns="0" bIns="0" rtlCol="0" anchor="ctr">
            <a:normAutofit/>
          </a:bodyPr>
          <a:lstStyle/>
          <a:p>
            <a:pPr algn="ctr" defTabSz="1219170" fontAlgn="auto">
              <a:spcBef>
                <a:spcPts val="0"/>
              </a:spcBef>
              <a:spcAft>
                <a:spcPts val="0"/>
              </a:spcAft>
            </a:pPr>
            <a:r>
              <a:rPr lang="en-US" sz="2267" kern="0" spc="267" dirty="0">
                <a:solidFill>
                  <a:srgbClr val="00E5F5"/>
                </a:solidFill>
                <a:latin typeface="Century Gothic" pitchFamily="34" charset="0"/>
                <a:ea typeface="Century Gothic" pitchFamily="34" charset="-122"/>
                <a:cs typeface="Century Gothic" pitchFamily="34" charset="-120"/>
              </a:rPr>
              <a:t>SECURITY CONTROL FRAMEWORKS</a:t>
            </a:r>
            <a:endParaRPr lang="en-US" sz="2267" dirty="0">
              <a:solidFill>
                <a:prstClr val="black"/>
              </a:solidFill>
              <a:latin typeface="Calibri" panose="020F0502020204030204"/>
              <a:cs typeface="+mn-cs"/>
            </a:endParaRPr>
          </a:p>
        </p:txBody>
      </p:sp>
      <p:sp>
        <p:nvSpPr>
          <p:cNvPr id="4" name="Text 0"/>
          <p:cNvSpPr>
            <a:spLocks noGrp="1"/>
          </p:cNvSpPr>
          <p:nvPr>
            <p:ph type="title" idx="100" hasCustomPrompt="1"/>
          </p:nvPr>
        </p:nvSpPr>
        <p:spPr>
          <a:xfrm>
            <a:off x="341376" y="670560"/>
            <a:ext cx="5608320" cy="670560"/>
          </a:xfrm>
          <a:prstGeom prst="rect">
            <a:avLst/>
          </a:prstGeom>
          <a:noFill/>
          <a:ln/>
        </p:spPr>
        <p:txBody>
          <a:bodyPr wrap="square" lIns="0" tIns="0" rIns="0" bIns="0" rtlCol="0" anchor="ctr">
            <a:normAutofit/>
          </a:bodyPr>
          <a:lstStyle/>
          <a:p>
            <a:r>
              <a:rPr lang="en-US" sz="3600" b="1" dirty="0">
                <a:solidFill>
                  <a:srgbClr val="111111"/>
                </a:solidFill>
                <a:latin typeface="Century Gothic" pitchFamily="34" charset="0"/>
                <a:ea typeface="Century Gothic" pitchFamily="34" charset="-122"/>
                <a:cs typeface="Century Gothic" pitchFamily="34" charset="-120"/>
              </a:rPr>
              <a:t>ISO/IEC 27001:2022</a:t>
            </a:r>
            <a:endParaRPr lang="en-US" sz="3600" dirty="0"/>
          </a:p>
        </p:txBody>
      </p:sp>
      <p:sp>
        <p:nvSpPr>
          <p:cNvPr id="5" name="Text 3"/>
          <p:cNvSpPr/>
          <p:nvPr/>
        </p:nvSpPr>
        <p:spPr>
          <a:xfrm>
            <a:off x="5608320" y="670560"/>
            <a:ext cx="6278880" cy="755904"/>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000" dirty="0">
                <a:solidFill>
                  <a:srgbClr val="FF0000"/>
                </a:solidFill>
                <a:latin typeface="Segoe Print" pitchFamily="34" charset="0"/>
                <a:ea typeface="Segoe Print" pitchFamily="34" charset="-122"/>
                <a:cs typeface="Segoe Print" pitchFamily="34" charset="-120"/>
              </a:rPr>
              <a:t>Cloud security is now covered in</a:t>
            </a:r>
            <a:endParaRPr lang="en-US" sz="2000" dirty="0">
              <a:solidFill>
                <a:prstClr val="black"/>
              </a:solidFill>
              <a:latin typeface="Calibri" panose="020F0502020204030204"/>
              <a:cs typeface="+mn-cs"/>
            </a:endParaRPr>
          </a:p>
          <a:p>
            <a:pPr defTabSz="1219170" fontAlgn="auto">
              <a:spcBef>
                <a:spcPts val="0"/>
              </a:spcBef>
              <a:spcAft>
                <a:spcPts val="0"/>
              </a:spcAft>
            </a:pPr>
            <a:r>
              <a:rPr lang="en-US" sz="2000" dirty="0">
                <a:solidFill>
                  <a:srgbClr val="FF0000"/>
                </a:solidFill>
                <a:latin typeface="Segoe Print" pitchFamily="34" charset="0"/>
                <a:ea typeface="Segoe Print" pitchFamily="34" charset="-122"/>
                <a:cs typeface="Segoe Print" pitchFamily="34" charset="-120"/>
              </a:rPr>
              <a:t>the 2022 update to the standard</a:t>
            </a:r>
            <a:endParaRPr lang="en-US" sz="2000" dirty="0">
              <a:solidFill>
                <a:prstClr val="black"/>
              </a:solidFill>
              <a:latin typeface="Calibri" panose="020F0502020204030204"/>
              <a:cs typeface="+mn-cs"/>
            </a:endParaRPr>
          </a:p>
        </p:txBody>
      </p:sp>
      <p:sp>
        <p:nvSpPr>
          <p:cNvPr id="6" name="Cyan definition card">
            <a:extLst>
              <a:ext uri="{C183D7F6-B498-43B3-948B-1728B52AA6E4}">
                <adec:decorative xmlns:adec="http://schemas.microsoft.com/office/drawing/2017/decorative" val="1"/>
              </a:ext>
            </a:extLst>
          </p:cNvPr>
          <p:cNvSpPr/>
          <p:nvPr/>
        </p:nvSpPr>
        <p:spPr>
          <a:xfrm>
            <a:off x="0" y="1463040"/>
            <a:ext cx="11399520" cy="877824"/>
          </a:xfrm>
          <a:prstGeom prst="rect">
            <a:avLst/>
          </a:prstGeom>
          <a:solidFill>
            <a:srgbClr val="00F0FF"/>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7" name="Text 5"/>
          <p:cNvSpPr/>
          <p:nvPr/>
        </p:nvSpPr>
        <p:spPr>
          <a:xfrm>
            <a:off x="304800" y="1463040"/>
            <a:ext cx="10972800" cy="877824"/>
          </a:xfrm>
          <a:prstGeom prst="rect">
            <a:avLst/>
          </a:prstGeom>
          <a:noFill/>
          <a:ln/>
        </p:spPr>
        <p:txBody>
          <a:bodyPr wrap="square" lIns="0" tIns="0" rIns="0" bIns="0" rtlCol="0" anchor="ctr">
            <a:normAutofit/>
          </a:bodyPr>
          <a:lstStyle/>
          <a:p>
            <a:pPr defTabSz="1219170" fontAlgn="auto">
              <a:lnSpc>
                <a:spcPts val="2933"/>
              </a:lnSpc>
              <a:spcBef>
                <a:spcPts val="0"/>
              </a:spcBef>
              <a:spcAft>
                <a:spcPts val="0"/>
              </a:spcAft>
            </a:pPr>
            <a:r>
              <a:rPr lang="en-US" sz="2000" dirty="0">
                <a:solidFill>
                  <a:srgbClr val="111111"/>
                </a:solidFill>
                <a:latin typeface="Century Gothic" pitchFamily="34" charset="0"/>
                <a:ea typeface="Century Gothic" pitchFamily="34" charset="-122"/>
                <a:cs typeface="Century Gothic" pitchFamily="34" charset="-120"/>
              </a:rPr>
              <a:t>Outlines a framework for implementing, maintaining, and continually improving an Information Security Management System (ISMS)</a:t>
            </a:r>
            <a:endParaRPr lang="en-US" sz="2000" dirty="0">
              <a:solidFill>
                <a:prstClr val="black"/>
              </a:solidFill>
              <a:latin typeface="Calibri" panose="020F0502020204030204"/>
              <a:cs typeface="+mn-cs"/>
            </a:endParaRPr>
          </a:p>
        </p:txBody>
      </p:sp>
      <p:sp>
        <p:nvSpPr>
          <p:cNvPr id="8" name="Text 6"/>
          <p:cNvSpPr/>
          <p:nvPr/>
        </p:nvSpPr>
        <p:spPr>
          <a:xfrm>
            <a:off x="304800" y="2438400"/>
            <a:ext cx="10485120" cy="731520"/>
          </a:xfrm>
          <a:prstGeom prst="rect">
            <a:avLst/>
          </a:prstGeom>
          <a:noFill/>
          <a:ln/>
        </p:spPr>
        <p:txBody>
          <a:bodyPr wrap="square" lIns="0" tIns="0" rIns="0" bIns="0" rtlCol="0" anchor="ctr">
            <a:normAutofit/>
          </a:bodyPr>
          <a:lstStyle/>
          <a:p>
            <a:pPr defTabSz="1219170" fontAlgn="auto">
              <a:lnSpc>
                <a:spcPts val="2933"/>
              </a:lnSpc>
              <a:spcBef>
                <a:spcPts val="0"/>
              </a:spcBef>
              <a:spcAft>
                <a:spcPts val="0"/>
              </a:spcAft>
            </a:pPr>
            <a:r>
              <a:rPr lang="en-US" sz="2000" dirty="0">
                <a:solidFill>
                  <a:srgbClr val="111111"/>
                </a:solidFill>
                <a:latin typeface="Century Gothic" pitchFamily="34" charset="0"/>
                <a:ea typeface="Century Gothic" pitchFamily="34" charset="-122"/>
                <a:cs typeface="Century Gothic" pitchFamily="34" charset="-120"/>
              </a:rPr>
              <a:t>An ISMS is a set of policies, processes, and controls that helps organizations protect their information assets.</a:t>
            </a:r>
            <a:endParaRPr lang="en-US" sz="2000" dirty="0">
              <a:solidFill>
                <a:prstClr val="black"/>
              </a:solidFill>
              <a:latin typeface="Calibri" panose="020F0502020204030204"/>
              <a:cs typeface="+mn-cs"/>
            </a:endParaRPr>
          </a:p>
        </p:txBody>
      </p:sp>
      <p:sp>
        <p:nvSpPr>
          <p:cNvPr id="10" name="Subhead band">
            <a:extLst>
              <a:ext uri="{C183D7F6-B498-43B3-948B-1728B52AA6E4}">
                <adec:decorative xmlns:adec="http://schemas.microsoft.com/office/drawing/2017/decorative" val="1"/>
              </a:ext>
            </a:extLst>
          </p:cNvPr>
          <p:cNvSpPr/>
          <p:nvPr/>
        </p:nvSpPr>
        <p:spPr>
          <a:xfrm>
            <a:off x="219456" y="3291840"/>
            <a:ext cx="4145280" cy="548640"/>
          </a:xfrm>
          <a:prstGeom prst="rect">
            <a:avLst/>
          </a:prstGeom>
          <a:solidFill>
            <a:srgbClr val="DDDDDD"/>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1" name="Text 9"/>
          <p:cNvSpPr/>
          <p:nvPr/>
        </p:nvSpPr>
        <p:spPr>
          <a:xfrm>
            <a:off x="341376" y="3291840"/>
            <a:ext cx="3901440" cy="54864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267" b="1" dirty="0">
                <a:solidFill>
                  <a:srgbClr val="111111"/>
                </a:solidFill>
                <a:latin typeface="Century Gothic" pitchFamily="34" charset="0"/>
                <a:ea typeface="Century Gothic" pitchFamily="34" charset="-122"/>
                <a:cs typeface="Century Gothic" pitchFamily="34" charset="-120"/>
              </a:rPr>
              <a:t>Guides organizations in:</a:t>
            </a:r>
            <a:endParaRPr lang="en-US" sz="2267" dirty="0">
              <a:solidFill>
                <a:prstClr val="black"/>
              </a:solidFill>
              <a:latin typeface="Calibri" panose="020F0502020204030204"/>
              <a:cs typeface="+mn-cs"/>
            </a:endParaRPr>
          </a:p>
        </p:txBody>
      </p:sp>
      <p:sp>
        <p:nvSpPr>
          <p:cNvPr id="12" name="Text 10"/>
          <p:cNvSpPr/>
          <p:nvPr/>
        </p:nvSpPr>
        <p:spPr>
          <a:xfrm>
            <a:off x="304800" y="4023360"/>
            <a:ext cx="10485120" cy="731520"/>
          </a:xfrm>
          <a:prstGeom prst="rect">
            <a:avLst/>
          </a:prstGeom>
          <a:noFill/>
          <a:ln/>
        </p:spPr>
        <p:txBody>
          <a:bodyPr wrap="square" lIns="0" tIns="0" rIns="0" bIns="0" rtlCol="0" anchor="ctr">
            <a:normAutofit/>
          </a:bodyPr>
          <a:lstStyle/>
          <a:p>
            <a:pPr defTabSz="1219170" fontAlgn="auto">
              <a:lnSpc>
                <a:spcPts val="2933"/>
              </a:lnSpc>
              <a:spcBef>
                <a:spcPts val="0"/>
              </a:spcBef>
              <a:spcAft>
                <a:spcPts val="0"/>
              </a:spcAft>
            </a:pPr>
            <a:r>
              <a:rPr lang="en-US" sz="2000" dirty="0">
                <a:solidFill>
                  <a:srgbClr val="111111"/>
                </a:solidFill>
                <a:highlight>
                  <a:srgbClr val="FFF06A"/>
                </a:highlight>
                <a:latin typeface="Century Gothic" pitchFamily="34" charset="0"/>
                <a:ea typeface="Century Gothic" pitchFamily="34" charset="-122"/>
                <a:cs typeface="Century Gothic" pitchFamily="34" charset="-120"/>
              </a:rPr>
              <a:t>Identifying information assets</a:t>
            </a:r>
            <a:r>
              <a:rPr lang="en-US" sz="2000" dirty="0">
                <a:solidFill>
                  <a:srgbClr val="111111"/>
                </a:solidFill>
                <a:latin typeface="Century Gothic" pitchFamily="34" charset="0"/>
                <a:ea typeface="Century Gothic" pitchFamily="34" charset="-122"/>
                <a:cs typeface="Century Gothic" pitchFamily="34" charset="-120"/>
              </a:rPr>
              <a:t> and assessing their value and information security risks AND</a:t>
            </a:r>
            <a:endParaRPr lang="en-US" sz="2000" dirty="0">
              <a:solidFill>
                <a:prstClr val="black"/>
              </a:solidFill>
              <a:latin typeface="Calibri" panose="020F0502020204030204"/>
              <a:cs typeface="+mn-cs"/>
            </a:endParaRPr>
          </a:p>
        </p:txBody>
      </p:sp>
      <p:sp>
        <p:nvSpPr>
          <p:cNvPr id="13" name="Text 11"/>
          <p:cNvSpPr/>
          <p:nvPr/>
        </p:nvSpPr>
        <p:spPr>
          <a:xfrm>
            <a:off x="304800" y="4876800"/>
            <a:ext cx="10485120" cy="48768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000" dirty="0">
                <a:solidFill>
                  <a:srgbClr val="111111"/>
                </a:solidFill>
                <a:latin typeface="Century Gothic" pitchFamily="34" charset="0"/>
                <a:ea typeface="Century Gothic" pitchFamily="34" charset="-122"/>
                <a:cs typeface="Century Gothic" pitchFamily="34" charset="-120"/>
              </a:rPr>
              <a:t>Implementing mitigating security controls (based on </a:t>
            </a:r>
            <a:r>
              <a:rPr lang="en-US" sz="2000" b="1" dirty="0">
                <a:solidFill>
                  <a:srgbClr val="E05A10"/>
                </a:solidFill>
                <a:latin typeface="Century Gothic" pitchFamily="34" charset="0"/>
                <a:ea typeface="Century Gothic" pitchFamily="34" charset="-122"/>
                <a:cs typeface="Century Gothic" pitchFamily="34" charset="-120"/>
              </a:rPr>
              <a:t>ISO 27002</a:t>
            </a:r>
            <a:r>
              <a:rPr lang="en-US" sz="2000" dirty="0">
                <a:solidFill>
                  <a:srgbClr val="111111"/>
                </a:solidFill>
                <a:latin typeface="Century Gothic" pitchFamily="34" charset="0"/>
                <a:ea typeface="Century Gothic" pitchFamily="34" charset="-122"/>
                <a:cs typeface="Century Gothic" pitchFamily="34" charset="-120"/>
              </a:rPr>
              <a:t>)</a:t>
            </a:r>
            <a:endParaRPr lang="en-US" sz="2000" dirty="0">
              <a:solidFill>
                <a:prstClr val="black"/>
              </a:solidFill>
              <a:latin typeface="Calibri" panose="020F0502020204030204"/>
              <a:cs typeface="+mn-cs"/>
            </a:endParaRPr>
          </a:p>
        </p:txBody>
      </p:sp>
      <p:sp>
        <p:nvSpPr>
          <p:cNvPr id="14" name="Marker underline">
            <a:extLst>
              <a:ext uri="{C183D7F6-B498-43B3-948B-1728B52AA6E4}">
                <adec:decorative xmlns:adec="http://schemas.microsoft.com/office/drawing/2017/decorative" val="1"/>
              </a:ext>
            </a:extLst>
          </p:cNvPr>
          <p:cNvSpPr/>
          <p:nvPr/>
        </p:nvSpPr>
        <p:spPr>
          <a:xfrm flipV="1">
            <a:off x="304800" y="5344160"/>
            <a:ext cx="1600200" cy="0"/>
          </a:xfrm>
          <a:prstGeom prst="line">
            <a:avLst/>
          </a:prstGeom>
          <a:noFill/>
          <a:ln w="28575">
            <a:solidFill>
              <a:srgbClr val="FF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5" name="Text 13"/>
          <p:cNvSpPr/>
          <p:nvPr/>
        </p:nvSpPr>
        <p:spPr>
          <a:xfrm>
            <a:off x="304800" y="5486400"/>
            <a:ext cx="10485120" cy="731520"/>
          </a:xfrm>
          <a:prstGeom prst="rect">
            <a:avLst/>
          </a:prstGeom>
          <a:noFill/>
          <a:ln/>
        </p:spPr>
        <p:txBody>
          <a:bodyPr wrap="square" lIns="0" tIns="0" rIns="0" bIns="0" rtlCol="0" anchor="ctr">
            <a:normAutofit/>
          </a:bodyPr>
          <a:lstStyle/>
          <a:p>
            <a:pPr defTabSz="1219170" fontAlgn="auto">
              <a:lnSpc>
                <a:spcPts val="2933"/>
              </a:lnSpc>
              <a:spcBef>
                <a:spcPts val="0"/>
              </a:spcBef>
              <a:spcAft>
                <a:spcPts val="0"/>
              </a:spcAft>
            </a:pPr>
            <a:r>
              <a:rPr lang="en-US" sz="2000" dirty="0">
                <a:solidFill>
                  <a:srgbClr val="111111"/>
                </a:solidFill>
                <a:latin typeface="Century Gothic" pitchFamily="34" charset="0"/>
                <a:ea typeface="Century Gothic" pitchFamily="34" charset="-122"/>
                <a:cs typeface="Century Gothic" pitchFamily="34" charset="-120"/>
              </a:rPr>
              <a:t>Regularly </a:t>
            </a:r>
            <a:r>
              <a:rPr lang="en-US" sz="2000" dirty="0">
                <a:solidFill>
                  <a:srgbClr val="111111"/>
                </a:solidFill>
                <a:highlight>
                  <a:srgbClr val="FFF06A"/>
                </a:highlight>
                <a:latin typeface="Century Gothic" pitchFamily="34" charset="0"/>
                <a:ea typeface="Century Gothic" pitchFamily="34" charset="-122"/>
                <a:cs typeface="Century Gothic" pitchFamily="34" charset="-120"/>
              </a:rPr>
              <a:t>monitoring and measuring effectiveness</a:t>
            </a:r>
            <a:r>
              <a:rPr lang="en-US" sz="2000" dirty="0">
                <a:solidFill>
                  <a:srgbClr val="111111"/>
                </a:solidFill>
                <a:latin typeface="Century Gothic" pitchFamily="34" charset="0"/>
                <a:ea typeface="Century Gothic" pitchFamily="34" charset="-122"/>
                <a:cs typeface="Century Gothic" pitchFamily="34" charset="-120"/>
              </a:rPr>
              <a:t> of and continuously improving the ISMS</a:t>
            </a:r>
            <a:endParaRPr lang="en-US" sz="2000" dirty="0">
              <a:solidFill>
                <a:prstClr val="black"/>
              </a:solidFill>
              <a:latin typeface="Calibri" panose="020F0502020204030204"/>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FB6616-1C5D-750A-DA73-62503D1546E8}"/>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3D1B09-5F25-239D-6F90-46B60C0C534B}"/>
              </a:ext>
            </a:extLst>
          </p:cNvPr>
          <p:cNvPicPr>
            <a:picLocks noGrp="1" noChangeAspect="1"/>
          </p:cNvPicPr>
          <p:nvPr>
            <p:ph idx="1"/>
          </p:nvPr>
        </p:nvPicPr>
        <p:blipFill>
          <a:blip r:embed="rId2"/>
          <a:stretch>
            <a:fillRect/>
          </a:stretch>
        </p:blipFill>
        <p:spPr>
          <a:xfrm>
            <a:off x="1752600" y="838200"/>
            <a:ext cx="9128406" cy="5773716"/>
          </a:xfrm>
          <a:prstGeom prst="rect">
            <a:avLst/>
          </a:prstGeom>
        </p:spPr>
      </p:pic>
      <p:sp>
        <p:nvSpPr>
          <p:cNvPr id="3" name="TextBox 2">
            <a:extLst>
              <a:ext uri="{FF2B5EF4-FFF2-40B4-BE49-F238E27FC236}">
                <a16:creationId xmlns:a16="http://schemas.microsoft.com/office/drawing/2014/main" id="{918CA76D-1B1C-87A6-BF84-4C3DA4B817C6}"/>
              </a:ext>
            </a:extLst>
          </p:cNvPr>
          <p:cNvSpPr txBox="1"/>
          <p:nvPr/>
        </p:nvSpPr>
        <p:spPr>
          <a:xfrm>
            <a:off x="1743075" y="246084"/>
            <a:ext cx="6096000"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hlinkClick r:id="rId3"/>
              </a:rPr>
              <a:t>Cybersecurity Framework | NIST</a:t>
            </a:r>
            <a:endParaRPr kumimoji="0" lang="en-US" sz="18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100725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a:extLst>
              <a:ext uri="{C183D7F6-B498-43B3-948B-1728B52AA6E4}">
                <adec:decorative xmlns:adec="http://schemas.microsoft.com/office/drawing/2017/decorative" val="1"/>
              </a:ext>
            </a:extLst>
          </p:cNvPr>
          <p:cNvSpPr/>
          <p:nvPr/>
        </p:nvSpPr>
        <p:spPr>
          <a:xfrm>
            <a:off x="0" y="0"/>
            <a:ext cx="12192000" cy="1158240"/>
          </a:xfrm>
          <a:prstGeom prst="rect">
            <a:avLst/>
          </a:prstGeom>
          <a:solidFill>
            <a:srgbClr val="F0F0F0"/>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268224" y="73152"/>
            <a:ext cx="11582400" cy="97536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4533" kern="0" spc="67" dirty="0">
                <a:solidFill>
                  <a:srgbClr val="111111"/>
                </a:solidFill>
                <a:latin typeface="Impact" pitchFamily="34" charset="0"/>
                <a:ea typeface="Impact" pitchFamily="34" charset="-122"/>
                <a:cs typeface="Impact" pitchFamily="34" charset="-120"/>
              </a:rPr>
              <a:t>FRAMEWORKS</a:t>
            </a:r>
            <a:endParaRPr lang="en-US" sz="4533" dirty="0">
              <a:solidFill>
                <a:prstClr val="black"/>
              </a:solidFill>
              <a:latin typeface="Calibri" panose="020F0502020204030204"/>
              <a:cs typeface="+mn-cs"/>
            </a:endParaRPr>
          </a:p>
        </p:txBody>
      </p:sp>
      <p:sp>
        <p:nvSpPr>
          <p:cNvPr id="4" name="Cyan definition card">
            <a:extLst>
              <a:ext uri="{C183D7F6-B498-43B3-948B-1728B52AA6E4}">
                <adec:decorative xmlns:adec="http://schemas.microsoft.com/office/drawing/2017/decorative" val="1"/>
              </a:ext>
            </a:extLst>
          </p:cNvPr>
          <p:cNvSpPr/>
          <p:nvPr/>
        </p:nvSpPr>
        <p:spPr>
          <a:xfrm>
            <a:off x="0" y="1341120"/>
            <a:ext cx="10180320" cy="999744"/>
          </a:xfrm>
          <a:prstGeom prst="rect">
            <a:avLst/>
          </a:prstGeom>
          <a:solidFill>
            <a:srgbClr val="00F0FF"/>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5" name="Text 3"/>
          <p:cNvSpPr/>
          <p:nvPr/>
        </p:nvSpPr>
        <p:spPr>
          <a:xfrm>
            <a:off x="487680" y="1341120"/>
            <a:ext cx="9570720" cy="999744"/>
          </a:xfrm>
          <a:prstGeom prst="rect">
            <a:avLst/>
          </a:prstGeom>
          <a:noFill/>
          <a:ln/>
        </p:spPr>
        <p:txBody>
          <a:bodyPr wrap="square" lIns="0" tIns="0" rIns="0" bIns="0" rtlCol="0" anchor="ctr">
            <a:normAutofit/>
          </a:bodyPr>
          <a:lstStyle/>
          <a:p>
            <a:pPr defTabSz="1219170" fontAlgn="auto">
              <a:lnSpc>
                <a:spcPts val="3467"/>
              </a:lnSpc>
              <a:spcBef>
                <a:spcPts val="0"/>
              </a:spcBef>
              <a:spcAft>
                <a:spcPts val="0"/>
              </a:spcAft>
            </a:pPr>
            <a:r>
              <a:rPr lang="en-US" sz="2400" dirty="0">
                <a:solidFill>
                  <a:srgbClr val="111111"/>
                </a:solidFill>
                <a:latin typeface="Century Gothic" pitchFamily="34" charset="0"/>
                <a:ea typeface="Century Gothic" pitchFamily="34" charset="-122"/>
                <a:cs typeface="Century Gothic" pitchFamily="34" charset="-120"/>
              </a:rPr>
              <a:t>A note about the </a:t>
            </a:r>
            <a:r>
              <a:rPr lang="en-US" sz="2400" b="1" dirty="0">
                <a:solidFill>
                  <a:srgbClr val="111111"/>
                </a:solidFill>
                <a:latin typeface="Century Gothic" pitchFamily="34" charset="0"/>
                <a:ea typeface="Century Gothic" pitchFamily="34" charset="-122"/>
                <a:cs typeface="Century Gothic" pitchFamily="34" charset="-120"/>
              </a:rPr>
              <a:t>NIST Risk Management Framework (RMF)</a:t>
            </a:r>
            <a:r>
              <a:rPr lang="en-US" sz="2400" dirty="0">
                <a:solidFill>
                  <a:srgbClr val="111111"/>
                </a:solidFill>
                <a:latin typeface="Century Gothic" pitchFamily="34" charset="0"/>
                <a:ea typeface="Century Gothic" pitchFamily="34" charset="-122"/>
                <a:cs typeface="Century Gothic" pitchFamily="34" charset="-120"/>
              </a:rPr>
              <a:t> and </a:t>
            </a:r>
            <a:r>
              <a:rPr lang="en-US" sz="2400" b="1" dirty="0">
                <a:solidFill>
                  <a:srgbClr val="111111"/>
                </a:solidFill>
                <a:latin typeface="Century Gothic" pitchFamily="34" charset="0"/>
                <a:ea typeface="Century Gothic" pitchFamily="34" charset="-122"/>
                <a:cs typeface="Century Gothic" pitchFamily="34" charset="-120"/>
              </a:rPr>
              <a:t>NIST Cybersecurity Framework (CSF)</a:t>
            </a:r>
            <a:endParaRPr lang="en-US" sz="2400" dirty="0">
              <a:solidFill>
                <a:prstClr val="black"/>
              </a:solidFill>
              <a:latin typeface="Calibri" panose="020F0502020204030204"/>
              <a:cs typeface="+mn-cs"/>
            </a:endParaRPr>
          </a:p>
        </p:txBody>
      </p:sp>
      <p:sp>
        <p:nvSpPr>
          <p:cNvPr id="6" name="Text 4"/>
          <p:cNvSpPr/>
          <p:nvPr/>
        </p:nvSpPr>
        <p:spPr>
          <a:xfrm>
            <a:off x="548640" y="2682240"/>
            <a:ext cx="10850880" cy="512064"/>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400" b="1" dirty="0">
                <a:solidFill>
                  <a:srgbClr val="111111"/>
                </a:solidFill>
                <a:latin typeface="Century Gothic" pitchFamily="34" charset="0"/>
                <a:ea typeface="Century Gothic" pitchFamily="34" charset="-122"/>
                <a:cs typeface="Century Gothic" pitchFamily="34" charset="-120"/>
              </a:rPr>
              <a:t>RMF</a:t>
            </a:r>
            <a:r>
              <a:rPr lang="en-US" sz="2400" dirty="0">
                <a:solidFill>
                  <a:srgbClr val="111111"/>
                </a:solidFill>
                <a:latin typeface="Century Gothic" pitchFamily="34" charset="0"/>
                <a:ea typeface="Century Gothic" pitchFamily="34" charset="-122"/>
                <a:cs typeface="Century Gothic" pitchFamily="34" charset="-120"/>
              </a:rPr>
              <a:t>'s audience is </a:t>
            </a:r>
            <a:r>
              <a:rPr lang="en-US" sz="2400" dirty="0">
                <a:solidFill>
                  <a:srgbClr val="111111"/>
                </a:solidFill>
                <a:highlight>
                  <a:srgbClr val="FFF06A"/>
                </a:highlight>
                <a:latin typeface="Century Gothic" pitchFamily="34" charset="0"/>
                <a:ea typeface="Century Gothic" pitchFamily="34" charset="-122"/>
                <a:cs typeface="Century Gothic" pitchFamily="34" charset="-120"/>
              </a:rPr>
              <a:t>federal government</a:t>
            </a:r>
            <a:r>
              <a:rPr lang="en-US" sz="2400" dirty="0">
                <a:solidFill>
                  <a:srgbClr val="111111"/>
                </a:solidFill>
                <a:latin typeface="Century Gothic" pitchFamily="34" charset="0"/>
                <a:ea typeface="Century Gothic" pitchFamily="34" charset="-122"/>
                <a:cs typeface="Century Gothic" pitchFamily="34" charset="-120"/>
              </a:rPr>
              <a:t> agencies</a:t>
            </a:r>
            <a:endParaRPr lang="en-US" sz="2400" dirty="0">
              <a:solidFill>
                <a:prstClr val="black"/>
              </a:solidFill>
              <a:latin typeface="Calibri" panose="020F0502020204030204"/>
              <a:cs typeface="+mn-cs"/>
            </a:endParaRPr>
          </a:p>
        </p:txBody>
      </p:sp>
      <p:sp>
        <p:nvSpPr>
          <p:cNvPr id="7" name="Text 5"/>
          <p:cNvSpPr/>
          <p:nvPr/>
        </p:nvSpPr>
        <p:spPr>
          <a:xfrm>
            <a:off x="548640" y="3291840"/>
            <a:ext cx="10850880" cy="54864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533" dirty="0">
                <a:solidFill>
                  <a:srgbClr val="FF0000"/>
                </a:solidFill>
                <a:latin typeface="Segoe Print" pitchFamily="34" charset="0"/>
                <a:ea typeface="Segoe Print" pitchFamily="34" charset="-122"/>
                <a:cs typeface="Segoe Print" pitchFamily="34" charset="-120"/>
              </a:rPr>
              <a:t>The RMF is MANDATORY for those to which it applies</a:t>
            </a:r>
            <a:endParaRPr lang="en-US" sz="2533" dirty="0">
              <a:solidFill>
                <a:prstClr val="black"/>
              </a:solidFill>
              <a:latin typeface="Calibri" panose="020F0502020204030204"/>
              <a:cs typeface="+mn-cs"/>
            </a:endParaRPr>
          </a:p>
        </p:txBody>
      </p:sp>
      <p:sp>
        <p:nvSpPr>
          <p:cNvPr id="8" name="Marker underline">
            <a:extLst>
              <a:ext uri="{C183D7F6-B498-43B3-948B-1728B52AA6E4}">
                <adec:decorative xmlns:adec="http://schemas.microsoft.com/office/drawing/2017/decorative" val="1"/>
              </a:ext>
            </a:extLst>
          </p:cNvPr>
          <p:cNvSpPr/>
          <p:nvPr/>
        </p:nvSpPr>
        <p:spPr>
          <a:xfrm>
            <a:off x="2612625" y="3681984"/>
            <a:ext cx="1688713" cy="0"/>
          </a:xfrm>
          <a:prstGeom prst="line">
            <a:avLst/>
          </a:prstGeom>
          <a:noFill/>
          <a:ln w="28575">
            <a:solidFill>
              <a:srgbClr val="FF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9" name="Text 7"/>
          <p:cNvSpPr/>
          <p:nvPr/>
        </p:nvSpPr>
        <p:spPr>
          <a:xfrm>
            <a:off x="548640" y="3840480"/>
            <a:ext cx="10850880" cy="512064"/>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400" b="1" dirty="0">
                <a:solidFill>
                  <a:srgbClr val="111111"/>
                </a:solidFill>
                <a:latin typeface="Century Gothic" pitchFamily="34" charset="0"/>
                <a:ea typeface="Century Gothic" pitchFamily="34" charset="-122"/>
                <a:cs typeface="Century Gothic" pitchFamily="34" charset="-120"/>
              </a:rPr>
              <a:t>CSF</a:t>
            </a:r>
            <a:r>
              <a:rPr lang="en-US" sz="2400" dirty="0">
                <a:solidFill>
                  <a:srgbClr val="111111"/>
                </a:solidFill>
                <a:latin typeface="Century Gothic" pitchFamily="34" charset="0"/>
                <a:ea typeface="Century Gothic" pitchFamily="34" charset="-122"/>
                <a:cs typeface="Century Gothic" pitchFamily="34" charset="-120"/>
              </a:rPr>
              <a:t> is aimed at </a:t>
            </a:r>
            <a:r>
              <a:rPr lang="en-US" sz="2400" dirty="0">
                <a:solidFill>
                  <a:srgbClr val="111111"/>
                </a:solidFill>
                <a:highlight>
                  <a:srgbClr val="FFF06A"/>
                </a:highlight>
                <a:latin typeface="Century Gothic" pitchFamily="34" charset="0"/>
                <a:ea typeface="Century Gothic" pitchFamily="34" charset="-122"/>
                <a:cs typeface="Century Gothic" pitchFamily="34" charset="-120"/>
              </a:rPr>
              <a:t>private (commercial) business</a:t>
            </a:r>
            <a:endParaRPr lang="en-US" sz="2400" dirty="0">
              <a:solidFill>
                <a:prstClr val="black"/>
              </a:solidFill>
              <a:latin typeface="Calibri" panose="020F0502020204030204"/>
              <a:cs typeface="+mn-cs"/>
            </a:endParaRPr>
          </a:p>
        </p:txBody>
      </p:sp>
      <p:sp>
        <p:nvSpPr>
          <p:cNvPr id="10" name="Text 8"/>
          <p:cNvSpPr/>
          <p:nvPr/>
        </p:nvSpPr>
        <p:spPr>
          <a:xfrm>
            <a:off x="548640" y="4389120"/>
            <a:ext cx="10850880" cy="54864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533" dirty="0">
                <a:solidFill>
                  <a:srgbClr val="FF0000"/>
                </a:solidFill>
                <a:latin typeface="Segoe Print" pitchFamily="34" charset="0"/>
                <a:ea typeface="Segoe Print" pitchFamily="34" charset="-122"/>
                <a:cs typeface="Segoe Print" pitchFamily="34" charset="-120"/>
              </a:rPr>
              <a:t>The CSF is purely OPTIONAL guidance from NIST</a:t>
            </a:r>
            <a:endParaRPr lang="en-US" sz="2533" dirty="0">
              <a:solidFill>
                <a:prstClr val="black"/>
              </a:solidFill>
              <a:latin typeface="Calibri" panose="020F0502020204030204"/>
              <a:cs typeface="+mn-cs"/>
            </a:endParaRPr>
          </a:p>
        </p:txBody>
      </p:sp>
      <p:sp>
        <p:nvSpPr>
          <p:cNvPr id="11" name="Marker underline">
            <a:extLst>
              <a:ext uri="{C183D7F6-B498-43B3-948B-1728B52AA6E4}">
                <adec:decorative xmlns:adec="http://schemas.microsoft.com/office/drawing/2017/decorative" val="1"/>
              </a:ext>
            </a:extLst>
          </p:cNvPr>
          <p:cNvSpPr/>
          <p:nvPr/>
        </p:nvSpPr>
        <p:spPr>
          <a:xfrm>
            <a:off x="3753269" y="4907424"/>
            <a:ext cx="1501079" cy="0"/>
          </a:xfrm>
          <a:prstGeom prst="line">
            <a:avLst/>
          </a:prstGeom>
          <a:noFill/>
          <a:ln w="28575">
            <a:solidFill>
              <a:srgbClr val="FF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2" name="Text 10"/>
          <p:cNvSpPr/>
          <p:nvPr/>
        </p:nvSpPr>
        <p:spPr>
          <a:xfrm>
            <a:off x="487680" y="4998720"/>
            <a:ext cx="10850880" cy="54864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400" dirty="0">
                <a:solidFill>
                  <a:srgbClr val="111111"/>
                </a:solidFill>
                <a:latin typeface="Century Gothic" pitchFamily="34" charset="0"/>
                <a:ea typeface="Century Gothic" pitchFamily="34" charset="-122"/>
                <a:cs typeface="Century Gothic" pitchFamily="34" charset="-120"/>
              </a:rPr>
              <a:t>…though both address cybersecurity risk management.</a:t>
            </a:r>
            <a:endParaRPr lang="en-US" sz="2400" dirty="0">
              <a:solidFill>
                <a:prstClr val="black"/>
              </a:solidFill>
              <a:latin typeface="Calibri" panose="020F0502020204030204"/>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a:extLst>
              <a:ext uri="{C183D7F6-B498-43B3-948B-1728B52AA6E4}">
                <adec:decorative xmlns:adec="http://schemas.microsoft.com/office/drawing/2017/decorative" val="1"/>
              </a:ext>
            </a:extLst>
          </p:cNvPr>
          <p:cNvSpPr/>
          <p:nvPr/>
        </p:nvSpPr>
        <p:spPr>
          <a:xfrm>
            <a:off x="0" y="0"/>
            <a:ext cx="12192000" cy="1158240"/>
          </a:xfrm>
          <a:prstGeom prst="rect">
            <a:avLst/>
          </a:prstGeom>
          <a:solidFill>
            <a:srgbClr val="F0F0F0"/>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268224" y="73152"/>
            <a:ext cx="11582400" cy="97536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4533" kern="0" spc="67" dirty="0">
                <a:solidFill>
                  <a:srgbClr val="111111"/>
                </a:solidFill>
                <a:latin typeface="Impact" pitchFamily="34" charset="0"/>
                <a:ea typeface="Impact" pitchFamily="34" charset="-122"/>
                <a:cs typeface="Impact" pitchFamily="34" charset="-120"/>
              </a:rPr>
              <a:t>FRAMEWORKS</a:t>
            </a:r>
            <a:endParaRPr lang="en-US" sz="4533" dirty="0">
              <a:solidFill>
                <a:prstClr val="black"/>
              </a:solidFill>
              <a:latin typeface="Calibri" panose="020F0502020204030204"/>
              <a:cs typeface="+mn-cs"/>
            </a:endParaRPr>
          </a:p>
        </p:txBody>
      </p:sp>
      <p:sp>
        <p:nvSpPr>
          <p:cNvPr id="4" name="Cyan card">
            <a:extLst>
              <a:ext uri="{C183D7F6-B498-43B3-948B-1728B52AA6E4}">
                <adec:decorative xmlns:adec="http://schemas.microsoft.com/office/drawing/2017/decorative" val="1"/>
              </a:ext>
            </a:extLst>
          </p:cNvPr>
          <p:cNvSpPr/>
          <p:nvPr/>
        </p:nvSpPr>
        <p:spPr>
          <a:xfrm>
            <a:off x="0" y="1280160"/>
            <a:ext cx="3413760" cy="609600"/>
          </a:xfrm>
          <a:prstGeom prst="rect">
            <a:avLst/>
          </a:prstGeom>
          <a:solidFill>
            <a:srgbClr val="00F0FF"/>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5" name="Text 3"/>
          <p:cNvSpPr/>
          <p:nvPr/>
        </p:nvSpPr>
        <p:spPr>
          <a:xfrm>
            <a:off x="609600" y="1280160"/>
            <a:ext cx="2682240" cy="609600"/>
          </a:xfrm>
          <a:prstGeom prst="rect">
            <a:avLst/>
          </a:prstGeom>
          <a:noFill/>
          <a:ln/>
        </p:spPr>
        <p:txBody>
          <a:bodyPr wrap="square" lIns="0" tIns="0" rIns="0" bIns="0" rtlCol="0" anchor="ctr"/>
          <a:lstStyle/>
          <a:p>
            <a:pPr defTabSz="1219170" fontAlgn="auto">
              <a:spcBef>
                <a:spcPts val="0"/>
              </a:spcBef>
              <a:spcAft>
                <a:spcPts val="0"/>
              </a:spcAft>
            </a:pPr>
            <a:r>
              <a:rPr lang="en-US" sz="2267" dirty="0">
                <a:solidFill>
                  <a:srgbClr val="111111"/>
                </a:solidFill>
                <a:latin typeface="Century Gothic" pitchFamily="34" charset="0"/>
                <a:ea typeface="Century Gothic" pitchFamily="34" charset="-122"/>
                <a:cs typeface="Century Gothic" pitchFamily="34" charset="-120"/>
              </a:rPr>
              <a:t>Stated simply:</a:t>
            </a:r>
            <a:endParaRPr lang="en-US" sz="2267" dirty="0">
              <a:solidFill>
                <a:prstClr val="black"/>
              </a:solidFill>
              <a:latin typeface="Calibri" panose="020F0502020204030204"/>
              <a:cs typeface="+mn-cs"/>
            </a:endParaRPr>
          </a:p>
        </p:txBody>
      </p:sp>
      <p:sp>
        <p:nvSpPr>
          <p:cNvPr id="6" name="Text 4"/>
          <p:cNvSpPr/>
          <p:nvPr/>
        </p:nvSpPr>
        <p:spPr>
          <a:xfrm>
            <a:off x="609600" y="2097024"/>
            <a:ext cx="6096000" cy="512064"/>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933" b="1" dirty="0">
                <a:ln w="15875">
                  <a:solidFill>
                    <a:srgbClr val="111111"/>
                  </a:solidFill>
                </a:ln>
                <a:solidFill>
                  <a:srgbClr val="00E5F5"/>
                </a:solidFill>
                <a:latin typeface="Century Gothic" pitchFamily="34" charset="0"/>
                <a:ea typeface="Century Gothic" pitchFamily="34" charset="-122"/>
                <a:cs typeface="Century Gothic" pitchFamily="34" charset="-120"/>
              </a:rPr>
              <a:t>Risk frameworks</a:t>
            </a:r>
            <a:endParaRPr lang="en-US" sz="2933" dirty="0">
              <a:solidFill>
                <a:prstClr val="black"/>
              </a:solidFill>
              <a:latin typeface="Calibri" panose="020F0502020204030204"/>
              <a:cs typeface="+mn-cs"/>
            </a:endParaRPr>
          </a:p>
        </p:txBody>
      </p:sp>
      <p:sp>
        <p:nvSpPr>
          <p:cNvPr id="7" name="Text 5"/>
          <p:cNvSpPr/>
          <p:nvPr/>
        </p:nvSpPr>
        <p:spPr>
          <a:xfrm>
            <a:off x="609600" y="2468880"/>
            <a:ext cx="9753600" cy="877824"/>
          </a:xfrm>
          <a:prstGeom prst="rect">
            <a:avLst/>
          </a:prstGeom>
          <a:noFill/>
          <a:ln/>
        </p:spPr>
        <p:txBody>
          <a:bodyPr wrap="square" lIns="0" tIns="0" rIns="0" bIns="0" rtlCol="0" anchor="ctr">
            <a:normAutofit/>
          </a:bodyPr>
          <a:lstStyle/>
          <a:p>
            <a:pPr defTabSz="1219170" fontAlgn="auto">
              <a:lnSpc>
                <a:spcPts val="3467"/>
              </a:lnSpc>
              <a:spcBef>
                <a:spcPts val="0"/>
              </a:spcBef>
              <a:spcAft>
                <a:spcPts val="0"/>
              </a:spcAft>
            </a:pPr>
            <a:r>
              <a:rPr lang="en-US" sz="2267" dirty="0">
                <a:solidFill>
                  <a:srgbClr val="111111"/>
                </a:solidFill>
                <a:latin typeface="Century Gothic" pitchFamily="34" charset="0"/>
                <a:ea typeface="Century Gothic" pitchFamily="34" charset="-122"/>
                <a:cs typeface="Century Gothic" pitchFamily="34" charset="-120"/>
              </a:rPr>
              <a:t>address the "</a:t>
            </a:r>
            <a:r>
              <a:rPr lang="en-US" sz="2267" b="1" dirty="0">
                <a:solidFill>
                  <a:srgbClr val="E05A10"/>
                </a:solidFill>
                <a:latin typeface="Century Gothic" pitchFamily="34" charset="0"/>
                <a:ea typeface="Century Gothic" pitchFamily="34" charset="-122"/>
                <a:cs typeface="Century Gothic" pitchFamily="34" charset="-120"/>
              </a:rPr>
              <a:t>why</a:t>
            </a:r>
            <a:r>
              <a:rPr lang="en-US" sz="2267" dirty="0">
                <a:solidFill>
                  <a:srgbClr val="111111"/>
                </a:solidFill>
                <a:latin typeface="Century Gothic" pitchFamily="34" charset="0"/>
                <a:ea typeface="Century Gothic" pitchFamily="34" charset="-122"/>
                <a:cs typeface="Century Gothic" pitchFamily="34" charset="-120"/>
              </a:rPr>
              <a:t>" - they </a:t>
            </a:r>
            <a:r>
              <a:rPr lang="en-US" sz="2267" dirty="0">
                <a:solidFill>
                  <a:srgbClr val="111111"/>
                </a:solidFill>
                <a:highlight>
                  <a:srgbClr val="FFF06A"/>
                </a:highlight>
                <a:latin typeface="Century Gothic" pitchFamily="34" charset="0"/>
                <a:ea typeface="Century Gothic" pitchFamily="34" charset="-122"/>
                <a:cs typeface="Century Gothic" pitchFamily="34" charset="-120"/>
              </a:rPr>
              <a:t>guide strategic decision-making</a:t>
            </a:r>
            <a:r>
              <a:rPr lang="en-US" sz="2267" dirty="0">
                <a:solidFill>
                  <a:srgbClr val="111111"/>
                </a:solidFill>
                <a:latin typeface="Century Gothic" pitchFamily="34" charset="0"/>
                <a:ea typeface="Century Gothic" pitchFamily="34" charset="-122"/>
                <a:cs typeface="Century Gothic" pitchFamily="34" charset="-120"/>
              </a:rPr>
              <a:t> about risk.</a:t>
            </a:r>
            <a:endParaRPr lang="en-US" sz="2267" dirty="0">
              <a:solidFill>
                <a:prstClr val="black"/>
              </a:solidFill>
              <a:latin typeface="Calibri" panose="020F0502020204030204"/>
              <a:cs typeface="+mn-cs"/>
            </a:endParaRPr>
          </a:p>
        </p:txBody>
      </p:sp>
      <p:sp>
        <p:nvSpPr>
          <p:cNvPr id="8" name="Text 6"/>
          <p:cNvSpPr/>
          <p:nvPr/>
        </p:nvSpPr>
        <p:spPr>
          <a:xfrm>
            <a:off x="609600" y="3373120"/>
            <a:ext cx="7315200" cy="512064"/>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933" b="1" dirty="0">
                <a:ln w="15875">
                  <a:solidFill>
                    <a:srgbClr val="111111"/>
                  </a:solidFill>
                </a:ln>
                <a:solidFill>
                  <a:srgbClr val="00E5F5"/>
                </a:solidFill>
                <a:latin typeface="Century Gothic" pitchFamily="34" charset="0"/>
                <a:ea typeface="Century Gothic" pitchFamily="34" charset="-122"/>
                <a:cs typeface="Century Gothic" pitchFamily="34" charset="-120"/>
              </a:rPr>
              <a:t>Security control frameworks</a:t>
            </a:r>
            <a:endParaRPr lang="en-US" sz="2933" dirty="0">
              <a:solidFill>
                <a:prstClr val="black"/>
              </a:solidFill>
              <a:latin typeface="Calibri" panose="020F0502020204030204"/>
              <a:cs typeface="+mn-cs"/>
            </a:endParaRPr>
          </a:p>
        </p:txBody>
      </p:sp>
      <p:sp>
        <p:nvSpPr>
          <p:cNvPr id="9" name="Text 7"/>
          <p:cNvSpPr/>
          <p:nvPr/>
        </p:nvSpPr>
        <p:spPr>
          <a:xfrm>
            <a:off x="609600" y="3919728"/>
            <a:ext cx="9753600" cy="877824"/>
          </a:xfrm>
          <a:prstGeom prst="rect">
            <a:avLst/>
          </a:prstGeom>
          <a:noFill/>
          <a:ln/>
        </p:spPr>
        <p:txBody>
          <a:bodyPr wrap="square" lIns="0" tIns="0" rIns="0" bIns="0" rtlCol="0" anchor="ctr">
            <a:normAutofit/>
          </a:bodyPr>
          <a:lstStyle/>
          <a:p>
            <a:pPr defTabSz="1219170" fontAlgn="auto">
              <a:lnSpc>
                <a:spcPts val="3467"/>
              </a:lnSpc>
              <a:spcBef>
                <a:spcPts val="0"/>
              </a:spcBef>
              <a:spcAft>
                <a:spcPts val="0"/>
              </a:spcAft>
            </a:pPr>
            <a:r>
              <a:rPr lang="en-US" sz="2267" dirty="0">
                <a:solidFill>
                  <a:srgbClr val="111111"/>
                </a:solidFill>
                <a:latin typeface="Century Gothic" pitchFamily="34" charset="0"/>
                <a:ea typeface="Century Gothic" pitchFamily="34" charset="-122"/>
                <a:cs typeface="Century Gothic" pitchFamily="34" charset="-120"/>
              </a:rPr>
              <a:t>address the "</a:t>
            </a:r>
            <a:r>
              <a:rPr lang="en-US" sz="2267" b="1" dirty="0">
                <a:solidFill>
                  <a:srgbClr val="E05A10"/>
                </a:solidFill>
                <a:latin typeface="Century Gothic" pitchFamily="34" charset="0"/>
                <a:ea typeface="Century Gothic" pitchFamily="34" charset="-122"/>
                <a:cs typeface="Century Gothic" pitchFamily="34" charset="-120"/>
              </a:rPr>
              <a:t>how</a:t>
            </a:r>
            <a:r>
              <a:rPr lang="en-US" sz="2267" dirty="0">
                <a:solidFill>
                  <a:srgbClr val="111111"/>
                </a:solidFill>
                <a:latin typeface="Century Gothic" pitchFamily="34" charset="0"/>
                <a:ea typeface="Century Gothic" pitchFamily="34" charset="-122"/>
                <a:cs typeface="Century Gothic" pitchFamily="34" charset="-120"/>
              </a:rPr>
              <a:t>" – </a:t>
            </a:r>
            <a:r>
              <a:rPr lang="en-US" sz="2267" dirty="0">
                <a:solidFill>
                  <a:srgbClr val="111111"/>
                </a:solidFill>
                <a:highlight>
                  <a:srgbClr val="FFF06A"/>
                </a:highlight>
                <a:latin typeface="Century Gothic" pitchFamily="34" charset="0"/>
                <a:ea typeface="Century Gothic" pitchFamily="34" charset="-122"/>
                <a:cs typeface="Century Gothic" pitchFamily="34" charset="-120"/>
              </a:rPr>
              <a:t>providing specific controls</a:t>
            </a:r>
            <a:r>
              <a:rPr lang="en-US" sz="2267" dirty="0">
                <a:solidFill>
                  <a:srgbClr val="111111"/>
                </a:solidFill>
                <a:latin typeface="Century Gothic" pitchFamily="34" charset="0"/>
                <a:ea typeface="Century Gothic" pitchFamily="34" charset="-122"/>
                <a:cs typeface="Century Gothic" pitchFamily="34" charset="-120"/>
              </a:rPr>
              <a:t> to mitigate cybersecurity risks.</a:t>
            </a:r>
            <a:endParaRPr lang="en-US" sz="2267" dirty="0">
              <a:solidFill>
                <a:prstClr val="black"/>
              </a:solidFill>
              <a:latin typeface="Calibri" panose="020F0502020204030204"/>
              <a:cs typeface="+mn-cs"/>
            </a:endParaRPr>
          </a:p>
        </p:txBody>
      </p:sp>
      <p:sp>
        <p:nvSpPr>
          <p:cNvPr id="10" name="Text 8"/>
          <p:cNvSpPr/>
          <p:nvPr/>
        </p:nvSpPr>
        <p:spPr>
          <a:xfrm>
            <a:off x="609600" y="4937760"/>
            <a:ext cx="3657600" cy="512064"/>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933" b="1" dirty="0">
                <a:ln w="15875">
                  <a:solidFill>
                    <a:srgbClr val="111111"/>
                  </a:solidFill>
                </a:ln>
                <a:solidFill>
                  <a:srgbClr val="00E5F5"/>
                </a:solidFill>
                <a:latin typeface="Century Gothic" pitchFamily="34" charset="0"/>
                <a:ea typeface="Century Gothic" pitchFamily="34" charset="-122"/>
                <a:cs typeface="Century Gothic" pitchFamily="34" charset="-120"/>
              </a:rPr>
              <a:t>SABSA</a:t>
            </a:r>
            <a:endParaRPr lang="en-US" sz="2933" dirty="0">
              <a:solidFill>
                <a:prstClr val="black"/>
              </a:solidFill>
              <a:latin typeface="Calibri" panose="020F0502020204030204"/>
              <a:cs typeface="+mn-cs"/>
            </a:endParaRPr>
          </a:p>
        </p:txBody>
      </p:sp>
      <p:sp>
        <p:nvSpPr>
          <p:cNvPr id="11" name="Text 9"/>
          <p:cNvSpPr/>
          <p:nvPr/>
        </p:nvSpPr>
        <p:spPr>
          <a:xfrm>
            <a:off x="609600" y="5388864"/>
            <a:ext cx="10485120" cy="877824"/>
          </a:xfrm>
          <a:prstGeom prst="rect">
            <a:avLst/>
          </a:prstGeom>
          <a:noFill/>
          <a:ln/>
        </p:spPr>
        <p:txBody>
          <a:bodyPr wrap="square" lIns="0" tIns="0" rIns="0" bIns="0" rtlCol="0" anchor="ctr">
            <a:normAutofit/>
          </a:bodyPr>
          <a:lstStyle/>
          <a:p>
            <a:pPr defTabSz="1219170" fontAlgn="auto">
              <a:lnSpc>
                <a:spcPts val="3467"/>
              </a:lnSpc>
              <a:spcBef>
                <a:spcPts val="0"/>
              </a:spcBef>
              <a:spcAft>
                <a:spcPts val="0"/>
              </a:spcAft>
            </a:pPr>
            <a:r>
              <a:rPr lang="en-US" sz="2267" dirty="0">
                <a:solidFill>
                  <a:srgbClr val="111111"/>
                </a:solidFill>
                <a:latin typeface="Century Gothic" pitchFamily="34" charset="0"/>
                <a:ea typeface="Century Gothic" pitchFamily="34" charset="-122"/>
                <a:cs typeface="Century Gothic" pitchFamily="34" charset="-120"/>
              </a:rPr>
              <a:t>adds another "how" layer by focusing on the structure and design of the security architecture itself.</a:t>
            </a:r>
            <a:endParaRPr lang="en-US" sz="2267" dirty="0">
              <a:solidFill>
                <a:prstClr val="black"/>
              </a:solidFill>
              <a:latin typeface="Calibri" panose="020F0502020204030204"/>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1219200"/>
          </a:xfrm>
          <a:prstGeom prst="rect">
            <a:avLst/>
          </a:prstGeom>
          <a:solidFill>
            <a:srgbClr val="C8C8C8"/>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3169920" cy="1219200"/>
          </a:xfrm>
          <a:prstGeom prst="rect">
            <a:avLst/>
          </a:prstGeom>
          <a:noFill/>
          <a:ln/>
        </p:spPr>
        <p:txBody>
          <a:bodyPr wrap="square" rtlCol="0" anchor="ctr"/>
          <a:lstStyle/>
          <a:p>
            <a:pPr defTabSz="1219170" fontAlgn="auto">
              <a:spcBef>
                <a:spcPts val="0"/>
              </a:spcBef>
              <a:spcAft>
                <a:spcPts val="0"/>
              </a:spcAft>
            </a:pPr>
            <a:r>
              <a:rPr lang="en-US" sz="5333" kern="0" spc="133" dirty="0">
                <a:solidFill>
                  <a:srgbClr val="1A1A1A"/>
                </a:solidFill>
                <a:latin typeface="Impact" pitchFamily="34" charset="0"/>
                <a:ea typeface="Impact" pitchFamily="34" charset="-122"/>
                <a:cs typeface="Impact" pitchFamily="34" charset="-120"/>
              </a:rPr>
              <a:t>COBIT</a:t>
            </a:r>
            <a:endParaRPr lang="en-US" sz="5333" dirty="0">
              <a:solidFill>
                <a:prstClr val="black"/>
              </a:solidFill>
              <a:latin typeface="Calibri" panose="020F0502020204030204"/>
              <a:cs typeface="+mn-cs"/>
            </a:endParaRPr>
          </a:p>
        </p:txBody>
      </p:sp>
      <p:sp>
        <p:nvSpPr>
          <p:cNvPr id="4" name="Text 2"/>
          <p:cNvSpPr/>
          <p:nvPr/>
        </p:nvSpPr>
        <p:spPr>
          <a:xfrm>
            <a:off x="3535680" y="0"/>
            <a:ext cx="8412480" cy="1219200"/>
          </a:xfrm>
          <a:prstGeom prst="rect">
            <a:avLst/>
          </a:prstGeom>
          <a:noFill/>
          <a:ln/>
        </p:spPr>
        <p:txBody>
          <a:bodyPr wrap="square" rtlCol="0" anchor="ctr"/>
          <a:lstStyle/>
          <a:p>
            <a:pPr algn="ctr" defTabSz="1219170" fontAlgn="auto">
              <a:spcBef>
                <a:spcPts val="0"/>
              </a:spcBef>
              <a:spcAft>
                <a:spcPts val="0"/>
              </a:spcAft>
            </a:pPr>
            <a:r>
              <a:rPr lang="en-US" sz="4000" dirty="0">
                <a:solidFill>
                  <a:srgbClr val="EE1C25"/>
                </a:solidFill>
                <a:latin typeface="Ink Free" pitchFamily="34" charset="0"/>
                <a:ea typeface="Ink Free" pitchFamily="34" charset="-122"/>
                <a:cs typeface="Ink Free" pitchFamily="34" charset="-120"/>
              </a:rPr>
              <a:t>security control framework</a:t>
            </a:r>
            <a:endParaRPr lang="en-US" sz="4000" dirty="0">
              <a:solidFill>
                <a:prstClr val="black"/>
              </a:solidFill>
              <a:latin typeface="Calibri" panose="020F0502020204030204"/>
              <a:cs typeface="+mn-cs"/>
            </a:endParaRPr>
          </a:p>
        </p:txBody>
      </p:sp>
      <p:sp>
        <p:nvSpPr>
          <p:cNvPr id="5" name="highlight">
            <a:extLst>
              <a:ext uri="{C183D7F6-B498-43B3-948B-1728B52AA6E4}">
                <adec:decorative xmlns:adec="http://schemas.microsoft.com/office/drawing/2017/decorative" val="1"/>
              </a:ext>
            </a:extLst>
          </p:cNvPr>
          <p:cNvSpPr/>
          <p:nvPr/>
        </p:nvSpPr>
        <p:spPr>
          <a:xfrm>
            <a:off x="0" y="1609344"/>
            <a:ext cx="10911840" cy="731520"/>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609600" y="1609344"/>
            <a:ext cx="10180320" cy="731520"/>
          </a:xfrm>
          <a:prstGeom prst="rect">
            <a:avLst/>
          </a:prstGeom>
          <a:noFill/>
          <a:ln/>
        </p:spPr>
        <p:txBody>
          <a:bodyPr wrap="square" rtlCol="0" anchor="ctr"/>
          <a:lstStyle/>
          <a:p>
            <a:pPr defTabSz="1219170" fontAlgn="auto">
              <a:spcBef>
                <a:spcPts val="0"/>
              </a:spcBef>
              <a:spcAft>
                <a:spcPts val="0"/>
              </a:spcAft>
            </a:pPr>
            <a:r>
              <a:rPr lang="en-US" sz="2933" b="1" dirty="0">
                <a:solidFill>
                  <a:srgbClr val="1A1A1A"/>
                </a:solidFill>
                <a:latin typeface="Century Gothic" pitchFamily="34" charset="0"/>
                <a:ea typeface="Century Gothic" pitchFamily="34" charset="-122"/>
                <a:cs typeface="Century Gothic" pitchFamily="34" charset="-120"/>
              </a:rPr>
              <a:t>IT management and governance framework</a:t>
            </a:r>
            <a:endParaRPr lang="en-US" sz="2933" dirty="0">
              <a:solidFill>
                <a:prstClr val="black"/>
              </a:solidFill>
              <a:latin typeface="Calibri" panose="020F0502020204030204"/>
              <a:cs typeface="+mn-cs"/>
            </a:endParaRPr>
          </a:p>
        </p:txBody>
      </p:sp>
      <p:sp>
        <p:nvSpPr>
          <p:cNvPr id="7" name="Text 5"/>
          <p:cNvSpPr/>
          <p:nvPr/>
        </p:nvSpPr>
        <p:spPr>
          <a:xfrm>
            <a:off x="487680" y="2584704"/>
            <a:ext cx="11338560" cy="670560"/>
          </a:xfrm>
          <a:prstGeom prst="rect">
            <a:avLst/>
          </a:prstGeom>
          <a:noFill/>
          <a:ln/>
        </p:spPr>
        <p:txBody>
          <a:bodyPr wrap="square" rtlCol="0" anchor="ctr"/>
          <a:lstStyle/>
          <a:p>
            <a:pPr defTabSz="1219170" fontAlgn="auto">
              <a:spcBef>
                <a:spcPts val="0"/>
              </a:spcBef>
              <a:spcAft>
                <a:spcPts val="0"/>
              </a:spcAft>
            </a:pPr>
            <a:r>
              <a:rPr lang="en-US" sz="3067" b="1" i="1" dirty="0">
                <a:solidFill>
                  <a:srgbClr val="1A1A1A"/>
                </a:solidFill>
                <a:latin typeface="Century Gothic" pitchFamily="34" charset="0"/>
                <a:ea typeface="Century Gothic" pitchFamily="34" charset="-122"/>
                <a:cs typeface="Century Gothic" pitchFamily="34" charset="-120"/>
              </a:rPr>
              <a:t>Principle 1:</a:t>
            </a:r>
            <a:r>
              <a:rPr lang="en-US" sz="3067" dirty="0">
                <a:solidFill>
                  <a:srgbClr val="1A1A1A"/>
                </a:solidFill>
                <a:latin typeface="Century Gothic" pitchFamily="34" charset="0"/>
                <a:ea typeface="Century Gothic" pitchFamily="34" charset="-122"/>
                <a:cs typeface="Century Gothic" pitchFamily="34" charset="-120"/>
              </a:rPr>
              <a:t> Meeting Stakeholder Needs</a:t>
            </a:r>
            <a:endParaRPr lang="en-US" sz="3067" dirty="0">
              <a:solidFill>
                <a:prstClr val="black"/>
              </a:solidFill>
              <a:latin typeface="Calibri" panose="020F0502020204030204"/>
              <a:cs typeface="+mn-cs"/>
            </a:endParaRPr>
          </a:p>
        </p:txBody>
      </p:sp>
      <p:sp>
        <p:nvSpPr>
          <p:cNvPr id="8" name="Text 6"/>
          <p:cNvSpPr/>
          <p:nvPr/>
        </p:nvSpPr>
        <p:spPr>
          <a:xfrm>
            <a:off x="487680" y="3267456"/>
            <a:ext cx="11338560" cy="670560"/>
          </a:xfrm>
          <a:prstGeom prst="rect">
            <a:avLst/>
          </a:prstGeom>
          <a:noFill/>
          <a:ln/>
        </p:spPr>
        <p:txBody>
          <a:bodyPr wrap="square" rtlCol="0" anchor="ctr"/>
          <a:lstStyle/>
          <a:p>
            <a:pPr defTabSz="1219170" fontAlgn="auto">
              <a:spcBef>
                <a:spcPts val="0"/>
              </a:spcBef>
              <a:spcAft>
                <a:spcPts val="0"/>
              </a:spcAft>
            </a:pPr>
            <a:r>
              <a:rPr lang="en-US" sz="3067" b="1" i="1" dirty="0">
                <a:solidFill>
                  <a:srgbClr val="1A1A1A"/>
                </a:solidFill>
                <a:latin typeface="Century Gothic" pitchFamily="34" charset="0"/>
                <a:ea typeface="Century Gothic" pitchFamily="34" charset="-122"/>
                <a:cs typeface="Century Gothic" pitchFamily="34" charset="-120"/>
              </a:rPr>
              <a:t>Principle 2:</a:t>
            </a:r>
            <a:r>
              <a:rPr lang="en-US" sz="3067" dirty="0">
                <a:solidFill>
                  <a:srgbClr val="1A1A1A"/>
                </a:solidFill>
                <a:latin typeface="Century Gothic" pitchFamily="34" charset="0"/>
                <a:ea typeface="Century Gothic" pitchFamily="34" charset="-122"/>
                <a:cs typeface="Century Gothic" pitchFamily="34" charset="-120"/>
              </a:rPr>
              <a:t> Covering the Enterprise End-to-End</a:t>
            </a:r>
            <a:endParaRPr lang="en-US" sz="3067" dirty="0">
              <a:solidFill>
                <a:prstClr val="black"/>
              </a:solidFill>
              <a:latin typeface="Calibri" panose="020F0502020204030204"/>
              <a:cs typeface="+mn-cs"/>
            </a:endParaRPr>
          </a:p>
        </p:txBody>
      </p:sp>
      <p:sp>
        <p:nvSpPr>
          <p:cNvPr id="9" name="Text 7"/>
          <p:cNvSpPr/>
          <p:nvPr/>
        </p:nvSpPr>
        <p:spPr>
          <a:xfrm>
            <a:off x="487680" y="3950208"/>
            <a:ext cx="11338560" cy="670560"/>
          </a:xfrm>
          <a:prstGeom prst="rect">
            <a:avLst/>
          </a:prstGeom>
          <a:noFill/>
          <a:ln/>
        </p:spPr>
        <p:txBody>
          <a:bodyPr wrap="square" rtlCol="0" anchor="ctr"/>
          <a:lstStyle/>
          <a:p>
            <a:pPr defTabSz="1219170" fontAlgn="auto">
              <a:spcBef>
                <a:spcPts val="0"/>
              </a:spcBef>
              <a:spcAft>
                <a:spcPts val="0"/>
              </a:spcAft>
            </a:pPr>
            <a:r>
              <a:rPr lang="en-US" sz="3067" b="1" i="1" dirty="0">
                <a:solidFill>
                  <a:srgbClr val="1A1A1A"/>
                </a:solidFill>
                <a:latin typeface="Century Gothic" pitchFamily="34" charset="0"/>
                <a:ea typeface="Century Gothic" pitchFamily="34" charset="-122"/>
                <a:cs typeface="Century Gothic" pitchFamily="34" charset="-120"/>
              </a:rPr>
              <a:t>Principle 3:</a:t>
            </a:r>
            <a:r>
              <a:rPr lang="en-US" sz="3067" dirty="0">
                <a:solidFill>
                  <a:srgbClr val="1A1A1A"/>
                </a:solidFill>
                <a:latin typeface="Century Gothic" pitchFamily="34" charset="0"/>
                <a:ea typeface="Century Gothic" pitchFamily="34" charset="-122"/>
                <a:cs typeface="Century Gothic" pitchFamily="34" charset="-120"/>
              </a:rPr>
              <a:t> Applying a Single, Integrated Framework</a:t>
            </a:r>
            <a:endParaRPr lang="en-US" sz="3067" dirty="0">
              <a:solidFill>
                <a:prstClr val="black"/>
              </a:solidFill>
              <a:latin typeface="Calibri" panose="020F0502020204030204"/>
              <a:cs typeface="+mn-cs"/>
            </a:endParaRPr>
          </a:p>
        </p:txBody>
      </p:sp>
      <p:sp>
        <p:nvSpPr>
          <p:cNvPr id="10" name="Text 8"/>
          <p:cNvSpPr/>
          <p:nvPr/>
        </p:nvSpPr>
        <p:spPr>
          <a:xfrm>
            <a:off x="487680" y="4632960"/>
            <a:ext cx="11338560" cy="670560"/>
          </a:xfrm>
          <a:prstGeom prst="rect">
            <a:avLst/>
          </a:prstGeom>
          <a:noFill/>
          <a:ln/>
        </p:spPr>
        <p:txBody>
          <a:bodyPr wrap="square" rtlCol="0" anchor="ctr"/>
          <a:lstStyle/>
          <a:p>
            <a:pPr defTabSz="1219170" fontAlgn="auto">
              <a:spcBef>
                <a:spcPts val="0"/>
              </a:spcBef>
              <a:spcAft>
                <a:spcPts val="0"/>
              </a:spcAft>
            </a:pPr>
            <a:r>
              <a:rPr lang="en-US" sz="3067" b="1" i="1" dirty="0">
                <a:solidFill>
                  <a:srgbClr val="1A1A1A"/>
                </a:solidFill>
                <a:latin typeface="Century Gothic" pitchFamily="34" charset="0"/>
                <a:ea typeface="Century Gothic" pitchFamily="34" charset="-122"/>
                <a:cs typeface="Century Gothic" pitchFamily="34" charset="-120"/>
              </a:rPr>
              <a:t>Principle 4:</a:t>
            </a:r>
            <a:r>
              <a:rPr lang="en-US" sz="3067" dirty="0">
                <a:solidFill>
                  <a:srgbClr val="1A1A1A"/>
                </a:solidFill>
                <a:latin typeface="Century Gothic" pitchFamily="34" charset="0"/>
                <a:ea typeface="Century Gothic" pitchFamily="34" charset="-122"/>
                <a:cs typeface="Century Gothic" pitchFamily="34" charset="-120"/>
              </a:rPr>
              <a:t> Enabling a </a:t>
            </a:r>
            <a:r>
              <a:rPr lang="en-US" sz="3067" dirty="0">
                <a:solidFill>
                  <a:srgbClr val="1A1A1A"/>
                </a:solidFill>
                <a:highlight>
                  <a:srgbClr val="F4FF3B"/>
                </a:highlight>
                <a:latin typeface="Century Gothic" pitchFamily="34" charset="0"/>
                <a:ea typeface="Century Gothic" pitchFamily="34" charset="-122"/>
                <a:cs typeface="Century Gothic" pitchFamily="34" charset="-120"/>
              </a:rPr>
              <a:t>Holistic Approach</a:t>
            </a:r>
            <a:endParaRPr lang="en-US" sz="3067" dirty="0">
              <a:solidFill>
                <a:prstClr val="black"/>
              </a:solidFill>
              <a:latin typeface="Calibri" panose="020F0502020204030204"/>
              <a:cs typeface="+mn-cs"/>
            </a:endParaRPr>
          </a:p>
        </p:txBody>
      </p:sp>
      <p:sp>
        <p:nvSpPr>
          <p:cNvPr id="11" name="Text 9"/>
          <p:cNvSpPr/>
          <p:nvPr/>
        </p:nvSpPr>
        <p:spPr>
          <a:xfrm>
            <a:off x="487680" y="5315712"/>
            <a:ext cx="11338560" cy="670560"/>
          </a:xfrm>
          <a:prstGeom prst="rect">
            <a:avLst/>
          </a:prstGeom>
          <a:noFill/>
          <a:ln/>
        </p:spPr>
        <p:txBody>
          <a:bodyPr wrap="square" rtlCol="0" anchor="ctr"/>
          <a:lstStyle/>
          <a:p>
            <a:pPr defTabSz="1219170" fontAlgn="auto">
              <a:spcBef>
                <a:spcPts val="0"/>
              </a:spcBef>
              <a:spcAft>
                <a:spcPts val="0"/>
              </a:spcAft>
            </a:pPr>
            <a:r>
              <a:rPr lang="en-US" sz="3067" b="1" i="1" dirty="0">
                <a:solidFill>
                  <a:srgbClr val="1A1A1A"/>
                </a:solidFill>
                <a:latin typeface="Century Gothic" pitchFamily="34" charset="0"/>
                <a:ea typeface="Century Gothic" pitchFamily="34" charset="-122"/>
                <a:cs typeface="Century Gothic" pitchFamily="34" charset="-120"/>
              </a:rPr>
              <a:t>Principle 5:</a:t>
            </a:r>
            <a:r>
              <a:rPr lang="en-US" sz="3067" dirty="0">
                <a:solidFill>
                  <a:srgbClr val="1A1A1A"/>
                </a:solidFill>
                <a:latin typeface="Century Gothic" pitchFamily="34" charset="0"/>
                <a:ea typeface="Century Gothic" pitchFamily="34" charset="-122"/>
                <a:cs typeface="Century Gothic" pitchFamily="34" charset="-120"/>
              </a:rPr>
              <a:t> Separating Governance from Management</a:t>
            </a:r>
            <a:endParaRPr lang="en-US" sz="3067" dirty="0">
              <a:solidFill>
                <a:prstClr val="black"/>
              </a:solidFill>
              <a:latin typeface="Calibri" panose="020F0502020204030204"/>
              <a:cs typeface="+mn-cs"/>
            </a:endParaRPr>
          </a:p>
        </p:txBody>
      </p:sp>
      <p:sp>
        <p:nvSpPr>
          <p:cNvPr id="12" name="emphasis">
            <a:extLst>
              <a:ext uri="{C183D7F6-B498-43B3-948B-1728B52AA6E4}">
                <adec:decorative xmlns:adec="http://schemas.microsoft.com/office/drawing/2017/decorative" val="1"/>
              </a:ext>
            </a:extLst>
          </p:cNvPr>
          <p:cNvSpPr/>
          <p:nvPr/>
        </p:nvSpPr>
        <p:spPr>
          <a:xfrm>
            <a:off x="4800600" y="5248656"/>
            <a:ext cx="6583680" cy="804672"/>
          </a:xfrm>
          <a:prstGeom prst="ellipse">
            <a:avLst/>
          </a:prstGeom>
          <a:ln w="38100">
            <a:solidFill>
              <a:srgbClr val="EE1C25"/>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3" name="Text 11"/>
          <p:cNvSpPr/>
          <p:nvPr/>
        </p:nvSpPr>
        <p:spPr>
          <a:xfrm>
            <a:off x="487680" y="6120384"/>
            <a:ext cx="11216640" cy="536448"/>
          </a:xfrm>
          <a:prstGeom prst="rect">
            <a:avLst/>
          </a:prstGeom>
          <a:noFill/>
          <a:ln/>
        </p:spPr>
        <p:txBody>
          <a:bodyPr wrap="square" rtlCol="0" anchor="ctr"/>
          <a:lstStyle/>
          <a:p>
            <a:pPr algn="ctr" defTabSz="1219170" fontAlgn="auto">
              <a:spcBef>
                <a:spcPts val="0"/>
              </a:spcBef>
              <a:spcAft>
                <a:spcPts val="0"/>
              </a:spcAft>
            </a:pPr>
            <a:r>
              <a:rPr lang="en-US" sz="3733" dirty="0">
                <a:solidFill>
                  <a:srgbClr val="EE1C25"/>
                </a:solidFill>
                <a:latin typeface="Ink Free" pitchFamily="34" charset="0"/>
                <a:ea typeface="Ink Free" pitchFamily="34" charset="-122"/>
                <a:cs typeface="Ink Free" pitchFamily="34" charset="-120"/>
              </a:rPr>
              <a:t>little coverage and no depth on CISSP !</a:t>
            </a:r>
            <a:endParaRPr lang="en-US" sz="3733" dirty="0">
              <a:solidFill>
                <a:prstClr val="black"/>
              </a:solidFill>
              <a:latin typeface="Calibri" panose="020F0502020204030204"/>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a:extLst>
              <a:ext uri="{C183D7F6-B498-43B3-948B-1728B52AA6E4}">
                <adec:decorative xmlns:adec="http://schemas.microsoft.com/office/drawing/2017/decorative" val="1"/>
              </a:ext>
            </a:extLst>
          </p:cNvPr>
          <p:cNvSpPr/>
          <p:nvPr/>
        </p:nvSpPr>
        <p:spPr>
          <a:xfrm>
            <a:off x="0" y="0"/>
            <a:ext cx="12192000" cy="1158240"/>
          </a:xfrm>
          <a:prstGeom prst="rect">
            <a:avLst/>
          </a:prstGeom>
          <a:solidFill>
            <a:srgbClr val="F0F0F0"/>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268224" y="73152"/>
            <a:ext cx="11582400" cy="97536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4533" kern="0" spc="67" dirty="0">
                <a:solidFill>
                  <a:srgbClr val="111111"/>
                </a:solidFill>
                <a:latin typeface="Impact" pitchFamily="34" charset="0"/>
                <a:ea typeface="Impact" pitchFamily="34" charset="-122"/>
                <a:cs typeface="Impact" pitchFamily="34" charset="-120"/>
              </a:rPr>
              <a:t>FRAMEWORKS</a:t>
            </a:r>
            <a:endParaRPr lang="en-US" sz="4533" dirty="0">
              <a:solidFill>
                <a:prstClr val="black"/>
              </a:solidFill>
              <a:latin typeface="Calibri" panose="020F0502020204030204"/>
              <a:cs typeface="+mn-cs"/>
            </a:endParaRPr>
          </a:p>
        </p:txBody>
      </p:sp>
      <p:sp>
        <p:nvSpPr>
          <p:cNvPr id="4" name="Text 2"/>
          <p:cNvSpPr/>
          <p:nvPr/>
        </p:nvSpPr>
        <p:spPr>
          <a:xfrm>
            <a:off x="426720" y="1219200"/>
            <a:ext cx="11338560" cy="731520"/>
          </a:xfrm>
          <a:prstGeom prst="rect">
            <a:avLst/>
          </a:prstGeom>
          <a:noFill/>
          <a:ln/>
        </p:spPr>
        <p:txBody>
          <a:bodyPr wrap="square" lIns="0" tIns="0" rIns="0" bIns="0" rtlCol="0" anchor="ctr">
            <a:normAutofit/>
          </a:bodyPr>
          <a:lstStyle/>
          <a:p>
            <a:pPr defTabSz="1219170" fontAlgn="auto">
              <a:lnSpc>
                <a:spcPts val="2933"/>
              </a:lnSpc>
              <a:spcBef>
                <a:spcPts val="0"/>
              </a:spcBef>
              <a:spcAft>
                <a:spcPts val="0"/>
              </a:spcAft>
            </a:pPr>
            <a:r>
              <a:rPr lang="en-US" sz="2000" dirty="0">
                <a:solidFill>
                  <a:srgbClr val="111111"/>
                </a:solidFill>
                <a:latin typeface="Century Gothic" pitchFamily="34" charset="0"/>
                <a:ea typeface="Century Gothic" pitchFamily="34" charset="-122"/>
                <a:cs typeface="Century Gothic" pitchFamily="34" charset="-120"/>
              </a:rPr>
              <a:t>The </a:t>
            </a:r>
            <a:r>
              <a:rPr lang="en-US" sz="2000" b="1" dirty="0">
                <a:ln w="9525">
                  <a:solidFill>
                    <a:srgbClr val="111111"/>
                  </a:solidFill>
                </a:ln>
                <a:solidFill>
                  <a:srgbClr val="FF0000"/>
                </a:solidFill>
                <a:latin typeface="Century Gothic" pitchFamily="34" charset="0"/>
                <a:ea typeface="Century Gothic" pitchFamily="34" charset="-122"/>
                <a:cs typeface="Century Gothic" pitchFamily="34" charset="-120"/>
              </a:rPr>
              <a:t>Sherwood Applied Business Security Architecture (SABSA)</a:t>
            </a:r>
            <a:endParaRPr lang="en-US" sz="2000" dirty="0">
              <a:solidFill>
                <a:prstClr val="black"/>
              </a:solidFill>
              <a:latin typeface="Calibri" panose="020F0502020204030204"/>
              <a:cs typeface="+mn-cs"/>
            </a:endParaRPr>
          </a:p>
        </p:txBody>
      </p:sp>
      <p:sp>
        <p:nvSpPr>
          <p:cNvPr id="5" name="Text 3"/>
          <p:cNvSpPr/>
          <p:nvPr/>
        </p:nvSpPr>
        <p:spPr>
          <a:xfrm>
            <a:off x="426720" y="2011680"/>
            <a:ext cx="11338560" cy="54864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267" dirty="0">
                <a:solidFill>
                  <a:srgbClr val="FF0000"/>
                </a:solidFill>
                <a:latin typeface="Segoe Print" pitchFamily="34" charset="0"/>
                <a:ea typeface="Segoe Print" pitchFamily="34" charset="-122"/>
                <a:cs typeface="Segoe Print" pitchFamily="34" charset="-120"/>
              </a:rPr>
              <a:t>SABA appears in both Risk and Security Control Frameworks</a:t>
            </a:r>
            <a:endParaRPr lang="en-US" sz="2267" dirty="0">
              <a:solidFill>
                <a:prstClr val="black"/>
              </a:solidFill>
              <a:latin typeface="Calibri" panose="020F0502020204030204"/>
              <a:cs typeface="+mn-cs"/>
            </a:endParaRPr>
          </a:p>
        </p:txBody>
      </p:sp>
      <p:sp>
        <p:nvSpPr>
          <p:cNvPr id="7" name="Text 5"/>
          <p:cNvSpPr/>
          <p:nvPr/>
        </p:nvSpPr>
        <p:spPr>
          <a:xfrm>
            <a:off x="1280160" y="2499360"/>
            <a:ext cx="2255520" cy="1341120"/>
          </a:xfrm>
          <a:prstGeom prst="rect">
            <a:avLst/>
          </a:prstGeom>
          <a:noFill/>
          <a:ln/>
        </p:spPr>
        <p:txBody>
          <a:bodyPr wrap="square" lIns="0" tIns="0" rIns="0" bIns="0" rtlCol="0" anchor="ctr">
            <a:normAutofit/>
          </a:bodyPr>
          <a:lstStyle/>
          <a:p>
            <a:pPr algn="ctr" defTabSz="1219170" fontAlgn="auto">
              <a:spcBef>
                <a:spcPts val="0"/>
              </a:spcBef>
              <a:spcAft>
                <a:spcPts val="0"/>
              </a:spcAft>
            </a:pPr>
            <a:r>
              <a:rPr lang="en-US" sz="2267" b="1" dirty="0">
                <a:ln w="15875">
                  <a:solidFill>
                    <a:srgbClr val="111111"/>
                  </a:solidFill>
                </a:ln>
                <a:solidFill>
                  <a:srgbClr val="00E5F5"/>
                </a:solidFill>
                <a:latin typeface="Century Gothic" pitchFamily="34" charset="0"/>
                <a:ea typeface="Century Gothic" pitchFamily="34" charset="-122"/>
                <a:cs typeface="Century Gothic" pitchFamily="34" charset="-120"/>
              </a:rPr>
              <a:t>Security</a:t>
            </a:r>
            <a:endParaRPr lang="en-US" sz="2267" dirty="0">
              <a:solidFill>
                <a:prstClr val="black"/>
              </a:solidFill>
              <a:latin typeface="Calibri" panose="020F0502020204030204"/>
              <a:cs typeface="+mn-cs"/>
            </a:endParaRPr>
          </a:p>
          <a:p>
            <a:pPr algn="ctr" defTabSz="1219170" fontAlgn="auto">
              <a:spcBef>
                <a:spcPts val="0"/>
              </a:spcBef>
              <a:spcAft>
                <a:spcPts val="0"/>
              </a:spcAft>
            </a:pPr>
            <a:r>
              <a:rPr lang="en-US" sz="2267" b="1" dirty="0">
                <a:ln w="15875">
                  <a:solidFill>
                    <a:srgbClr val="111111"/>
                  </a:solidFill>
                </a:ln>
                <a:solidFill>
                  <a:srgbClr val="00E5F5"/>
                </a:solidFill>
                <a:latin typeface="Century Gothic" pitchFamily="34" charset="0"/>
                <a:ea typeface="Century Gothic" pitchFamily="34" charset="-122"/>
                <a:cs typeface="Century Gothic" pitchFamily="34" charset="-120"/>
              </a:rPr>
              <a:t>Control</a:t>
            </a:r>
            <a:endParaRPr lang="en-US" sz="2267" dirty="0">
              <a:solidFill>
                <a:prstClr val="black"/>
              </a:solidFill>
              <a:latin typeface="Calibri" panose="020F0502020204030204"/>
              <a:cs typeface="+mn-cs"/>
            </a:endParaRPr>
          </a:p>
          <a:p>
            <a:pPr algn="ctr" defTabSz="1219170" fontAlgn="auto">
              <a:spcBef>
                <a:spcPts val="0"/>
              </a:spcBef>
              <a:spcAft>
                <a:spcPts val="0"/>
              </a:spcAft>
            </a:pPr>
            <a:r>
              <a:rPr lang="en-US" sz="2267" b="1" dirty="0">
                <a:ln w="15875">
                  <a:solidFill>
                    <a:srgbClr val="111111"/>
                  </a:solidFill>
                </a:ln>
                <a:solidFill>
                  <a:srgbClr val="00E5F5"/>
                </a:solidFill>
                <a:latin typeface="Century Gothic" pitchFamily="34" charset="0"/>
                <a:ea typeface="Century Gothic" pitchFamily="34" charset="-122"/>
                <a:cs typeface="Century Gothic" pitchFamily="34" charset="-120"/>
              </a:rPr>
              <a:t>Frameworks</a:t>
            </a:r>
            <a:endParaRPr lang="en-US" sz="2267" dirty="0">
              <a:solidFill>
                <a:prstClr val="black"/>
              </a:solidFill>
              <a:latin typeface="Calibri" panose="020F0502020204030204"/>
              <a:cs typeface="+mn-cs"/>
            </a:endParaRPr>
          </a:p>
        </p:txBody>
      </p:sp>
      <p:sp>
        <p:nvSpPr>
          <p:cNvPr id="8" name="Divider">
            <a:extLst>
              <a:ext uri="{C183D7F6-B498-43B3-948B-1728B52AA6E4}">
                <adec:decorative xmlns:adec="http://schemas.microsoft.com/office/drawing/2017/decorative" val="1"/>
              </a:ext>
            </a:extLst>
          </p:cNvPr>
          <p:cNvSpPr/>
          <p:nvPr/>
        </p:nvSpPr>
        <p:spPr>
          <a:xfrm>
            <a:off x="3633216" y="2499360"/>
            <a:ext cx="54864" cy="1341120"/>
          </a:xfrm>
          <a:prstGeom prst="rect">
            <a:avLst/>
          </a:prstGeom>
          <a:solidFill>
            <a:srgbClr val="111111"/>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9" name="Text 7"/>
          <p:cNvSpPr/>
          <p:nvPr/>
        </p:nvSpPr>
        <p:spPr>
          <a:xfrm>
            <a:off x="3901440" y="2535936"/>
            <a:ext cx="7924800" cy="731520"/>
          </a:xfrm>
          <a:prstGeom prst="rect">
            <a:avLst/>
          </a:prstGeom>
          <a:noFill/>
          <a:ln/>
        </p:spPr>
        <p:txBody>
          <a:bodyPr wrap="square" lIns="0" tIns="0" rIns="0" bIns="0" rtlCol="0" anchor="ctr">
            <a:normAutofit/>
          </a:bodyPr>
          <a:lstStyle/>
          <a:p>
            <a:pPr defTabSz="1219170" fontAlgn="auto">
              <a:lnSpc>
                <a:spcPts val="2800"/>
              </a:lnSpc>
              <a:spcBef>
                <a:spcPts val="0"/>
              </a:spcBef>
              <a:spcAft>
                <a:spcPts val="0"/>
              </a:spcAft>
            </a:pPr>
            <a:r>
              <a:rPr lang="en-US" sz="1867" dirty="0">
                <a:solidFill>
                  <a:srgbClr val="111111"/>
                </a:solidFill>
                <a:latin typeface="Century Gothic" pitchFamily="34" charset="0"/>
                <a:ea typeface="Century Gothic" pitchFamily="34" charset="-122"/>
                <a:cs typeface="Century Gothic" pitchFamily="34" charset="-120"/>
              </a:rPr>
              <a:t>Provide a </a:t>
            </a:r>
            <a:r>
              <a:rPr lang="en-US" sz="1867" dirty="0">
                <a:solidFill>
                  <a:srgbClr val="111111"/>
                </a:solidFill>
                <a:highlight>
                  <a:srgbClr val="FFF06A"/>
                </a:highlight>
                <a:latin typeface="Century Gothic" pitchFamily="34" charset="0"/>
                <a:ea typeface="Century Gothic" pitchFamily="34" charset="-122"/>
                <a:cs typeface="Century Gothic" pitchFamily="34" charset="-120"/>
              </a:rPr>
              <a:t>prescriptive set of cybersecurity safeguards and best practices</a:t>
            </a:r>
            <a:r>
              <a:rPr lang="en-US" sz="1867" dirty="0">
                <a:solidFill>
                  <a:srgbClr val="111111"/>
                </a:solidFill>
                <a:latin typeface="Century Gothic" pitchFamily="34" charset="0"/>
                <a:ea typeface="Century Gothic" pitchFamily="34" charset="-122"/>
                <a:cs typeface="Century Gothic" pitchFamily="34" charset="-120"/>
              </a:rPr>
              <a:t> to protect an organization's valuable assets</a:t>
            </a:r>
            <a:endParaRPr lang="en-US" sz="1867" dirty="0">
              <a:solidFill>
                <a:prstClr val="black"/>
              </a:solidFill>
              <a:latin typeface="Calibri" panose="020F0502020204030204"/>
              <a:cs typeface="+mn-cs"/>
            </a:endParaRPr>
          </a:p>
        </p:txBody>
      </p:sp>
      <p:sp>
        <p:nvSpPr>
          <p:cNvPr id="10" name="Text 8"/>
          <p:cNvSpPr/>
          <p:nvPr/>
        </p:nvSpPr>
        <p:spPr>
          <a:xfrm>
            <a:off x="3901440" y="3389376"/>
            <a:ext cx="7802880" cy="54864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000" dirty="0">
                <a:solidFill>
                  <a:srgbClr val="FF0000"/>
                </a:solidFill>
                <a:latin typeface="Segoe Print" pitchFamily="34" charset="0"/>
                <a:ea typeface="Segoe Print" pitchFamily="34" charset="-122"/>
                <a:cs typeface="Segoe Print" pitchFamily="34" charset="-120"/>
              </a:rPr>
              <a:t>Help in implementing the risk management strategy</a:t>
            </a:r>
            <a:endParaRPr lang="en-US" sz="2000" dirty="0">
              <a:solidFill>
                <a:prstClr val="black"/>
              </a:solidFill>
              <a:latin typeface="Calibri" panose="020F0502020204030204"/>
              <a:cs typeface="+mn-cs"/>
            </a:endParaRPr>
          </a:p>
        </p:txBody>
      </p:sp>
      <p:sp>
        <p:nvSpPr>
          <p:cNvPr id="12" name="Text 10"/>
          <p:cNvSpPr/>
          <p:nvPr/>
        </p:nvSpPr>
        <p:spPr>
          <a:xfrm>
            <a:off x="1280160" y="4145280"/>
            <a:ext cx="2255520" cy="1036320"/>
          </a:xfrm>
          <a:prstGeom prst="rect">
            <a:avLst/>
          </a:prstGeom>
          <a:noFill/>
          <a:ln/>
        </p:spPr>
        <p:txBody>
          <a:bodyPr wrap="square" lIns="0" tIns="0" rIns="0" bIns="0" rtlCol="0" anchor="ctr">
            <a:normAutofit/>
          </a:bodyPr>
          <a:lstStyle/>
          <a:p>
            <a:pPr algn="ctr" defTabSz="1219170" fontAlgn="auto">
              <a:spcBef>
                <a:spcPts val="0"/>
              </a:spcBef>
              <a:spcAft>
                <a:spcPts val="0"/>
              </a:spcAft>
            </a:pPr>
            <a:r>
              <a:rPr lang="en-US" sz="2267" b="1" dirty="0">
                <a:ln w="15875">
                  <a:solidFill>
                    <a:srgbClr val="111111"/>
                  </a:solidFill>
                </a:ln>
                <a:solidFill>
                  <a:srgbClr val="00E5F5"/>
                </a:solidFill>
                <a:latin typeface="Century Gothic" pitchFamily="34" charset="0"/>
                <a:ea typeface="Century Gothic" pitchFamily="34" charset="-122"/>
                <a:cs typeface="Century Gothic" pitchFamily="34" charset="-120"/>
              </a:rPr>
              <a:t>Risk</a:t>
            </a:r>
            <a:endParaRPr lang="en-US" sz="2267" dirty="0">
              <a:solidFill>
                <a:prstClr val="black"/>
              </a:solidFill>
              <a:latin typeface="Calibri" panose="020F0502020204030204"/>
              <a:cs typeface="+mn-cs"/>
            </a:endParaRPr>
          </a:p>
          <a:p>
            <a:pPr algn="ctr" defTabSz="1219170" fontAlgn="auto">
              <a:spcBef>
                <a:spcPts val="0"/>
              </a:spcBef>
              <a:spcAft>
                <a:spcPts val="0"/>
              </a:spcAft>
            </a:pPr>
            <a:r>
              <a:rPr lang="en-US" sz="2267" b="1" dirty="0">
                <a:ln w="15875">
                  <a:solidFill>
                    <a:srgbClr val="111111"/>
                  </a:solidFill>
                </a:ln>
                <a:solidFill>
                  <a:srgbClr val="00E5F5"/>
                </a:solidFill>
                <a:latin typeface="Century Gothic" pitchFamily="34" charset="0"/>
                <a:ea typeface="Century Gothic" pitchFamily="34" charset="-122"/>
                <a:cs typeface="Century Gothic" pitchFamily="34" charset="-120"/>
              </a:rPr>
              <a:t>Frameworks</a:t>
            </a:r>
            <a:endParaRPr lang="en-US" sz="2267" dirty="0">
              <a:solidFill>
                <a:prstClr val="black"/>
              </a:solidFill>
              <a:latin typeface="Calibri" panose="020F0502020204030204"/>
              <a:cs typeface="+mn-cs"/>
            </a:endParaRPr>
          </a:p>
        </p:txBody>
      </p:sp>
      <p:sp>
        <p:nvSpPr>
          <p:cNvPr id="13" name="Divider">
            <a:extLst>
              <a:ext uri="{C183D7F6-B498-43B3-948B-1728B52AA6E4}">
                <adec:decorative xmlns:adec="http://schemas.microsoft.com/office/drawing/2017/decorative" val="1"/>
              </a:ext>
            </a:extLst>
          </p:cNvPr>
          <p:cNvSpPr/>
          <p:nvPr/>
        </p:nvSpPr>
        <p:spPr>
          <a:xfrm>
            <a:off x="3633216" y="4084320"/>
            <a:ext cx="54864" cy="1341120"/>
          </a:xfrm>
          <a:prstGeom prst="rect">
            <a:avLst/>
          </a:prstGeom>
          <a:solidFill>
            <a:srgbClr val="111111"/>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4" name="Text 12"/>
          <p:cNvSpPr/>
          <p:nvPr/>
        </p:nvSpPr>
        <p:spPr>
          <a:xfrm>
            <a:off x="3901440" y="4120896"/>
            <a:ext cx="7924800" cy="731520"/>
          </a:xfrm>
          <a:prstGeom prst="rect">
            <a:avLst/>
          </a:prstGeom>
          <a:noFill/>
          <a:ln/>
        </p:spPr>
        <p:txBody>
          <a:bodyPr wrap="square" lIns="0" tIns="0" rIns="0" bIns="0" rtlCol="0" anchor="ctr">
            <a:normAutofit/>
          </a:bodyPr>
          <a:lstStyle/>
          <a:p>
            <a:pPr defTabSz="1219170" fontAlgn="auto">
              <a:lnSpc>
                <a:spcPts val="2800"/>
              </a:lnSpc>
              <a:spcBef>
                <a:spcPts val="0"/>
              </a:spcBef>
              <a:spcAft>
                <a:spcPts val="0"/>
              </a:spcAft>
            </a:pPr>
            <a:r>
              <a:rPr lang="en-US" sz="1867" dirty="0">
                <a:solidFill>
                  <a:srgbClr val="111111"/>
                </a:solidFill>
                <a:latin typeface="Century Gothic" pitchFamily="34" charset="0"/>
                <a:ea typeface="Century Gothic" pitchFamily="34" charset="-122"/>
                <a:cs typeface="Century Gothic" pitchFamily="34" charset="-120"/>
              </a:rPr>
              <a:t>Provide a structured approach to identifying, assessing, prioritizing, and managing risk to guide decision-making</a:t>
            </a:r>
            <a:endParaRPr lang="en-US" sz="1867" dirty="0">
              <a:solidFill>
                <a:prstClr val="black"/>
              </a:solidFill>
              <a:latin typeface="Calibri" panose="020F0502020204030204"/>
              <a:cs typeface="+mn-cs"/>
            </a:endParaRPr>
          </a:p>
        </p:txBody>
      </p:sp>
      <p:sp>
        <p:nvSpPr>
          <p:cNvPr id="15" name="Marker box highlight">
            <a:extLst>
              <a:ext uri="{C183D7F6-B498-43B3-948B-1728B52AA6E4}">
                <adec:decorative xmlns:adec="http://schemas.microsoft.com/office/drawing/2017/decorative" val="1"/>
              </a:ext>
            </a:extLst>
          </p:cNvPr>
          <p:cNvSpPr/>
          <p:nvPr/>
        </p:nvSpPr>
        <p:spPr>
          <a:xfrm>
            <a:off x="3852672" y="4145280"/>
            <a:ext cx="3636265" cy="443789"/>
          </a:xfrm>
          <a:prstGeom prst="rect">
            <a:avLst/>
          </a:prstGeom>
          <a:ln w="28575">
            <a:solidFill>
              <a:srgbClr val="FF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6" name="Text 14"/>
          <p:cNvSpPr/>
          <p:nvPr/>
        </p:nvSpPr>
        <p:spPr>
          <a:xfrm>
            <a:off x="3901440" y="4937760"/>
            <a:ext cx="7802880" cy="60960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2000" dirty="0">
                <a:solidFill>
                  <a:srgbClr val="FF0000"/>
                </a:solidFill>
                <a:latin typeface="Segoe Print" pitchFamily="34" charset="0"/>
                <a:ea typeface="Segoe Print" pitchFamily="34" charset="-122"/>
                <a:cs typeface="Segoe Print" pitchFamily="34" charset="-120"/>
              </a:rPr>
              <a:t>Provide the overarching structure for making risk-informed decisions.</a:t>
            </a:r>
            <a:endParaRPr lang="en-US" sz="2000" dirty="0">
              <a:solidFill>
                <a:prstClr val="black"/>
              </a:solidFill>
              <a:latin typeface="Calibri" panose="020F0502020204030204"/>
              <a:cs typeface="+mn-cs"/>
            </a:endParaRPr>
          </a:p>
        </p:txBody>
      </p:sp>
      <p:sp>
        <p:nvSpPr>
          <p:cNvPr id="17" name="Footer bar">
            <a:extLst>
              <a:ext uri="{C183D7F6-B498-43B3-948B-1728B52AA6E4}">
                <adec:decorative xmlns:adec="http://schemas.microsoft.com/office/drawing/2017/decorative" val="1"/>
              </a:ext>
            </a:extLst>
          </p:cNvPr>
          <p:cNvSpPr/>
          <p:nvPr/>
        </p:nvSpPr>
        <p:spPr>
          <a:xfrm>
            <a:off x="0" y="6132576"/>
            <a:ext cx="12192000" cy="731520"/>
          </a:xfrm>
          <a:prstGeom prst="rect">
            <a:avLst/>
          </a:prstGeom>
          <a:solidFill>
            <a:srgbClr val="DDDDDD"/>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a:extLst>
              <a:ext uri="{C183D7F6-B498-43B3-948B-1728B52AA6E4}">
                <adec:decorative xmlns:adec="http://schemas.microsoft.com/office/drawing/2017/decorative" val="1"/>
              </a:ext>
            </a:extLst>
          </p:cNvPr>
          <p:cNvSpPr/>
          <p:nvPr/>
        </p:nvSpPr>
        <p:spPr>
          <a:xfrm>
            <a:off x="0" y="0"/>
            <a:ext cx="12192000" cy="585216"/>
          </a:xfrm>
          <a:prstGeom prst="rect">
            <a:avLst/>
          </a:prstGeom>
          <a:solidFill>
            <a:srgbClr val="000000"/>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243840" y="0"/>
            <a:ext cx="11704320" cy="585216"/>
          </a:xfrm>
          <a:prstGeom prst="rect">
            <a:avLst/>
          </a:prstGeom>
          <a:noFill/>
          <a:ln/>
        </p:spPr>
        <p:txBody>
          <a:bodyPr wrap="square" lIns="0" tIns="0" rIns="0" bIns="0" rtlCol="0" anchor="ctr">
            <a:normAutofit/>
          </a:bodyPr>
          <a:lstStyle/>
          <a:p>
            <a:pPr algn="ctr" defTabSz="1219170" fontAlgn="auto">
              <a:spcBef>
                <a:spcPts val="0"/>
              </a:spcBef>
              <a:spcAft>
                <a:spcPts val="0"/>
              </a:spcAft>
            </a:pPr>
            <a:r>
              <a:rPr lang="en-US" sz="2267" kern="0" spc="267" dirty="0">
                <a:solidFill>
                  <a:srgbClr val="00E5F5"/>
                </a:solidFill>
                <a:latin typeface="Century Gothic" pitchFamily="34" charset="0"/>
                <a:ea typeface="Century Gothic" pitchFamily="34" charset="-122"/>
                <a:cs typeface="Century Gothic" pitchFamily="34" charset="-120"/>
              </a:rPr>
              <a:t>SECURITY CONTROL FRAMEWORKS</a:t>
            </a:r>
            <a:endParaRPr lang="en-US" sz="2267" dirty="0">
              <a:solidFill>
                <a:prstClr val="black"/>
              </a:solidFill>
              <a:latin typeface="Calibri" panose="020F0502020204030204"/>
              <a:cs typeface="+mn-cs"/>
            </a:endParaRPr>
          </a:p>
        </p:txBody>
      </p:sp>
      <p:sp>
        <p:nvSpPr>
          <p:cNvPr id="4" name="Text 0"/>
          <p:cNvSpPr>
            <a:spLocks noGrp="1"/>
          </p:cNvSpPr>
          <p:nvPr>
            <p:ph type="title" idx="100" hasCustomPrompt="1"/>
          </p:nvPr>
        </p:nvSpPr>
        <p:spPr>
          <a:xfrm>
            <a:off x="365760" y="853440"/>
            <a:ext cx="4145280" cy="1036320"/>
          </a:xfrm>
          <a:prstGeom prst="rect">
            <a:avLst/>
          </a:prstGeom>
          <a:noFill/>
          <a:ln/>
        </p:spPr>
        <p:txBody>
          <a:bodyPr wrap="square" lIns="0" tIns="0" rIns="0" bIns="0" rtlCol="0" anchor="ctr">
            <a:normAutofit/>
          </a:bodyPr>
          <a:lstStyle/>
          <a:p>
            <a:r>
              <a:rPr lang="en-US" sz="6133" b="1" dirty="0">
                <a:ln w="15875">
                  <a:solidFill>
                    <a:srgbClr val="111111"/>
                  </a:solidFill>
                </a:ln>
                <a:solidFill>
                  <a:srgbClr val="00E5F5"/>
                </a:solidFill>
                <a:latin typeface="Century Gothic" pitchFamily="34" charset="0"/>
                <a:ea typeface="Century Gothic" pitchFamily="34" charset="-122"/>
                <a:cs typeface="Century Gothic" pitchFamily="34" charset="-120"/>
              </a:rPr>
              <a:t>FedRAMP</a:t>
            </a:r>
            <a:endParaRPr lang="en-US" sz="6133" dirty="0"/>
          </a:p>
        </p:txBody>
      </p:sp>
      <p:sp>
        <p:nvSpPr>
          <p:cNvPr id="5" name="Text 3"/>
          <p:cNvSpPr/>
          <p:nvPr/>
        </p:nvSpPr>
        <p:spPr>
          <a:xfrm>
            <a:off x="4693920" y="853440"/>
            <a:ext cx="7071360" cy="1036320"/>
          </a:xfrm>
          <a:prstGeom prst="rect">
            <a:avLst/>
          </a:prstGeom>
          <a:noFill/>
          <a:ln/>
        </p:spPr>
        <p:txBody>
          <a:bodyPr wrap="square" lIns="0" tIns="0" rIns="0" bIns="0" rtlCol="0" anchor="ctr">
            <a:normAutofit/>
          </a:bodyPr>
          <a:lstStyle/>
          <a:p>
            <a:pPr defTabSz="1219170" fontAlgn="auto">
              <a:lnSpc>
                <a:spcPts val="3733"/>
              </a:lnSpc>
              <a:spcBef>
                <a:spcPts val="0"/>
              </a:spcBef>
              <a:spcAft>
                <a:spcPts val="0"/>
              </a:spcAft>
            </a:pPr>
            <a:r>
              <a:rPr lang="en-US" sz="2933" b="1" dirty="0">
                <a:solidFill>
                  <a:srgbClr val="FF0000"/>
                </a:solidFill>
                <a:latin typeface="Century Gothic" pitchFamily="34" charset="0"/>
                <a:ea typeface="Century Gothic" pitchFamily="34" charset="-122"/>
                <a:cs typeface="Century Gothic" pitchFamily="34" charset="-120"/>
              </a:rPr>
              <a:t>Fed</a:t>
            </a:r>
            <a:r>
              <a:rPr lang="en-US" sz="2933" dirty="0">
                <a:solidFill>
                  <a:srgbClr val="111111"/>
                </a:solidFill>
                <a:latin typeface="Century Gothic" pitchFamily="34" charset="0"/>
                <a:ea typeface="Century Gothic" pitchFamily="34" charset="-122"/>
                <a:cs typeface="Century Gothic" pitchFamily="34" charset="-120"/>
              </a:rPr>
              <a:t>eral </a:t>
            </a:r>
            <a:r>
              <a:rPr lang="en-US" sz="2933" b="1" dirty="0">
                <a:solidFill>
                  <a:srgbClr val="FF0000"/>
                </a:solidFill>
                <a:latin typeface="Century Gothic" pitchFamily="34" charset="0"/>
                <a:ea typeface="Century Gothic" pitchFamily="34" charset="-122"/>
                <a:cs typeface="Century Gothic" pitchFamily="34" charset="-120"/>
              </a:rPr>
              <a:t>R</a:t>
            </a:r>
            <a:r>
              <a:rPr lang="en-US" sz="2933" dirty="0">
                <a:solidFill>
                  <a:srgbClr val="111111"/>
                </a:solidFill>
                <a:latin typeface="Century Gothic" pitchFamily="34" charset="0"/>
                <a:ea typeface="Century Gothic" pitchFamily="34" charset="-122"/>
                <a:cs typeface="Century Gothic" pitchFamily="34" charset="-120"/>
              </a:rPr>
              <a:t>isk and </a:t>
            </a:r>
            <a:r>
              <a:rPr lang="en-US" sz="2933" b="1" dirty="0">
                <a:solidFill>
                  <a:srgbClr val="FF0000"/>
                </a:solidFill>
                <a:latin typeface="Century Gothic" pitchFamily="34" charset="0"/>
                <a:ea typeface="Century Gothic" pitchFamily="34" charset="-122"/>
                <a:cs typeface="Century Gothic" pitchFamily="34" charset="-120"/>
              </a:rPr>
              <a:t>A</a:t>
            </a:r>
            <a:r>
              <a:rPr lang="en-US" sz="2933" dirty="0">
                <a:solidFill>
                  <a:srgbClr val="111111"/>
                </a:solidFill>
                <a:latin typeface="Century Gothic" pitchFamily="34" charset="0"/>
                <a:ea typeface="Century Gothic" pitchFamily="34" charset="-122"/>
                <a:cs typeface="Century Gothic" pitchFamily="34" charset="-120"/>
              </a:rPr>
              <a:t>uthorization </a:t>
            </a:r>
            <a:r>
              <a:rPr lang="en-US" sz="2933" b="1" dirty="0">
                <a:solidFill>
                  <a:srgbClr val="FF0000"/>
                </a:solidFill>
                <a:latin typeface="Century Gothic" pitchFamily="34" charset="0"/>
                <a:ea typeface="Century Gothic" pitchFamily="34" charset="-122"/>
                <a:cs typeface="Century Gothic" pitchFamily="34" charset="-120"/>
              </a:rPr>
              <a:t>M</a:t>
            </a:r>
            <a:r>
              <a:rPr lang="en-US" sz="2933" dirty="0">
                <a:solidFill>
                  <a:srgbClr val="111111"/>
                </a:solidFill>
                <a:latin typeface="Century Gothic" pitchFamily="34" charset="0"/>
                <a:ea typeface="Century Gothic" pitchFamily="34" charset="-122"/>
                <a:cs typeface="Century Gothic" pitchFamily="34" charset="-120"/>
              </a:rPr>
              <a:t>anagement </a:t>
            </a:r>
            <a:r>
              <a:rPr lang="en-US" sz="2933" b="1" dirty="0">
                <a:solidFill>
                  <a:srgbClr val="FF0000"/>
                </a:solidFill>
                <a:latin typeface="Century Gothic" pitchFamily="34" charset="0"/>
                <a:ea typeface="Century Gothic" pitchFamily="34" charset="-122"/>
                <a:cs typeface="Century Gothic" pitchFamily="34" charset="-120"/>
              </a:rPr>
              <a:t>P</a:t>
            </a:r>
            <a:r>
              <a:rPr lang="en-US" sz="2933" dirty="0">
                <a:solidFill>
                  <a:srgbClr val="111111"/>
                </a:solidFill>
                <a:latin typeface="Century Gothic" pitchFamily="34" charset="0"/>
                <a:ea typeface="Century Gothic" pitchFamily="34" charset="-122"/>
                <a:cs typeface="Century Gothic" pitchFamily="34" charset="-120"/>
              </a:rPr>
              <a:t>rogram</a:t>
            </a:r>
            <a:endParaRPr lang="en-US" sz="2933" dirty="0">
              <a:solidFill>
                <a:prstClr val="black"/>
              </a:solidFill>
              <a:latin typeface="Calibri" panose="020F0502020204030204"/>
              <a:cs typeface="+mn-cs"/>
            </a:endParaRPr>
          </a:p>
        </p:txBody>
      </p:sp>
      <p:sp>
        <p:nvSpPr>
          <p:cNvPr id="6" name="Text 4"/>
          <p:cNvSpPr/>
          <p:nvPr/>
        </p:nvSpPr>
        <p:spPr>
          <a:xfrm>
            <a:off x="463296" y="2133600"/>
            <a:ext cx="10850880" cy="1219200"/>
          </a:xfrm>
          <a:prstGeom prst="rect">
            <a:avLst/>
          </a:prstGeom>
          <a:noFill/>
          <a:ln/>
        </p:spPr>
        <p:txBody>
          <a:bodyPr wrap="square" lIns="0" tIns="0" rIns="0" bIns="0" rtlCol="0" anchor="ctr">
            <a:normAutofit fontScale="85000" lnSpcReduction="10000"/>
          </a:bodyPr>
          <a:lstStyle/>
          <a:p>
            <a:pPr defTabSz="1219170" fontAlgn="auto">
              <a:lnSpc>
                <a:spcPts val="3467"/>
              </a:lnSpc>
              <a:spcBef>
                <a:spcPts val="0"/>
              </a:spcBef>
              <a:spcAft>
                <a:spcPts val="0"/>
              </a:spcAft>
            </a:pPr>
            <a:r>
              <a:rPr lang="en-US" sz="2400" dirty="0">
                <a:solidFill>
                  <a:srgbClr val="111111"/>
                </a:solidFill>
                <a:latin typeface="Century Gothic" pitchFamily="34" charset="0"/>
                <a:ea typeface="Century Gothic" pitchFamily="34" charset="-122"/>
                <a:cs typeface="Century Gothic" pitchFamily="34" charset="-120"/>
              </a:rPr>
              <a:t>a government-wide program that provides a </a:t>
            </a:r>
            <a:r>
              <a:rPr lang="en-US" sz="2400" dirty="0">
                <a:solidFill>
                  <a:srgbClr val="111111"/>
                </a:solidFill>
                <a:highlight>
                  <a:srgbClr val="FFF06A"/>
                </a:highlight>
                <a:latin typeface="Century Gothic" pitchFamily="34" charset="0"/>
                <a:ea typeface="Century Gothic" pitchFamily="34" charset="-122"/>
                <a:cs typeface="Century Gothic" pitchFamily="34" charset="-120"/>
              </a:rPr>
              <a:t>standardized approach</a:t>
            </a:r>
            <a:r>
              <a:rPr lang="en-US" sz="2400" dirty="0">
                <a:solidFill>
                  <a:srgbClr val="111111"/>
                </a:solidFill>
                <a:latin typeface="Century Gothic" pitchFamily="34" charset="0"/>
                <a:ea typeface="Century Gothic" pitchFamily="34" charset="-122"/>
                <a:cs typeface="Century Gothic" pitchFamily="34" charset="-120"/>
              </a:rPr>
              <a:t> to security assessment, authorization, and continuous monitoring for cloud products and services.</a:t>
            </a:r>
            <a:endParaRPr lang="en-US" sz="2400" dirty="0">
              <a:solidFill>
                <a:prstClr val="black"/>
              </a:solidFill>
              <a:latin typeface="Calibri" panose="020F0502020204030204"/>
              <a:cs typeface="+mn-cs"/>
            </a:endParaRPr>
          </a:p>
        </p:txBody>
      </p:sp>
      <p:sp>
        <p:nvSpPr>
          <p:cNvPr id="8" name="Goals panel">
            <a:extLst>
              <a:ext uri="{C183D7F6-B498-43B3-948B-1728B52AA6E4}">
                <adec:decorative xmlns:adec="http://schemas.microsoft.com/office/drawing/2017/decorative" val="1"/>
              </a:ext>
            </a:extLst>
          </p:cNvPr>
          <p:cNvSpPr/>
          <p:nvPr/>
        </p:nvSpPr>
        <p:spPr>
          <a:xfrm>
            <a:off x="0" y="4267200"/>
            <a:ext cx="12192000" cy="1645920"/>
          </a:xfrm>
          <a:prstGeom prst="rect">
            <a:avLst/>
          </a:prstGeom>
          <a:solidFill>
            <a:srgbClr val="F0F0F0"/>
          </a:solidFill>
          <a:ln w="12700">
            <a:solidFill>
              <a:srgbClr val="333333"/>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9" name="Text 7"/>
          <p:cNvSpPr/>
          <p:nvPr/>
        </p:nvSpPr>
        <p:spPr>
          <a:xfrm>
            <a:off x="182880" y="4267200"/>
            <a:ext cx="2926080" cy="1645920"/>
          </a:xfrm>
          <a:prstGeom prst="rect">
            <a:avLst/>
          </a:prstGeom>
          <a:noFill/>
          <a:ln/>
        </p:spPr>
        <p:txBody>
          <a:bodyPr wrap="square" lIns="0" tIns="0" rIns="0" bIns="0" rtlCol="0" anchor="ctr">
            <a:normAutofit/>
          </a:bodyPr>
          <a:lstStyle/>
          <a:p>
            <a:pPr defTabSz="1219170" fontAlgn="auto">
              <a:spcBef>
                <a:spcPts val="0"/>
              </a:spcBef>
              <a:spcAft>
                <a:spcPts val="0"/>
              </a:spcAft>
            </a:pPr>
            <a:r>
              <a:rPr lang="en-US" sz="5600" dirty="0">
                <a:solidFill>
                  <a:srgbClr val="111111"/>
                </a:solidFill>
                <a:latin typeface="Impact" pitchFamily="34" charset="0"/>
                <a:ea typeface="Impact" pitchFamily="34" charset="-122"/>
                <a:cs typeface="Impact" pitchFamily="34" charset="-120"/>
              </a:rPr>
              <a:t>GOALS</a:t>
            </a:r>
            <a:endParaRPr lang="en-US" sz="5600" dirty="0">
              <a:solidFill>
                <a:prstClr val="black"/>
              </a:solidFill>
              <a:latin typeface="Calibri" panose="020F0502020204030204"/>
              <a:cs typeface="+mn-cs"/>
            </a:endParaRPr>
          </a:p>
        </p:txBody>
      </p:sp>
      <p:sp>
        <p:nvSpPr>
          <p:cNvPr id="10" name="Text 8"/>
          <p:cNvSpPr/>
          <p:nvPr/>
        </p:nvSpPr>
        <p:spPr>
          <a:xfrm>
            <a:off x="3291840" y="4267200"/>
            <a:ext cx="8534400" cy="1645920"/>
          </a:xfrm>
          <a:prstGeom prst="rect">
            <a:avLst/>
          </a:prstGeom>
          <a:noFill/>
          <a:ln/>
        </p:spPr>
        <p:txBody>
          <a:bodyPr wrap="square" lIns="0" tIns="0" rIns="0" bIns="0" rtlCol="0" anchor="ctr">
            <a:normAutofit/>
          </a:bodyPr>
          <a:lstStyle/>
          <a:p>
            <a:pPr defTabSz="1219170" fontAlgn="auto">
              <a:lnSpc>
                <a:spcPts val="3333"/>
              </a:lnSpc>
              <a:spcBef>
                <a:spcPts val="0"/>
              </a:spcBef>
              <a:spcAft>
                <a:spcPts val="0"/>
              </a:spcAft>
            </a:pPr>
            <a:r>
              <a:rPr lang="en-US" sz="2000" dirty="0">
                <a:solidFill>
                  <a:srgbClr val="111111"/>
                </a:solidFill>
                <a:latin typeface="Century Gothic" pitchFamily="34" charset="0"/>
                <a:ea typeface="Century Gothic" pitchFamily="34" charset="-122"/>
                <a:cs typeface="Century Gothic" pitchFamily="34" charset="-120"/>
              </a:rPr>
              <a:t>Accelerate secure cloud adoption</a:t>
            </a:r>
            <a:endParaRPr lang="en-US" sz="2000" dirty="0">
              <a:solidFill>
                <a:prstClr val="black"/>
              </a:solidFill>
              <a:latin typeface="Calibri" panose="020F0502020204030204"/>
              <a:cs typeface="+mn-cs"/>
            </a:endParaRPr>
          </a:p>
          <a:p>
            <a:pPr defTabSz="1219170" fontAlgn="auto">
              <a:lnSpc>
                <a:spcPts val="3333"/>
              </a:lnSpc>
              <a:spcBef>
                <a:spcPts val="0"/>
              </a:spcBef>
              <a:spcAft>
                <a:spcPts val="0"/>
              </a:spcAft>
            </a:pPr>
            <a:r>
              <a:rPr lang="en-US" sz="2000" dirty="0">
                <a:solidFill>
                  <a:srgbClr val="111111"/>
                </a:solidFill>
                <a:latin typeface="Century Gothic" pitchFamily="34" charset="0"/>
                <a:ea typeface="Century Gothic" pitchFamily="34" charset="-122"/>
                <a:cs typeface="Century Gothic" pitchFamily="34" charset="-120"/>
              </a:rPr>
              <a:t>Enhance trust in cloud solutions</a:t>
            </a:r>
            <a:endParaRPr lang="en-US" sz="2000" dirty="0">
              <a:solidFill>
                <a:prstClr val="black"/>
              </a:solidFill>
              <a:latin typeface="Calibri" panose="020F0502020204030204"/>
              <a:cs typeface="+mn-cs"/>
            </a:endParaRPr>
          </a:p>
          <a:p>
            <a:pPr defTabSz="1219170" fontAlgn="auto">
              <a:lnSpc>
                <a:spcPts val="3333"/>
              </a:lnSpc>
              <a:spcBef>
                <a:spcPts val="0"/>
              </a:spcBef>
              <a:spcAft>
                <a:spcPts val="0"/>
              </a:spcAft>
            </a:pPr>
            <a:r>
              <a:rPr lang="en-US" sz="2000" dirty="0">
                <a:solidFill>
                  <a:srgbClr val="111111"/>
                </a:solidFill>
                <a:latin typeface="Century Gothic" pitchFamily="34" charset="0"/>
                <a:ea typeface="Century Gothic" pitchFamily="34" charset="-122"/>
                <a:cs typeface="Century Gothic" pitchFamily="34" charset="-120"/>
              </a:rPr>
              <a:t>Promote a reusable approach for multiple agencies</a:t>
            </a:r>
            <a:endParaRPr lang="en-US" sz="2000" dirty="0">
              <a:solidFill>
                <a:prstClr val="black"/>
              </a:solidFill>
              <a:latin typeface="Calibri" panose="020F0502020204030204"/>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 name="Rectangle 137">
            <a:extLst>
              <a:ext uri="{FF2B5EF4-FFF2-40B4-BE49-F238E27FC236}">
                <a16:creationId xmlns:a16="http://schemas.microsoft.com/office/drawing/2014/main" id="{D8386171-E87D-46AB-8718-4CE2A8874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ounded Rectangle 26">
            <a:extLst>
              <a:ext uri="{FF2B5EF4-FFF2-40B4-BE49-F238E27FC236}">
                <a16:creationId xmlns:a16="http://schemas.microsoft.com/office/drawing/2014/main" id="{207CB456-8849-413C-8210-B663779A3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E513936D-D1EB-4E42-A97F-942BA1F3D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22" name="Rectangle 4"/>
          <p:cNvSpPr>
            <a:spLocks noGrp="1" noChangeArrowheads="1"/>
          </p:cNvSpPr>
          <p:nvPr>
            <p:ph type="ctrTitle"/>
          </p:nvPr>
        </p:nvSpPr>
        <p:spPr>
          <a:xfrm>
            <a:off x="1524000" y="1376363"/>
            <a:ext cx="9144000" cy="2521594"/>
          </a:xfrm>
        </p:spPr>
        <p:txBody>
          <a:bodyPr>
            <a:normAutofit/>
          </a:bodyPr>
          <a:lstStyle/>
          <a:p>
            <a:pPr eaLnBrk="1" hangingPunct="1"/>
            <a:r>
              <a:rPr lang="en-US" sz="3200" dirty="0"/>
              <a:t>Policies, Standards, Baselines, Guidelines, and Procedures</a:t>
            </a:r>
          </a:p>
        </p:txBody>
      </p:sp>
      <p:cxnSp>
        <p:nvCxnSpPr>
          <p:cNvPr id="144" name="Straight Connector 143">
            <a:extLst>
              <a:ext uri="{FF2B5EF4-FFF2-40B4-BE49-F238E27FC236}">
                <a16:creationId xmlns:a16="http://schemas.microsoft.com/office/drawing/2014/main" id="{AFA75EE9-0DE4-4982-A870-290AD61EAA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52800" y="4479276"/>
            <a:ext cx="54864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825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1">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38ECAB0F-78CE-41F6-8091-044E5961F99F}"/>
              </a:ext>
            </a:extLst>
          </p:cNvPr>
          <p:cNvSpPr>
            <a:spLocks noGrp="1"/>
          </p:cNvSpPr>
          <p:nvPr>
            <p:ph type="title"/>
          </p:nvPr>
        </p:nvSpPr>
        <p:spPr>
          <a:xfrm>
            <a:off x="804672" y="457200"/>
            <a:ext cx="10579608" cy="1188720"/>
          </a:xfrm>
        </p:spPr>
        <p:txBody>
          <a:bodyPr>
            <a:normAutofit/>
          </a:bodyPr>
          <a:lstStyle/>
          <a:p>
            <a:r>
              <a:rPr lang="en-US" sz="4000">
                <a:solidFill>
                  <a:schemeClr val="tx2"/>
                </a:solidFill>
                <a:latin typeface="Arial" panose="020B0604020202020204" pitchFamily="34" charset="0"/>
              </a:rPr>
              <a:t>Security Program should be based on</a:t>
            </a:r>
            <a:endParaRPr lang="en-US" sz="4000">
              <a:solidFill>
                <a:schemeClr val="tx2"/>
              </a:solidFill>
            </a:endParaRPr>
          </a:p>
        </p:txBody>
      </p:sp>
      <p:grpSp>
        <p:nvGrpSpPr>
          <p:cNvPr id="26" name="Group 13">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15" name="Freeform: Shape 14">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15">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21" name="Freeform: Shape 20">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id="{1D1DE230-D2F2-4965-B52B-B2796F64621C}"/>
              </a:ext>
            </a:extLst>
          </p:cNvPr>
          <p:cNvGraphicFramePr>
            <a:graphicFrameLocks noGrp="1"/>
          </p:cNvGraphicFramePr>
          <p:nvPr>
            <p:ph idx="1"/>
            <p:extLst>
              <p:ext uri="{D42A27DB-BD31-4B8C-83A1-F6EECF244321}">
                <p14:modId xmlns:p14="http://schemas.microsoft.com/office/powerpoint/2010/main" val="3393061407"/>
              </p:ext>
            </p:extLst>
          </p:nvPr>
        </p:nvGraphicFramePr>
        <p:xfrm>
          <a:off x="1036320" y="2543633"/>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1279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6024" name="Rectangle 8602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18" name="Rectangle 2"/>
          <p:cNvSpPr>
            <a:spLocks noGrp="1" noChangeArrowheads="1"/>
          </p:cNvSpPr>
          <p:nvPr>
            <p:ph type="title"/>
          </p:nvPr>
        </p:nvSpPr>
        <p:spPr>
          <a:xfrm>
            <a:off x="838200" y="365125"/>
            <a:ext cx="10515600" cy="1325563"/>
          </a:xfrm>
        </p:spPr>
        <p:txBody>
          <a:bodyPr>
            <a:normAutofit/>
          </a:bodyPr>
          <a:lstStyle/>
          <a:p>
            <a:r>
              <a:rPr lang="en-US" sz="5400"/>
              <a:t>Policies</a:t>
            </a:r>
            <a:endParaRPr lang="en-US" sz="5400" dirty="0"/>
          </a:p>
        </p:txBody>
      </p:sp>
      <p:sp>
        <p:nvSpPr>
          <p:cNvPr id="8602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19" name="Rectangle 3"/>
          <p:cNvSpPr>
            <a:spLocks noGrp="1" noChangeArrowheads="1"/>
          </p:cNvSpPr>
          <p:nvPr>
            <p:ph idx="1"/>
          </p:nvPr>
        </p:nvSpPr>
        <p:spPr>
          <a:xfrm>
            <a:off x="838200" y="1929384"/>
            <a:ext cx="10515600" cy="4251960"/>
          </a:xfrm>
        </p:spPr>
        <p:txBody>
          <a:bodyPr>
            <a:normAutofit/>
          </a:bodyPr>
          <a:lstStyle/>
          <a:p>
            <a:pPr>
              <a:buNone/>
            </a:pPr>
            <a:r>
              <a:rPr lang="en-US" sz="2200" dirty="0"/>
              <a:t>Can be one of four general types</a:t>
            </a:r>
            <a:br>
              <a:rPr lang="en-US" sz="2200" dirty="0"/>
            </a:br>
            <a:endParaRPr lang="en-US" sz="2200" b="1" dirty="0"/>
          </a:p>
          <a:p>
            <a:pPr lvl="1"/>
            <a:r>
              <a:rPr lang="en-US" sz="2200" b="1" dirty="0"/>
              <a:t>Regulatory </a:t>
            </a:r>
            <a:r>
              <a:rPr lang="en-US" sz="2200" dirty="0"/>
              <a:t>– ensures an organization is following required regulations (finance, health)</a:t>
            </a:r>
            <a:br>
              <a:rPr lang="en-US" sz="2200" dirty="0"/>
            </a:br>
            <a:endParaRPr lang="en-US" sz="2200" dirty="0"/>
          </a:p>
          <a:p>
            <a:pPr lvl="1"/>
            <a:r>
              <a:rPr lang="en-US" sz="2200" b="1" dirty="0"/>
              <a:t>Advisory</a:t>
            </a:r>
            <a:r>
              <a:rPr lang="en-US" sz="2200" dirty="0"/>
              <a:t> – strongly advises employees as to which types of behaviors should/should not take place</a:t>
            </a:r>
            <a:br>
              <a:rPr lang="en-US" sz="2200" dirty="0"/>
            </a:br>
            <a:endParaRPr lang="en-US" sz="2200" dirty="0"/>
          </a:p>
          <a:p>
            <a:pPr lvl="1"/>
            <a:r>
              <a:rPr lang="en-US" sz="2200" b="1" dirty="0"/>
              <a:t>Informative</a:t>
            </a:r>
            <a:r>
              <a:rPr lang="en-US" sz="2200" dirty="0"/>
              <a:t> – informs employees of goals and missions relevant to a company, not specific or enforceable</a:t>
            </a:r>
            <a:br>
              <a:rPr lang="en-US" sz="2200" dirty="0"/>
            </a:br>
            <a:r>
              <a:rPr lang="en-US" sz="2200" dirty="0"/>
              <a:t> </a:t>
            </a:r>
          </a:p>
          <a:p>
            <a:pPr lvl="1"/>
            <a:r>
              <a:rPr lang="en-US" sz="2200" b="1" dirty="0"/>
              <a:t>Directive</a:t>
            </a:r>
            <a:r>
              <a:rPr lang="en-US" sz="2200" dirty="0"/>
              <a:t> – Sets the direction of the organization (see next slide)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1102AE-B054-A4AF-F976-06CDE6089B90}"/>
              </a:ext>
            </a:extLst>
          </p:cNvPr>
          <p:cNvSpPr>
            <a:spLocks noGrp="1"/>
          </p:cNvSpPr>
          <p:nvPr>
            <p:ph type="title"/>
          </p:nvPr>
        </p:nvSpPr>
        <p:spPr>
          <a:xfrm>
            <a:off x="2019300" y="538956"/>
            <a:ext cx="8985250" cy="1118394"/>
          </a:xfrm>
        </p:spPr>
        <p:txBody>
          <a:bodyPr anchor="t">
            <a:normAutofit/>
          </a:bodyPr>
          <a:lstStyle/>
          <a:p>
            <a:r>
              <a:rPr lang="en-US" sz="4000" b="0" i="0" u="none" strike="noStrike" baseline="0">
                <a:latin typeface="Arial" panose="020B0604020202020204" pitchFamily="34" charset="0"/>
              </a:rPr>
              <a:t>Components of Program Policy</a:t>
            </a:r>
            <a:endParaRPr lang="en-US" sz="4000"/>
          </a:p>
        </p:txBody>
      </p:sp>
      <p:pic>
        <p:nvPicPr>
          <p:cNvPr id="7" name="Graphic 6" descr="Checkmark">
            <a:extLst>
              <a:ext uri="{FF2B5EF4-FFF2-40B4-BE49-F238E27FC236}">
                <a16:creationId xmlns:a16="http://schemas.microsoft.com/office/drawing/2014/main" id="{3B8EA2E6-9DE7-10D8-35A0-048695E0B5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120CBD84-51ED-BA25-9FFC-7944984225DE}"/>
              </a:ext>
            </a:extLst>
          </p:cNvPr>
          <p:cNvSpPr>
            <a:spLocks noGrp="1"/>
          </p:cNvSpPr>
          <p:nvPr>
            <p:ph idx="1"/>
          </p:nvPr>
        </p:nvSpPr>
        <p:spPr>
          <a:xfrm>
            <a:off x="1009650" y="1847849"/>
            <a:ext cx="9994900" cy="4254501"/>
          </a:xfrm>
        </p:spPr>
        <p:txBody>
          <a:bodyPr>
            <a:normAutofit/>
          </a:bodyPr>
          <a:lstStyle/>
          <a:p>
            <a:r>
              <a:rPr lang="en-US" sz="1600">
                <a:latin typeface="Times New Roman" panose="02020603050405020304" pitchFamily="18" charset="0"/>
              </a:rPr>
              <a:t>All policy should contain these basic components:</a:t>
            </a:r>
            <a:br>
              <a:rPr lang="en-US" sz="1600">
                <a:latin typeface="Times New Roman" panose="02020603050405020304" pitchFamily="18" charset="0"/>
              </a:rPr>
            </a:br>
            <a:endParaRPr lang="en-US" sz="1600">
              <a:latin typeface="Times New Roman" panose="02020603050405020304" pitchFamily="18" charset="0"/>
            </a:endParaRPr>
          </a:p>
          <a:p>
            <a:pPr lvl="1"/>
            <a:r>
              <a:rPr lang="en-US" sz="1600" b="1">
                <a:latin typeface="Times New Roman" panose="02020603050405020304" pitchFamily="18" charset="0"/>
              </a:rPr>
              <a:t>Purpose </a:t>
            </a:r>
            <a:r>
              <a:rPr lang="en-US" sz="1600">
                <a:latin typeface="Times New Roman" panose="02020603050405020304" pitchFamily="18" charset="0"/>
              </a:rPr>
              <a:t>describes the need for the policy, typically to protect the confidentiality, integrity, and availability of protected data.</a:t>
            </a:r>
            <a:br>
              <a:rPr lang="en-US" sz="1600">
                <a:latin typeface="Times New Roman" panose="02020603050405020304" pitchFamily="18" charset="0"/>
              </a:rPr>
            </a:br>
            <a:endParaRPr lang="en-US" sz="1600">
              <a:latin typeface="Times New Roman" panose="02020603050405020304" pitchFamily="18" charset="0"/>
            </a:endParaRPr>
          </a:p>
          <a:p>
            <a:pPr lvl="1"/>
            <a:r>
              <a:rPr lang="en-US" sz="1600" b="1">
                <a:latin typeface="Times New Roman" panose="02020603050405020304" pitchFamily="18" charset="0"/>
              </a:rPr>
              <a:t>Scope</a:t>
            </a:r>
            <a:r>
              <a:rPr lang="en-US" sz="1600">
                <a:latin typeface="Times New Roman" panose="02020603050405020304" pitchFamily="18" charset="0"/>
              </a:rPr>
              <a:t> describes what systems, people, facilities, and organizations are covered by the policy. </a:t>
            </a:r>
            <a:br>
              <a:rPr lang="en-US" sz="1600">
                <a:latin typeface="Times New Roman" panose="02020603050405020304" pitchFamily="18" charset="0"/>
              </a:rPr>
            </a:br>
            <a:endParaRPr lang="en-US" sz="1600">
              <a:latin typeface="Times New Roman" panose="02020603050405020304" pitchFamily="18" charset="0"/>
            </a:endParaRPr>
          </a:p>
          <a:p>
            <a:pPr lvl="2"/>
            <a:r>
              <a:rPr lang="en-US" sz="1600">
                <a:latin typeface="Times New Roman" panose="02020603050405020304" pitchFamily="18" charset="0"/>
              </a:rPr>
              <a:t>Any related entities that are not in scope should be documented, to avoid confusion.</a:t>
            </a:r>
            <a:br>
              <a:rPr lang="en-US" sz="1600">
                <a:latin typeface="Times New Roman" panose="02020603050405020304" pitchFamily="18" charset="0"/>
              </a:rPr>
            </a:br>
            <a:endParaRPr lang="en-US" sz="1600">
              <a:latin typeface="Times New Roman" panose="02020603050405020304" pitchFamily="18" charset="0"/>
            </a:endParaRPr>
          </a:p>
          <a:p>
            <a:pPr lvl="1"/>
            <a:r>
              <a:rPr lang="en-US" sz="1600" b="1">
                <a:latin typeface="Times New Roman" panose="02020603050405020304" pitchFamily="18" charset="0"/>
              </a:rPr>
              <a:t>Responsibilities</a:t>
            </a:r>
            <a:r>
              <a:rPr lang="en-US" sz="1600">
                <a:latin typeface="Times New Roman" panose="02020603050405020304" pitchFamily="18" charset="0"/>
              </a:rPr>
              <a:t> include responsibilities of information security staff, policy and management teams, as well as responsibilities of all members of the organization.</a:t>
            </a:r>
            <a:br>
              <a:rPr lang="en-US" sz="1600">
                <a:latin typeface="Times New Roman" panose="02020603050405020304" pitchFamily="18" charset="0"/>
              </a:rPr>
            </a:br>
            <a:endParaRPr lang="en-US" sz="1600">
              <a:latin typeface="Times New Roman" panose="02020603050405020304" pitchFamily="18" charset="0"/>
            </a:endParaRPr>
          </a:p>
          <a:p>
            <a:pPr lvl="1"/>
            <a:r>
              <a:rPr lang="en-US" sz="1600" b="1">
                <a:latin typeface="Times New Roman" panose="02020603050405020304" pitchFamily="18" charset="0"/>
              </a:rPr>
              <a:t>Compliance</a:t>
            </a:r>
            <a:r>
              <a:rPr lang="en-US" sz="1600">
                <a:latin typeface="Times New Roman" panose="02020603050405020304" pitchFamily="18" charset="0"/>
              </a:rPr>
              <a:t> describes two related issues: how to judge the effectiveness of the policies (how well they are working) and what happens when policy is violated (the sanction). </a:t>
            </a:r>
            <a:br>
              <a:rPr lang="en-US" sz="1600">
                <a:latin typeface="Times New Roman" panose="02020603050405020304" pitchFamily="18" charset="0"/>
              </a:rPr>
            </a:br>
            <a:endParaRPr lang="en-US" sz="1600">
              <a:latin typeface="Times New Roman" panose="02020603050405020304" pitchFamily="18" charset="0"/>
            </a:endParaRPr>
          </a:p>
          <a:p>
            <a:pPr lvl="2"/>
            <a:r>
              <a:rPr lang="en-US" sz="1600">
                <a:latin typeface="Times New Roman" panose="02020603050405020304" pitchFamily="18" charset="0"/>
              </a:rPr>
              <a:t>All policy must have “teeth'’: a policy that forbids accessing explicit content via the Internet is not useful if there are no consequences for doing so.</a:t>
            </a:r>
          </a:p>
          <a:p>
            <a:pPr marR="0" rtl="0">
              <a:buChar char="·"/>
            </a:pPr>
            <a:endParaRPr lang="en-US" sz="1600" b="0" i="0" u="none" strike="noStrike" baseline="0">
              <a:latin typeface="Times New Roman" panose="02020603050405020304" pitchFamily="18" charset="0"/>
            </a:endParaRPr>
          </a:p>
        </p:txBody>
      </p:sp>
    </p:spTree>
    <p:extLst>
      <p:ext uri="{BB962C8B-B14F-4D97-AF65-F5344CB8AC3E}">
        <p14:creationId xmlns:p14="http://schemas.microsoft.com/office/powerpoint/2010/main" val="1829510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 name="Picture 13" descr="Stack of magazines on table">
            <a:extLst>
              <a:ext uri="{FF2B5EF4-FFF2-40B4-BE49-F238E27FC236}">
                <a16:creationId xmlns:a16="http://schemas.microsoft.com/office/drawing/2014/main" id="{EDB16544-CB66-220A-B3E7-B71208BFA2D6}"/>
              </a:ext>
            </a:extLst>
          </p:cNvPr>
          <p:cNvPicPr>
            <a:picLocks noChangeAspect="1"/>
          </p:cNvPicPr>
          <p:nvPr/>
        </p:nvPicPr>
        <p:blipFill rotWithShape="1">
          <a:blip r:embed="rId2">
            <a:duotone>
              <a:prstClr val="black"/>
              <a:schemeClr val="tx2">
                <a:tint val="45000"/>
                <a:satMod val="400000"/>
              </a:schemeClr>
            </a:duotone>
          </a:blip>
          <a:srcRect t="13056" b="2675"/>
          <a:stretch/>
        </p:blipFill>
        <p:spPr>
          <a:xfrm>
            <a:off x="20" y="10"/>
            <a:ext cx="12191980" cy="6857990"/>
          </a:xfrm>
          <a:prstGeom prst="rect">
            <a:avLst/>
          </a:prstGeom>
        </p:spPr>
      </p:pic>
      <p:sp>
        <p:nvSpPr>
          <p:cNvPr id="31" name="Rectangle 17">
            <a:extLst>
              <a:ext uri="{FF2B5EF4-FFF2-40B4-BE49-F238E27FC236}">
                <a16:creationId xmlns:a16="http://schemas.microsoft.com/office/drawing/2014/main" id="{B4147794-66B7-4CDE-BC75-BBDC48B2F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481" y="0"/>
            <a:ext cx="7718119" cy="68580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2" name="Title 1">
            <a:extLst>
              <a:ext uri="{FF2B5EF4-FFF2-40B4-BE49-F238E27FC236}">
                <a16:creationId xmlns:a16="http://schemas.microsoft.com/office/drawing/2014/main" id="{05CDA7CB-F846-4339-A711-A4B030A92F97}"/>
              </a:ext>
            </a:extLst>
          </p:cNvPr>
          <p:cNvSpPr>
            <a:spLocks noGrp="1"/>
          </p:cNvSpPr>
          <p:nvPr>
            <p:ph type="title"/>
          </p:nvPr>
        </p:nvSpPr>
        <p:spPr>
          <a:xfrm>
            <a:off x="4050889" y="365758"/>
            <a:ext cx="6784259" cy="1828800"/>
          </a:xfrm>
        </p:spPr>
        <p:txBody>
          <a:bodyPr>
            <a:normAutofit/>
          </a:bodyPr>
          <a:lstStyle/>
          <a:p>
            <a:r>
              <a:rPr lang="en-US" sz="4800">
                <a:solidFill>
                  <a:schemeClr val="tx1">
                    <a:lumMod val="85000"/>
                    <a:lumOff val="15000"/>
                  </a:schemeClr>
                </a:solidFill>
              </a:rPr>
              <a:t>Exam Note</a:t>
            </a:r>
          </a:p>
        </p:txBody>
      </p:sp>
      <p:sp>
        <p:nvSpPr>
          <p:cNvPr id="3" name="Content Placeholder 2">
            <a:extLst>
              <a:ext uri="{FF2B5EF4-FFF2-40B4-BE49-F238E27FC236}">
                <a16:creationId xmlns:a16="http://schemas.microsoft.com/office/drawing/2014/main" id="{E301E170-F8B6-A413-56D3-12FC0AAD6A29}"/>
              </a:ext>
            </a:extLst>
          </p:cNvPr>
          <p:cNvSpPr>
            <a:spLocks noGrp="1"/>
          </p:cNvSpPr>
          <p:nvPr>
            <p:ph idx="1"/>
          </p:nvPr>
        </p:nvSpPr>
        <p:spPr>
          <a:xfrm>
            <a:off x="4050889" y="2324100"/>
            <a:ext cx="6784259" cy="3875087"/>
          </a:xfrm>
        </p:spPr>
        <p:txBody>
          <a:bodyPr>
            <a:normAutofit/>
          </a:bodyPr>
          <a:lstStyle/>
          <a:p>
            <a:pPr lvl="0"/>
            <a:r>
              <a:rPr lang="en-US" sz="2400" b="0" i="0" baseline="0" dirty="0"/>
              <a:t>A policy needs to be technology and solution </a:t>
            </a:r>
            <a:r>
              <a:rPr lang="en-US" sz="2400" b="1" i="0" baseline="0" dirty="0"/>
              <a:t>independent.</a:t>
            </a:r>
            <a:r>
              <a:rPr lang="en-US" sz="2400" b="0" i="0" baseline="0" dirty="0"/>
              <a:t> </a:t>
            </a:r>
            <a:br>
              <a:rPr lang="en-US" sz="2400" b="0" i="0" baseline="0" dirty="0"/>
            </a:br>
            <a:endParaRPr lang="en-US" sz="2400" dirty="0"/>
          </a:p>
          <a:p>
            <a:pPr lvl="0"/>
            <a:r>
              <a:rPr lang="en-US" sz="2400" b="0" i="0" baseline="0" dirty="0"/>
              <a:t>It must outline the goals and missions, but not tie the organization to specific ways of accomplishing them.</a:t>
            </a:r>
          </a:p>
          <a:p>
            <a:pPr lvl="0"/>
            <a:endParaRPr lang="en-US" sz="2400" dirty="0"/>
          </a:p>
          <a:p>
            <a:r>
              <a:rPr lang="en-US" sz="2400" dirty="0"/>
              <a:t>Nothing happens without a policy</a:t>
            </a:r>
          </a:p>
          <a:p>
            <a:pPr lvl="0"/>
            <a:endParaRPr lang="en-US" sz="2400" dirty="0"/>
          </a:p>
        </p:txBody>
      </p:sp>
      <p:sp>
        <p:nvSpPr>
          <p:cNvPr id="4" name="Slide Number Placeholder 3">
            <a:extLst>
              <a:ext uri="{FF2B5EF4-FFF2-40B4-BE49-F238E27FC236}">
                <a16:creationId xmlns:a16="http://schemas.microsoft.com/office/drawing/2014/main" id="{2314D176-FB76-484D-A03E-0DCFA7A8EDFE}"/>
              </a:ext>
            </a:extLst>
          </p:cNvPr>
          <p:cNvSpPr>
            <a:spLocks noGrp="1"/>
          </p:cNvSpPr>
          <p:nvPr>
            <p:ph type="sldNum" sz="quarter" idx="12"/>
          </p:nvPr>
        </p:nvSpPr>
        <p:spPr>
          <a:xfrm>
            <a:off x="10615355" y="6356350"/>
            <a:ext cx="518652"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5E43E96E-F1A9-4EF5-B2C9-961A48B39CF1}" type="slidenum">
              <a:rPr kumimoji="0" lang="en-US" sz="1200" b="0" i="0" u="none" strike="noStrike" kern="1200" cap="none" spc="0" normalizeH="0" baseline="0" noProof="0">
                <a:ln>
                  <a:noFill/>
                </a:ln>
                <a:solidFill>
                  <a:prstClr val="black">
                    <a:lumMod val="50000"/>
                    <a:lumOff val="50000"/>
                  </a:prstClr>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ts val="600"/>
                </a:spcAft>
                <a:buClrTx/>
                <a:buSzTx/>
                <a:buFontTx/>
                <a:buNone/>
                <a:tabLst/>
                <a:defRPr/>
              </a:pPr>
              <a:t>24</a:t>
            </a:fld>
            <a:endParaRPr kumimoji="0" lang="en-US" sz="1200" b="0" i="0" u="none" strike="noStrike" kern="1200" cap="none" spc="0" normalizeH="0" baseline="0" noProof="0">
              <a:ln>
                <a:noFill/>
              </a:ln>
              <a:solidFill>
                <a:prstClr val="black">
                  <a:lumMod val="50000"/>
                  <a:lumOff val="50000"/>
                </a:prstClr>
              </a:solidFill>
              <a:effectLst/>
              <a:uLnTx/>
              <a:uFillTx/>
              <a:latin typeface="Arial" charset="0"/>
              <a:ea typeface="+mn-ea"/>
              <a:cs typeface="Arial" charset="0"/>
            </a:endParaRPr>
          </a:p>
        </p:txBody>
      </p:sp>
      <p:sp>
        <p:nvSpPr>
          <p:cNvPr id="32" name="Rectangle 19">
            <a:extLst>
              <a:ext uri="{FF2B5EF4-FFF2-40B4-BE49-F238E27FC236}">
                <a16:creationId xmlns:a16="http://schemas.microsoft.com/office/drawing/2014/main" id="{41202E79-1236-4DF8-9921-F47A0B079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1">
              <a:lumMod val="85000"/>
              <a:lumOff val="1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1402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86A1AC-3567-4397-B1E0-3512469499DE}"/>
              </a:ext>
            </a:extLst>
          </p:cNvPr>
          <p:cNvSpPr>
            <a:spLocks noGrp="1"/>
          </p:cNvSpPr>
          <p:nvPr>
            <p:ph type="title"/>
          </p:nvPr>
        </p:nvSpPr>
        <p:spPr>
          <a:xfrm>
            <a:off x="572493" y="238539"/>
            <a:ext cx="11018520" cy="1434415"/>
          </a:xfrm>
        </p:spPr>
        <p:txBody>
          <a:bodyPr anchor="b">
            <a:normAutofit/>
          </a:bodyPr>
          <a:lstStyle/>
          <a:p>
            <a:r>
              <a:rPr lang="de-DE" sz="5400" b="0" i="0" u="none" strike="noStrike" baseline="0">
                <a:latin typeface="Times New Roman" panose="02020603050405020304" pitchFamily="18" charset="0"/>
              </a:rPr>
              <a:t>Standards</a:t>
            </a:r>
            <a:endParaRPr lang="en-US" sz="5400"/>
          </a:p>
        </p:txBody>
      </p:sp>
      <p:sp>
        <p:nvSpPr>
          <p:cNvPr id="3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6978561-0B7D-495E-8CB5-EDBB5B1B722D}"/>
              </a:ext>
            </a:extLst>
          </p:cNvPr>
          <p:cNvPicPr>
            <a:picLocks noChangeAspect="1"/>
          </p:cNvPicPr>
          <p:nvPr/>
        </p:nvPicPr>
        <p:blipFill rotWithShape="1">
          <a:blip r:embed="rId2"/>
          <a:srcRect l="18280" r="17504" b="2"/>
          <a:stretch/>
        </p:blipFill>
        <p:spPr>
          <a:xfrm>
            <a:off x="7675658" y="2093976"/>
            <a:ext cx="3941064" cy="4096512"/>
          </a:xfrm>
          <a:prstGeom prst="rect">
            <a:avLst/>
          </a:prstGeom>
        </p:spPr>
      </p:pic>
      <p:sp>
        <p:nvSpPr>
          <p:cNvPr id="4" name="Slide Number Placeholder 3">
            <a:extLst>
              <a:ext uri="{FF2B5EF4-FFF2-40B4-BE49-F238E27FC236}">
                <a16:creationId xmlns:a16="http://schemas.microsoft.com/office/drawing/2014/main" id="{17FEC443-FBB7-4FC0-92EF-E6901EB89045}"/>
              </a:ext>
            </a:extLst>
          </p:cNvPr>
          <p:cNvSpPr>
            <a:spLocks noGrp="1"/>
          </p:cNvSpPr>
          <p:nvPr>
            <p:ph type="sldNum" sz="quarter" idx="12"/>
          </p:nvPr>
        </p:nvSpPr>
        <p:spPr>
          <a:xfrm>
            <a:off x="8610600" y="6356350"/>
            <a:ext cx="2743200" cy="365125"/>
          </a:xfrm>
        </p:spPr>
        <p:txBody>
          <a:bodyPr>
            <a:normAutofit/>
          </a:bodyPr>
          <a:lstStyle/>
          <a:p>
            <a:pPr>
              <a:spcAft>
                <a:spcPts val="600"/>
              </a:spcAft>
            </a:pPr>
            <a:fld id="{5E43E96E-F1A9-4EF5-B2C9-961A48B39CF1}" type="slidenum">
              <a:rPr lang="en-US" smtClean="0"/>
              <a:pPr>
                <a:spcAft>
                  <a:spcPts val="600"/>
                </a:spcAft>
              </a:pPr>
              <a:t>25</a:t>
            </a:fld>
            <a:endParaRPr lang="en-US"/>
          </a:p>
        </p:txBody>
      </p:sp>
      <p:graphicFrame>
        <p:nvGraphicFramePr>
          <p:cNvPr id="6" name="Content Placeholder 2">
            <a:extLst>
              <a:ext uri="{FF2B5EF4-FFF2-40B4-BE49-F238E27FC236}">
                <a16:creationId xmlns:a16="http://schemas.microsoft.com/office/drawing/2014/main" id="{C878649C-26BF-45E2-AFA3-5BF52A0B8EE9}"/>
              </a:ext>
            </a:extLst>
          </p:cNvPr>
          <p:cNvGraphicFramePr>
            <a:graphicFrameLocks noGrp="1"/>
          </p:cNvGraphicFramePr>
          <p:nvPr>
            <p:ph idx="1"/>
            <p:extLst>
              <p:ext uri="{D42A27DB-BD31-4B8C-83A1-F6EECF244321}">
                <p14:modId xmlns:p14="http://schemas.microsoft.com/office/powerpoint/2010/main" val="3010731620"/>
              </p:ext>
            </p:extLst>
          </p:nvPr>
        </p:nvGraphicFramePr>
        <p:xfrm>
          <a:off x="572493" y="2071316"/>
          <a:ext cx="6713552" cy="4119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2710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EF2D8F-3392-400D-87E6-844B8B6429E5}"/>
              </a:ext>
            </a:extLst>
          </p:cNvPr>
          <p:cNvSpPr>
            <a:spLocks noGrp="1"/>
          </p:cNvSpPr>
          <p:nvPr>
            <p:ph type="title"/>
          </p:nvPr>
        </p:nvSpPr>
        <p:spPr>
          <a:xfrm>
            <a:off x="838200" y="365125"/>
            <a:ext cx="10515600" cy="1325563"/>
          </a:xfrm>
        </p:spPr>
        <p:txBody>
          <a:bodyPr>
            <a:normAutofit/>
          </a:bodyPr>
          <a:lstStyle/>
          <a:p>
            <a:r>
              <a:rPr lang="en-US" sz="5400"/>
              <a:t>Exam Note</a:t>
            </a:r>
          </a:p>
        </p:txBody>
      </p:sp>
      <p:sp>
        <p:nvSpPr>
          <p:cNvPr id="3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7AC6E3A-FF9A-49B6-8DDF-5F16828EAE79}"/>
              </a:ext>
            </a:extLst>
          </p:cNvPr>
          <p:cNvSpPr>
            <a:spLocks noGrp="1"/>
          </p:cNvSpPr>
          <p:nvPr>
            <p:ph idx="1"/>
          </p:nvPr>
        </p:nvSpPr>
        <p:spPr>
          <a:xfrm>
            <a:off x="838200" y="1929384"/>
            <a:ext cx="10515600" cy="4251960"/>
          </a:xfrm>
        </p:spPr>
        <p:txBody>
          <a:bodyPr>
            <a:normAutofit/>
          </a:bodyPr>
          <a:lstStyle/>
          <a:p>
            <a:pPr marR="0" rtl="0"/>
            <a:r>
              <a:rPr lang="en-US" sz="2200" b="0" i="0" u="none" strike="noStrike" baseline="0">
                <a:latin typeface="Arial" panose="020B0604020202020204" pitchFamily="34" charset="0"/>
              </a:rPr>
              <a:t>The term </a:t>
            </a:r>
            <a:r>
              <a:rPr lang="en-US" sz="2200" b="1" u="none" strike="noStrike" baseline="0">
                <a:latin typeface="Arial" panose="020B0604020202020204" pitchFamily="34" charset="0"/>
              </a:rPr>
              <a:t>standard</a:t>
            </a:r>
            <a:r>
              <a:rPr lang="en-US" sz="2200" b="0" i="0" u="none" strike="noStrike" baseline="0">
                <a:latin typeface="Arial" panose="020B0604020202020204" pitchFamily="34" charset="0"/>
              </a:rPr>
              <a:t> has more than one meaning in </a:t>
            </a:r>
            <a:r>
              <a:rPr lang="en-US" sz="2200">
                <a:latin typeface="Arial" panose="020B0604020202020204" pitchFamily="34" charset="0"/>
              </a:rPr>
              <a:t>IT</a:t>
            </a:r>
            <a:r>
              <a:rPr lang="en-US" sz="2200" b="0" i="0" u="none" strike="noStrike" baseline="0">
                <a:latin typeface="Arial" panose="020B0604020202020204" pitchFamily="34" charset="0"/>
              </a:rPr>
              <a:t>. </a:t>
            </a:r>
            <a:br>
              <a:rPr lang="en-US" sz="2200" b="0" i="0" u="none" strike="noStrike" baseline="0">
                <a:latin typeface="Arial" panose="020B0604020202020204" pitchFamily="34" charset="0"/>
              </a:rPr>
            </a:br>
            <a:endParaRPr lang="en-US" sz="2200" b="0" i="0" u="none" strike="noStrike" baseline="0">
              <a:latin typeface="Arial" panose="020B0604020202020204" pitchFamily="34" charset="0"/>
            </a:endParaRPr>
          </a:p>
          <a:p>
            <a:pPr lvl="1"/>
            <a:r>
              <a:rPr lang="en-US" sz="2200">
                <a:latin typeface="Arial" panose="020B0604020202020204" pitchFamily="34" charset="0"/>
              </a:rPr>
              <a:t>Internal documentation that lays out rules that must be followed is a standard. </a:t>
            </a:r>
            <a:br>
              <a:rPr lang="en-US" sz="2200" b="0" i="0" u="none" strike="noStrike" baseline="0">
                <a:latin typeface="Arial" panose="020B0604020202020204" pitchFamily="34" charset="0"/>
              </a:rPr>
            </a:br>
            <a:endParaRPr lang="en-US" sz="2200" b="0" i="0" u="none" strike="noStrike" baseline="0">
              <a:latin typeface="Arial" panose="020B0604020202020204" pitchFamily="34" charset="0"/>
            </a:endParaRPr>
          </a:p>
          <a:p>
            <a:pPr marR="0" rtl="0"/>
            <a:r>
              <a:rPr lang="en-US" sz="2200" b="0" i="0" u="none" strike="noStrike" baseline="0">
                <a:latin typeface="Arial" panose="020B0604020202020204" pitchFamily="34" charset="0"/>
              </a:rPr>
              <a:t>But sometimes, best practices, as in the ISO/IEC 27000 series, are referred to as standards because they were developed by a standards body. </a:t>
            </a:r>
            <a:br>
              <a:rPr lang="en-US" sz="2200" b="0" i="0" u="none" strike="noStrike" baseline="0">
                <a:latin typeface="Arial" panose="020B0604020202020204" pitchFamily="34" charset="0"/>
              </a:rPr>
            </a:br>
            <a:endParaRPr lang="en-US" sz="2200" b="0" i="0" u="none" strike="noStrike" baseline="0">
              <a:latin typeface="Arial" panose="020B0604020202020204" pitchFamily="34" charset="0"/>
            </a:endParaRPr>
          </a:p>
          <a:p>
            <a:pPr marR="0" rtl="0"/>
            <a:r>
              <a:rPr lang="en-US" sz="2200" b="0" i="0" u="none" strike="noStrike" baseline="0">
                <a:latin typeface="Arial" panose="020B0604020202020204" pitchFamily="34" charset="0"/>
              </a:rPr>
              <a:t>You need to understand the context of how the term is used. </a:t>
            </a:r>
            <a:br>
              <a:rPr lang="en-US" sz="2200" b="0" i="0" u="none" strike="noStrike" baseline="0">
                <a:latin typeface="Arial" panose="020B0604020202020204" pitchFamily="34" charset="0"/>
              </a:rPr>
            </a:br>
            <a:endParaRPr lang="en-US" sz="2200" b="0" i="0" u="none" strike="noStrike" baseline="0">
              <a:latin typeface="Arial" panose="020B0604020202020204" pitchFamily="34" charset="0"/>
            </a:endParaRPr>
          </a:p>
          <a:p>
            <a:pPr marR="0" rtl="0"/>
            <a:r>
              <a:rPr lang="en-US" sz="2200" b="0" i="0" u="none" strike="noStrike" baseline="0">
                <a:latin typeface="Arial" panose="020B0604020202020204" pitchFamily="34" charset="0"/>
              </a:rPr>
              <a:t>The CISSP exam will not try and trick you on this word; just know that the industry uses </a:t>
            </a:r>
            <a:r>
              <a:rPr lang="en-US" sz="2200">
                <a:latin typeface="Arial" panose="020B0604020202020204" pitchFamily="34" charset="0"/>
              </a:rPr>
              <a:t>the term </a:t>
            </a:r>
            <a:r>
              <a:rPr lang="en-US" sz="2200" b="0" i="0" u="none" strike="noStrike" baseline="0">
                <a:latin typeface="Arial" panose="020B0604020202020204" pitchFamily="34" charset="0"/>
              </a:rPr>
              <a:t>in several different ways.</a:t>
            </a:r>
          </a:p>
          <a:p>
            <a:pPr marR="0" rtl="0"/>
            <a:endParaRPr lang="en-US" sz="2200" b="0" i="0" u="none" strike="noStrike" baseline="0">
              <a:latin typeface="Times New Roman" panose="02020603050405020304" pitchFamily="18" charset="0"/>
            </a:endParaRPr>
          </a:p>
          <a:p>
            <a:endParaRPr lang="en-US" sz="2200"/>
          </a:p>
        </p:txBody>
      </p:sp>
      <p:sp>
        <p:nvSpPr>
          <p:cNvPr id="4" name="Slide Number Placeholder 3">
            <a:extLst>
              <a:ext uri="{FF2B5EF4-FFF2-40B4-BE49-F238E27FC236}">
                <a16:creationId xmlns:a16="http://schemas.microsoft.com/office/drawing/2014/main" id="{6871BEE2-0273-4EB9-BEBC-C17376AA3ADE}"/>
              </a:ext>
            </a:extLst>
          </p:cNvPr>
          <p:cNvSpPr>
            <a:spLocks noGrp="1"/>
          </p:cNvSpPr>
          <p:nvPr>
            <p:ph type="sldNum" sz="quarter" idx="12"/>
          </p:nvPr>
        </p:nvSpPr>
        <p:spPr>
          <a:xfrm>
            <a:off x="8610600" y="6356350"/>
            <a:ext cx="2743200" cy="365125"/>
          </a:xfrm>
        </p:spPr>
        <p:txBody>
          <a:bodyPr>
            <a:normAutofit/>
          </a:bodyPr>
          <a:lstStyle/>
          <a:p>
            <a:pPr>
              <a:spcAft>
                <a:spcPts val="600"/>
              </a:spcAft>
            </a:pPr>
            <a:fld id="{A8160BDD-7155-D744-B749-9730458604AD}" type="slidenum">
              <a:rPr lang="en-US"/>
              <a:pPr>
                <a:spcAft>
                  <a:spcPts val="600"/>
                </a:spcAft>
              </a:pPr>
              <a:t>26</a:t>
            </a:fld>
            <a:endParaRPr lang="en-US"/>
          </a:p>
        </p:txBody>
      </p:sp>
    </p:spTree>
    <p:extLst>
      <p:ext uri="{BB962C8B-B14F-4D97-AF65-F5344CB8AC3E}">
        <p14:creationId xmlns:p14="http://schemas.microsoft.com/office/powerpoint/2010/main" val="1500303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B3E330-6D36-413C-9273-9BE5833DD991}"/>
              </a:ext>
            </a:extLst>
          </p:cNvPr>
          <p:cNvSpPr>
            <a:spLocks noGrp="1"/>
          </p:cNvSpPr>
          <p:nvPr>
            <p:ph type="title"/>
          </p:nvPr>
        </p:nvSpPr>
        <p:spPr>
          <a:xfrm>
            <a:off x="838200" y="557189"/>
            <a:ext cx="3374136" cy="5567891"/>
          </a:xfrm>
        </p:spPr>
        <p:txBody>
          <a:bodyPr>
            <a:normAutofit/>
          </a:bodyPr>
          <a:lstStyle/>
          <a:p>
            <a:r>
              <a:rPr lang="en-US" sz="5200" b="0" i="0" u="none" strike="noStrike" baseline="0">
                <a:latin typeface="Times New Roman" panose="02020603050405020304" pitchFamily="18" charset="0"/>
              </a:rPr>
              <a:t>Baselines</a:t>
            </a:r>
            <a:br>
              <a:rPr lang="en-US" sz="5200" b="0" i="0" u="none" strike="noStrike" baseline="0">
                <a:latin typeface="Times New Roman" panose="02020603050405020304" pitchFamily="18" charset="0"/>
              </a:rPr>
            </a:br>
            <a:endParaRPr lang="en-US" sz="5200"/>
          </a:p>
        </p:txBody>
      </p:sp>
      <p:sp>
        <p:nvSpPr>
          <p:cNvPr id="4" name="Slide Number Placeholder 3">
            <a:extLst>
              <a:ext uri="{FF2B5EF4-FFF2-40B4-BE49-F238E27FC236}">
                <a16:creationId xmlns:a16="http://schemas.microsoft.com/office/drawing/2014/main" id="{F281303C-9D1C-4137-ABEF-83F77B3A364D}"/>
              </a:ext>
            </a:extLst>
          </p:cNvPr>
          <p:cNvSpPr>
            <a:spLocks noGrp="1"/>
          </p:cNvSpPr>
          <p:nvPr>
            <p:ph type="sldNum" sz="quarter" idx="12"/>
          </p:nvPr>
        </p:nvSpPr>
        <p:spPr>
          <a:xfrm>
            <a:off x="8610600" y="6356350"/>
            <a:ext cx="2743200" cy="365125"/>
          </a:xfrm>
        </p:spPr>
        <p:txBody>
          <a:bodyPr>
            <a:normAutofit/>
          </a:bodyPr>
          <a:lstStyle/>
          <a:p>
            <a:pPr>
              <a:spcAft>
                <a:spcPts val="600"/>
              </a:spcAft>
            </a:pPr>
            <a:fld id="{A8160BDD-7155-D744-B749-9730458604AD}" type="slidenum">
              <a:rPr lang="en-US"/>
              <a:pPr>
                <a:spcAft>
                  <a:spcPts val="600"/>
                </a:spcAft>
              </a:pPr>
              <a:t>27</a:t>
            </a:fld>
            <a:endParaRPr lang="en-US"/>
          </a:p>
        </p:txBody>
      </p:sp>
      <p:graphicFrame>
        <p:nvGraphicFramePr>
          <p:cNvPr id="6" name="Content Placeholder 2">
            <a:extLst>
              <a:ext uri="{FF2B5EF4-FFF2-40B4-BE49-F238E27FC236}">
                <a16:creationId xmlns:a16="http://schemas.microsoft.com/office/drawing/2014/main" id="{C594C847-4E41-4192-BE7B-809B2866C6AA}"/>
              </a:ext>
            </a:extLst>
          </p:cNvPr>
          <p:cNvGraphicFramePr>
            <a:graphicFrameLocks noGrp="1"/>
          </p:cNvGraphicFramePr>
          <p:nvPr>
            <p:ph idx="1"/>
            <p:extLst>
              <p:ext uri="{D42A27DB-BD31-4B8C-83A1-F6EECF244321}">
                <p14:modId xmlns:p14="http://schemas.microsoft.com/office/powerpoint/2010/main" val="3405493049"/>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927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61451" name="Rectangle 142">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9144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45"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40065"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47"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68605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54274" name="Rectangle 1">
            <a:extLst>
              <a:ext uri="{FF2B5EF4-FFF2-40B4-BE49-F238E27FC236}">
                <a16:creationId xmlns:a16="http://schemas.microsoft.com/office/drawing/2014/main" id="{2F06AC97-7514-459B-8A4C-336A16631146}"/>
              </a:ext>
            </a:extLst>
          </p:cNvPr>
          <p:cNvSpPr>
            <a:spLocks noGrp="1" noChangeArrowheads="1"/>
          </p:cNvSpPr>
          <p:nvPr>
            <p:ph type="title"/>
          </p:nvPr>
        </p:nvSpPr>
        <p:spPr>
          <a:xfrm>
            <a:off x="624751" y="365125"/>
            <a:ext cx="7890527" cy="1325563"/>
          </a:xfrm>
        </p:spPr>
        <p:txBody>
          <a:bodyPr vert="horz" lIns="91440" tIns="35260" rIns="45720" rtlCol="0">
            <a:normAutofit/>
            <a:scene3d>
              <a:camera prst="orthographicFront"/>
              <a:lightRig rig="threePt" dir="t">
                <a:rot lat="0" lon="0" rev="4800000"/>
              </a:lightRig>
            </a:scene3d>
            <a:sp3d prstMaterial="matte">
              <a:bevelT w="50800" h="10160"/>
            </a:sp3d>
          </a:bodyPr>
          <a:lstStyle/>
          <a:p>
            <a:pPr>
              <a:tabLst>
                <a:tab pos="0" algn="l"/>
                <a:tab pos="413287" algn="l"/>
                <a:tab pos="828013" algn="l"/>
                <a:tab pos="1242739" algn="l"/>
                <a:tab pos="1657465" algn="l"/>
                <a:tab pos="2072191" algn="l"/>
                <a:tab pos="2486917" algn="l"/>
                <a:tab pos="2901643" algn="l"/>
                <a:tab pos="3316369" algn="l"/>
                <a:tab pos="3731096" algn="l"/>
                <a:tab pos="4145822" algn="l"/>
                <a:tab pos="4560548" algn="l"/>
                <a:tab pos="4975274" algn="l"/>
                <a:tab pos="5390000" algn="l"/>
                <a:tab pos="5804726" algn="l"/>
                <a:tab pos="6219452" algn="l"/>
                <a:tab pos="6634178" algn="l"/>
                <a:tab pos="7047464" algn="l"/>
                <a:tab pos="7462190" algn="l"/>
                <a:tab pos="7876916" algn="l"/>
                <a:tab pos="8291642" algn="l"/>
              </a:tabLst>
              <a:defRPr/>
            </a:pPr>
            <a:r>
              <a:rPr lang="en-US"/>
              <a:t>Baselines</a:t>
            </a:r>
          </a:p>
        </p:txBody>
      </p:sp>
      <p:graphicFrame>
        <p:nvGraphicFramePr>
          <p:cNvPr id="61449" name="Rectangle 2">
            <a:extLst>
              <a:ext uri="{FF2B5EF4-FFF2-40B4-BE49-F238E27FC236}">
                <a16:creationId xmlns:a16="http://schemas.microsoft.com/office/drawing/2014/main" id="{ECDEA5AB-9D3F-47DF-BAA2-153EBC3D2E4E}"/>
              </a:ext>
            </a:extLst>
          </p:cNvPr>
          <p:cNvGraphicFramePr>
            <a:graphicFrameLocks noGrp="1"/>
          </p:cNvGraphicFramePr>
          <p:nvPr>
            <p:ph idx="1"/>
            <p:extLst>
              <p:ext uri="{D42A27DB-BD31-4B8C-83A1-F6EECF244321}">
                <p14:modId xmlns:p14="http://schemas.microsoft.com/office/powerpoint/2010/main" val="2318648299"/>
              </p:ext>
            </p:extLst>
          </p:nvPr>
        </p:nvGraphicFramePr>
        <p:xfrm>
          <a:off x="2152650" y="1905000"/>
          <a:ext cx="7886700" cy="4154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1426728"/>
      </p:ext>
    </p:extLst>
  </p:cSld>
  <p:clrMapOvr>
    <a:overrideClrMapping bg1="dk1" tx1="lt1" bg2="dk2" tx2="lt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F4C1D4-4579-4B23-93A7-E0E5E7498E1E}"/>
              </a:ext>
            </a:extLst>
          </p:cNvPr>
          <p:cNvSpPr>
            <a:spLocks noGrp="1"/>
          </p:cNvSpPr>
          <p:nvPr>
            <p:ph type="title"/>
          </p:nvPr>
        </p:nvSpPr>
        <p:spPr>
          <a:xfrm>
            <a:off x="838200" y="365125"/>
            <a:ext cx="10515600" cy="1325563"/>
          </a:xfrm>
        </p:spPr>
        <p:txBody>
          <a:bodyPr>
            <a:normAutofit/>
          </a:bodyPr>
          <a:lstStyle/>
          <a:p>
            <a:r>
              <a:rPr lang="en-US" sz="5400" b="0" i="0" u="none" strike="noStrike" baseline="0">
                <a:latin typeface="Times New Roman" panose="02020603050405020304" pitchFamily="18" charset="0"/>
              </a:rPr>
              <a:t>Procedures</a:t>
            </a:r>
            <a:endParaRPr lang="en-US" sz="5400"/>
          </a:p>
        </p:txBody>
      </p:sp>
      <p:sp>
        <p:nvSpPr>
          <p:cNvPr id="4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634623-DF8F-409E-AFB3-4E7F23E3E1D8}"/>
              </a:ext>
            </a:extLst>
          </p:cNvPr>
          <p:cNvSpPr>
            <a:spLocks noGrp="1"/>
          </p:cNvSpPr>
          <p:nvPr>
            <p:ph idx="1"/>
          </p:nvPr>
        </p:nvSpPr>
        <p:spPr>
          <a:xfrm>
            <a:off x="838200" y="1929384"/>
            <a:ext cx="10515600" cy="4251960"/>
          </a:xfrm>
        </p:spPr>
        <p:txBody>
          <a:bodyPr>
            <a:normAutofit/>
          </a:bodyPr>
          <a:lstStyle/>
          <a:p>
            <a:pPr marR="0" rtl="0"/>
            <a:r>
              <a:rPr lang="en-US" sz="2200" b="1" u="none" strike="noStrike" baseline="0" dirty="0">
                <a:latin typeface="Times New Roman" panose="02020603050405020304" pitchFamily="18" charset="0"/>
              </a:rPr>
              <a:t>Procedures</a:t>
            </a:r>
            <a:r>
              <a:rPr lang="en-US" sz="2200" b="0" i="0" u="none" strike="noStrike" baseline="0" dirty="0">
                <a:latin typeface="Times New Roman" panose="02020603050405020304" pitchFamily="18" charset="0"/>
              </a:rPr>
              <a:t> are detailed </a:t>
            </a:r>
            <a:r>
              <a:rPr lang="en-US" sz="2200" b="1" i="0" u="none" strike="noStrike" baseline="0" dirty="0">
                <a:latin typeface="Times New Roman" panose="02020603050405020304" pitchFamily="18" charset="0"/>
              </a:rPr>
              <a:t>step-by-step</a:t>
            </a:r>
            <a:r>
              <a:rPr lang="en-US" sz="2200" b="0" i="0" u="none" strike="noStrike" baseline="0" dirty="0">
                <a:latin typeface="Times New Roman" panose="02020603050405020304" pitchFamily="18" charset="0"/>
              </a:rPr>
              <a:t> tasks that should be performed to achieve a certain goal. </a:t>
            </a:r>
            <a:br>
              <a:rPr lang="en-US" sz="2200" b="0" i="0" u="none" strike="noStrike" baseline="0" dirty="0">
                <a:latin typeface="Times New Roman" panose="02020603050405020304" pitchFamily="18" charset="0"/>
              </a:rPr>
            </a:br>
            <a:endParaRPr lang="en-US" sz="2200" b="0" i="0" u="none" strike="noStrike" baseline="0" dirty="0">
              <a:latin typeface="Times New Roman" panose="02020603050405020304" pitchFamily="18" charset="0"/>
            </a:endParaRPr>
          </a:p>
          <a:p>
            <a:pPr marR="0" rtl="0"/>
            <a:r>
              <a:rPr lang="en-US" sz="2200" b="0" i="0" u="none" strike="noStrike" baseline="0" dirty="0">
                <a:latin typeface="Times New Roman" panose="02020603050405020304" pitchFamily="18" charset="0"/>
              </a:rPr>
              <a:t>Procedures are considered the lowest level in the documentation chain because they are closest to the computers and users (compared to policies) and provide detailed steps for configuration and installation issues.</a:t>
            </a:r>
            <a:br>
              <a:rPr lang="en-US" sz="2200" b="0" i="0" u="none" strike="noStrike" baseline="0" dirty="0">
                <a:latin typeface="Times New Roman" panose="02020603050405020304" pitchFamily="18" charset="0"/>
              </a:rPr>
            </a:br>
            <a:endParaRPr lang="en-US" sz="2200" b="0" i="0" u="none" strike="noStrike" baseline="0" dirty="0">
              <a:latin typeface="Times New Roman" panose="02020603050405020304" pitchFamily="18" charset="0"/>
            </a:endParaRPr>
          </a:p>
          <a:p>
            <a:pPr marR="0" rtl="0"/>
            <a:r>
              <a:rPr lang="en-US" sz="2200" b="0" i="0" u="none" strike="noStrike" baseline="0" dirty="0">
                <a:latin typeface="Times New Roman" panose="02020603050405020304" pitchFamily="18" charset="0"/>
              </a:rPr>
              <a:t>Procedures spell out how the policy, standards</a:t>
            </a:r>
            <a:r>
              <a:rPr lang="en-US" sz="2200" dirty="0">
                <a:latin typeface="Times New Roman" panose="02020603050405020304" pitchFamily="18" charset="0"/>
              </a:rPr>
              <a:t> </a:t>
            </a:r>
            <a:r>
              <a:rPr lang="en-US" sz="2200" b="0" i="0" u="none" strike="noStrike" baseline="0" dirty="0">
                <a:latin typeface="Times New Roman" panose="02020603050405020304" pitchFamily="18" charset="0"/>
              </a:rPr>
              <a:t>will be implemented in an operating environment. </a:t>
            </a:r>
          </a:p>
          <a:p>
            <a:pPr marR="0" rtl="0"/>
            <a:endParaRPr lang="en-US" sz="2200" b="0" i="0" u="none" strike="noStrike" baseline="0" dirty="0">
              <a:latin typeface="Times New Roman" panose="02020603050405020304" pitchFamily="18" charset="0"/>
            </a:endParaRPr>
          </a:p>
          <a:p>
            <a:endParaRPr lang="en-US" sz="2200" dirty="0"/>
          </a:p>
        </p:txBody>
      </p:sp>
      <p:sp>
        <p:nvSpPr>
          <p:cNvPr id="4" name="Slide Number Placeholder 3">
            <a:extLst>
              <a:ext uri="{FF2B5EF4-FFF2-40B4-BE49-F238E27FC236}">
                <a16:creationId xmlns:a16="http://schemas.microsoft.com/office/drawing/2014/main" id="{4E647609-F689-4568-B4DA-4376A9C9AD9B}"/>
              </a:ext>
            </a:extLst>
          </p:cNvPr>
          <p:cNvSpPr>
            <a:spLocks noGrp="1"/>
          </p:cNvSpPr>
          <p:nvPr>
            <p:ph type="sldNum" sz="quarter" idx="12"/>
          </p:nvPr>
        </p:nvSpPr>
        <p:spPr>
          <a:xfrm>
            <a:off x="8610600" y="6356350"/>
            <a:ext cx="2743200" cy="365125"/>
          </a:xfrm>
        </p:spPr>
        <p:txBody>
          <a:bodyPr>
            <a:normAutofit/>
          </a:bodyPr>
          <a:lstStyle/>
          <a:p>
            <a:pPr>
              <a:spcAft>
                <a:spcPts val="600"/>
              </a:spcAft>
            </a:pPr>
            <a:fld id="{5E43E96E-F1A9-4EF5-B2C9-961A48B39CF1}" type="slidenum">
              <a:rPr lang="en-US"/>
              <a:pPr>
                <a:spcAft>
                  <a:spcPts val="600"/>
                </a:spcAft>
              </a:pPr>
              <a:t>29</a:t>
            </a:fld>
            <a:endParaRPr lang="en-US"/>
          </a:p>
        </p:txBody>
      </p:sp>
    </p:spTree>
    <p:extLst>
      <p:ext uri="{BB962C8B-B14F-4D97-AF65-F5344CB8AC3E}">
        <p14:creationId xmlns:p14="http://schemas.microsoft.com/office/powerpoint/2010/main" val="1589911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931B5C43-920C-4767-A5F3-6B427399C40E}"/>
              </a:ext>
            </a:extLst>
          </p:cNvPr>
          <p:cNvSpPr>
            <a:spLocks noGrp="1"/>
          </p:cNvSpPr>
          <p:nvPr>
            <p:ph type="title"/>
          </p:nvPr>
        </p:nvSpPr>
        <p:spPr>
          <a:xfrm>
            <a:off x="838200" y="556995"/>
            <a:ext cx="10515600" cy="1133693"/>
          </a:xfrm>
        </p:spPr>
        <p:txBody>
          <a:bodyPr>
            <a:normAutofit/>
          </a:bodyPr>
          <a:lstStyle/>
          <a:p>
            <a:r>
              <a:rPr lang="en-US" sz="5200" b="0" u="none" strike="noStrike" baseline="0">
                <a:latin typeface="Times New Roman" panose="02020603050405020304" pitchFamily="18" charset="0"/>
              </a:rPr>
              <a:t>Guidelines</a:t>
            </a:r>
            <a:endParaRPr lang="en-US" sz="5200"/>
          </a:p>
        </p:txBody>
      </p:sp>
      <p:sp>
        <p:nvSpPr>
          <p:cNvPr id="4" name="Slide Number Placeholder 3">
            <a:extLst>
              <a:ext uri="{FF2B5EF4-FFF2-40B4-BE49-F238E27FC236}">
                <a16:creationId xmlns:a16="http://schemas.microsoft.com/office/drawing/2014/main" id="{F202CDE2-1516-47B9-84C1-21C4DE594BD9}"/>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5E43E96E-F1A9-4EF5-B2C9-961A48B39CF1}" type="slidenum">
              <a:rPr kumimoji="0" lang="en-US" sz="1200" b="0" i="0" u="none" strike="noStrike" kern="1200" cap="none" spc="0" normalizeH="0" baseline="0" noProof="0" smtClean="0">
                <a:ln>
                  <a:noFill/>
                </a:ln>
                <a:solidFill>
                  <a:prstClr val="black">
                    <a:tint val="75000"/>
                  </a:prstClr>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ts val="60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Arial" charset="0"/>
              <a:ea typeface="+mn-ea"/>
              <a:cs typeface="Arial" charset="0"/>
            </a:endParaRPr>
          </a:p>
        </p:txBody>
      </p:sp>
      <p:graphicFrame>
        <p:nvGraphicFramePr>
          <p:cNvPr id="6" name="Content Placeholder 2">
            <a:extLst>
              <a:ext uri="{FF2B5EF4-FFF2-40B4-BE49-F238E27FC236}">
                <a16:creationId xmlns:a16="http://schemas.microsoft.com/office/drawing/2014/main" id="{39B482AC-B51D-4A1A-9803-60B631844E54}"/>
              </a:ext>
            </a:extLst>
          </p:cNvPr>
          <p:cNvGraphicFramePr>
            <a:graphicFrameLocks noGrp="1"/>
          </p:cNvGraphicFramePr>
          <p:nvPr>
            <p:ph idx="1"/>
            <p:extLst>
              <p:ext uri="{D42A27DB-BD31-4B8C-83A1-F6EECF244321}">
                <p14:modId xmlns:p14="http://schemas.microsoft.com/office/powerpoint/2010/main" val="20279880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15506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6610" y="498348"/>
            <a:ext cx="7426997" cy="5861304"/>
            <a:chOff x="1155481" y="498348"/>
            <a:chExt cx="9902663" cy="5861304"/>
          </a:xfrm>
        </p:grpSpPr>
        <p:sp>
          <p:nvSpPr>
            <p:cNvPr id="72"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73" name="Oval 72">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74"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76" name="Rectangle 75">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9144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2770" name="Rectangle 2"/>
          <p:cNvSpPr>
            <a:spLocks noGrp="1" noChangeArrowheads="1"/>
          </p:cNvSpPr>
          <p:nvPr>
            <p:ph type="ctrTitle"/>
          </p:nvPr>
        </p:nvSpPr>
        <p:spPr>
          <a:xfrm>
            <a:off x="1143000" y="2776538"/>
            <a:ext cx="6858000" cy="1381188"/>
          </a:xfrm>
        </p:spPr>
        <p:txBody>
          <a:bodyPr anchor="ctr">
            <a:normAutofit/>
          </a:bodyPr>
          <a:lstStyle/>
          <a:p>
            <a:pPr eaLnBrk="1" hangingPunct="1"/>
            <a:r>
              <a:rPr lang="en-US" sz="3500" dirty="0">
                <a:solidFill>
                  <a:schemeClr val="bg2"/>
                </a:solidFill>
              </a:rPr>
              <a:t>Risk Management</a:t>
            </a:r>
          </a:p>
        </p:txBody>
      </p:sp>
    </p:spTree>
    <p:extLst>
      <p:ext uri="{BB962C8B-B14F-4D97-AF65-F5344CB8AC3E}">
        <p14:creationId xmlns:p14="http://schemas.microsoft.com/office/powerpoint/2010/main" val="3130485197"/>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useBgFill="1">
        <p:nvSpPr>
          <p:cNvPr id="16" name="Rectangle 15">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p:cNvSpPr txBox="1"/>
          <p:nvPr/>
        </p:nvSpPr>
        <p:spPr>
          <a:xfrm>
            <a:off x="1115568" y="548640"/>
            <a:ext cx="10168128" cy="117957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000" b="0" i="0" u="none" strike="noStrike" kern="1200" cap="none" spc="0" normalizeH="0" baseline="0" noProof="0">
                <a:ln>
                  <a:noFill/>
                </a:ln>
                <a:solidFill>
                  <a:prstClr val="black"/>
                </a:solidFill>
                <a:effectLst/>
                <a:uLnTx/>
                <a:uFillTx/>
                <a:latin typeface="Trebuchet MS" panose="020B0603020202020204"/>
                <a:ea typeface="+mn-ea"/>
                <a:cs typeface="Arial" charset="0"/>
              </a:rPr>
              <a:t>Risk Management Purpose</a:t>
            </a:r>
          </a:p>
        </p:txBody>
      </p:sp>
      <p:sp>
        <p:nvSpPr>
          <p:cNvPr id="20" name="Rectangle 19">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1115568" y="2481943"/>
            <a:ext cx="10168128" cy="3695020"/>
          </a:xfrm>
          <a:prstGeom prst="rect">
            <a:avLst/>
          </a:prstGeom>
        </p:spPr>
        <p:txBody>
          <a:bodyPr vert="horz" lIns="91440" tIns="45720" rIns="91440" bIns="45720" rtlCol="0">
            <a:normAutofit/>
          </a:bodyPr>
          <a:lstStyle/>
          <a:p>
            <a:pPr marL="45720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Trebuchet MS" panose="020B0603020202020204"/>
                <a:ea typeface="+mn-ea"/>
                <a:cs typeface="Arial" charset="0"/>
              </a:rPr>
              <a:t>The principal goal of an organization’s risk management process should be to protect the </a:t>
            </a:r>
            <a:r>
              <a:rPr kumimoji="0" lang="en-US" sz="2200" b="0" i="1" u="none" strike="noStrike" kern="1200" cap="none" spc="0" normalizeH="0" baseline="0" noProof="0" dirty="0">
                <a:ln>
                  <a:noFill/>
                </a:ln>
                <a:solidFill>
                  <a:prstClr val="black"/>
                </a:solidFill>
                <a:effectLst/>
                <a:highlight>
                  <a:srgbClr val="FFFF00"/>
                </a:highlight>
                <a:uLnTx/>
                <a:uFillTx/>
                <a:latin typeface="Trebuchet MS" panose="020B0603020202020204"/>
                <a:ea typeface="+mn-ea"/>
                <a:cs typeface="Arial" charset="0"/>
              </a:rPr>
              <a:t>organization</a:t>
            </a:r>
            <a:r>
              <a:rPr kumimoji="0" lang="en-US" sz="2200" b="0" i="0" u="none" strike="noStrike" kern="1200" cap="none" spc="0" normalizeH="0" baseline="0" noProof="0" dirty="0">
                <a:ln>
                  <a:noFill/>
                </a:ln>
                <a:solidFill>
                  <a:prstClr val="black"/>
                </a:solidFill>
                <a:effectLst/>
                <a:highlight>
                  <a:srgbClr val="FFFF00"/>
                </a:highlight>
                <a:uLnTx/>
                <a:uFillTx/>
                <a:latin typeface="Trebuchet MS" panose="020B0603020202020204"/>
                <a:ea typeface="+mn-ea"/>
                <a:cs typeface="Arial" charset="0"/>
              </a:rPr>
              <a:t> and </a:t>
            </a:r>
            <a:r>
              <a:rPr kumimoji="0" lang="en-US" sz="2200" b="0" i="1" u="none" strike="noStrike" kern="1200" cap="none" spc="0" normalizeH="0" baseline="0" noProof="0" dirty="0">
                <a:ln>
                  <a:noFill/>
                </a:ln>
                <a:solidFill>
                  <a:prstClr val="black"/>
                </a:solidFill>
                <a:effectLst/>
                <a:highlight>
                  <a:srgbClr val="FFFF00"/>
                </a:highlight>
                <a:uLnTx/>
                <a:uFillTx/>
                <a:latin typeface="Trebuchet MS" panose="020B0603020202020204"/>
                <a:ea typeface="+mn-ea"/>
                <a:cs typeface="Arial" charset="0"/>
              </a:rPr>
              <a:t>its ability</a:t>
            </a:r>
            <a:r>
              <a:rPr kumimoji="0" lang="en-US" sz="2200" b="0" i="0" u="none" strike="noStrike" kern="1200" cap="none" spc="0" normalizeH="0" baseline="0" noProof="0" dirty="0">
                <a:ln>
                  <a:noFill/>
                </a:ln>
                <a:solidFill>
                  <a:prstClr val="black"/>
                </a:solidFill>
                <a:effectLst/>
                <a:highlight>
                  <a:srgbClr val="FFFF00"/>
                </a:highlight>
                <a:uLnTx/>
                <a:uFillTx/>
                <a:latin typeface="Trebuchet MS" panose="020B0603020202020204"/>
                <a:ea typeface="+mn-ea"/>
                <a:cs typeface="Arial" charset="0"/>
              </a:rPr>
              <a:t> to </a:t>
            </a:r>
            <a:r>
              <a:rPr kumimoji="0" lang="en-US" sz="2200" b="0" i="1" u="none" strike="noStrike" kern="1200" cap="none" spc="0" normalizeH="0" baseline="0" noProof="0" dirty="0">
                <a:ln>
                  <a:noFill/>
                </a:ln>
                <a:solidFill>
                  <a:prstClr val="black"/>
                </a:solidFill>
                <a:effectLst/>
                <a:highlight>
                  <a:srgbClr val="FFFF00"/>
                </a:highlight>
                <a:uLnTx/>
                <a:uFillTx/>
                <a:latin typeface="Trebuchet MS" panose="020B0603020202020204"/>
                <a:ea typeface="+mn-ea"/>
                <a:cs typeface="Arial" charset="0"/>
              </a:rPr>
              <a:t>perform its mission</a:t>
            </a:r>
            <a:r>
              <a:rPr kumimoji="0" lang="en-US" sz="2200" b="0" i="0" u="none" strike="noStrike" kern="1200" cap="none" spc="0" normalizeH="0" baseline="0" noProof="0" dirty="0">
                <a:ln>
                  <a:noFill/>
                </a:ln>
                <a:solidFill>
                  <a:prstClr val="black"/>
                </a:solidFill>
                <a:effectLst/>
                <a:uLnTx/>
                <a:uFillTx/>
                <a:latin typeface="Trebuchet MS" panose="020B0603020202020204"/>
                <a:ea typeface="+mn-ea"/>
                <a:cs typeface="Arial" charset="0"/>
              </a:rPr>
              <a:t>.  Including, but not limited to its IT assets.</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rebuchet MS" panose="020B0603020202020204"/>
              <a:ea typeface="+mn-ea"/>
              <a:cs typeface="Arial" charset="0"/>
            </a:endParaRPr>
          </a:p>
          <a:p>
            <a:pPr marL="45720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Trebuchet MS" panose="020B0603020202020204"/>
                <a:ea typeface="+mn-ea"/>
                <a:cs typeface="Arial" charset="0"/>
              </a:rPr>
              <a:t>Risk</a:t>
            </a:r>
            <a:r>
              <a:rPr kumimoji="0" lang="en-US" sz="2200" b="0" i="0" u="none" strike="noStrike" kern="1200" cap="none" spc="0" normalizeH="0" baseline="0" noProof="0" dirty="0">
                <a:ln>
                  <a:noFill/>
                </a:ln>
                <a:solidFill>
                  <a:prstClr val="black"/>
                </a:solidFill>
                <a:effectLst/>
                <a:uLnTx/>
                <a:uFillTx/>
                <a:latin typeface="Trebuchet MS" panose="020B0603020202020204"/>
                <a:ea typeface="+mn-ea"/>
                <a:cs typeface="Arial" charset="0"/>
              </a:rPr>
              <a:t> is a function of the </a:t>
            </a:r>
            <a:r>
              <a:rPr kumimoji="0" lang="en-US" sz="2200" b="1" i="0" u="none" strike="noStrike" kern="1200" cap="none" spc="0" normalizeH="0" baseline="0" noProof="0" dirty="0">
                <a:ln>
                  <a:noFill/>
                </a:ln>
                <a:solidFill>
                  <a:prstClr val="black"/>
                </a:solidFill>
                <a:effectLst/>
                <a:uLnTx/>
                <a:uFillTx/>
                <a:latin typeface="Trebuchet MS" panose="020B0603020202020204"/>
                <a:ea typeface="+mn-ea"/>
                <a:cs typeface="Arial" charset="0"/>
              </a:rPr>
              <a:t>likelihood</a:t>
            </a:r>
            <a:r>
              <a:rPr kumimoji="0" lang="en-US" sz="2200" b="0" i="0" u="none" strike="noStrike" kern="1200" cap="none" spc="0" normalizeH="0" baseline="0" noProof="0" dirty="0">
                <a:ln>
                  <a:noFill/>
                </a:ln>
                <a:solidFill>
                  <a:prstClr val="black"/>
                </a:solidFill>
                <a:effectLst/>
                <a:uLnTx/>
                <a:uFillTx/>
                <a:latin typeface="Trebuchet MS" panose="020B0603020202020204"/>
                <a:ea typeface="+mn-ea"/>
                <a:cs typeface="Arial" charset="0"/>
              </a:rPr>
              <a:t> of a given </a:t>
            </a:r>
            <a:r>
              <a:rPr kumimoji="0" lang="en-US" sz="2200" b="1" i="0" u="none" strike="noStrike" kern="1200" cap="none" spc="0" normalizeH="0" baseline="0" noProof="0" dirty="0">
                <a:ln>
                  <a:noFill/>
                </a:ln>
                <a:solidFill>
                  <a:prstClr val="black"/>
                </a:solidFill>
                <a:effectLst/>
                <a:uLnTx/>
                <a:uFillTx/>
                <a:latin typeface="Trebuchet MS" panose="020B0603020202020204"/>
                <a:ea typeface="+mn-ea"/>
                <a:cs typeface="Arial" charset="0"/>
              </a:rPr>
              <a:t>threat</a:t>
            </a:r>
            <a:r>
              <a:rPr kumimoji="0" lang="en-US" sz="2200" b="0" i="0" u="none" strike="noStrike" kern="1200" cap="none" spc="0" normalizeH="0" baseline="0" noProof="0" dirty="0">
                <a:ln>
                  <a:noFill/>
                </a:ln>
                <a:solidFill>
                  <a:prstClr val="black"/>
                </a:solidFill>
                <a:effectLst/>
                <a:uLnTx/>
                <a:uFillTx/>
                <a:latin typeface="Trebuchet MS" panose="020B0603020202020204"/>
                <a:ea typeface="+mn-ea"/>
                <a:cs typeface="Arial" charset="0"/>
              </a:rPr>
              <a:t> exercising a particular </a:t>
            </a:r>
            <a:r>
              <a:rPr kumimoji="0" lang="en-US" sz="2200" b="1" i="0" u="none" strike="noStrike" kern="1200" cap="none" spc="0" normalizeH="0" baseline="0" noProof="0" dirty="0">
                <a:ln>
                  <a:noFill/>
                </a:ln>
                <a:solidFill>
                  <a:prstClr val="black"/>
                </a:solidFill>
                <a:effectLst/>
                <a:uLnTx/>
                <a:uFillTx/>
                <a:latin typeface="Trebuchet MS" panose="020B0603020202020204"/>
                <a:ea typeface="+mn-ea"/>
                <a:cs typeface="Arial" charset="0"/>
              </a:rPr>
              <a:t>vulnerability</a:t>
            </a:r>
            <a:r>
              <a:rPr kumimoji="0" lang="en-US" sz="2200" b="0" i="0" u="none" strike="noStrike" kern="1200" cap="none" spc="0" normalizeH="0" baseline="0" noProof="0" dirty="0">
                <a:ln>
                  <a:noFill/>
                </a:ln>
                <a:solidFill>
                  <a:prstClr val="black"/>
                </a:solidFill>
                <a:effectLst/>
                <a:uLnTx/>
                <a:uFillTx/>
                <a:latin typeface="Trebuchet MS" panose="020B0603020202020204"/>
                <a:ea typeface="+mn-ea"/>
                <a:cs typeface="Arial" charset="0"/>
              </a:rPr>
              <a:t> and the resulting </a:t>
            </a:r>
            <a:r>
              <a:rPr kumimoji="0" lang="en-US" sz="2200" b="1" i="0" u="none" strike="noStrike" kern="1200" cap="none" spc="0" normalizeH="0" baseline="0" noProof="0" dirty="0">
                <a:ln>
                  <a:noFill/>
                </a:ln>
                <a:solidFill>
                  <a:prstClr val="black"/>
                </a:solidFill>
                <a:effectLst/>
                <a:uLnTx/>
                <a:uFillTx/>
                <a:latin typeface="Trebuchet MS" panose="020B0603020202020204"/>
                <a:ea typeface="+mn-ea"/>
                <a:cs typeface="Arial" charset="0"/>
              </a:rPr>
              <a:t>impact</a:t>
            </a:r>
            <a:r>
              <a:rPr kumimoji="0" lang="en-US" sz="2200" b="0" i="0" u="none" strike="noStrike" kern="1200" cap="none" spc="0" normalizeH="0" baseline="0" noProof="0" dirty="0">
                <a:ln>
                  <a:noFill/>
                </a:ln>
                <a:solidFill>
                  <a:prstClr val="black"/>
                </a:solidFill>
                <a:effectLst/>
                <a:uLnTx/>
                <a:uFillTx/>
                <a:latin typeface="Trebuchet MS" panose="020B0603020202020204"/>
                <a:ea typeface="+mn-ea"/>
                <a:cs typeface="Arial" charset="0"/>
              </a:rPr>
              <a:t> of that adverse event on the organization.</a:t>
            </a:r>
          </a:p>
        </p:txBody>
      </p:sp>
    </p:spTree>
    <p:extLst>
      <p:ext uri="{BB962C8B-B14F-4D97-AF65-F5344CB8AC3E}">
        <p14:creationId xmlns:p14="http://schemas.microsoft.com/office/powerpoint/2010/main" val="3424471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BF1A6-B7F9-4F85-9A92-F526918DC72D}"/>
              </a:ext>
            </a:extLst>
          </p:cNvPr>
          <p:cNvSpPr>
            <a:spLocks noGrp="1"/>
          </p:cNvSpPr>
          <p:nvPr>
            <p:ph type="title"/>
          </p:nvPr>
        </p:nvSpPr>
        <p:spPr>
          <a:xfrm>
            <a:off x="4965430" y="629268"/>
            <a:ext cx="6586491" cy="1286160"/>
          </a:xfrm>
        </p:spPr>
        <p:txBody>
          <a:bodyPr anchor="b">
            <a:normAutofit/>
          </a:bodyPr>
          <a:lstStyle/>
          <a:p>
            <a:r>
              <a:rPr lang="en-US">
                <a:latin typeface="Times New Roman" panose="02020603050405020304" pitchFamily="18" charset="0"/>
              </a:rPr>
              <a:t>R</a:t>
            </a:r>
            <a:r>
              <a:rPr lang="en-US" b="0" i="0" u="none" strike="noStrike" baseline="0">
                <a:latin typeface="Times New Roman" panose="02020603050405020304" pitchFamily="18" charset="0"/>
              </a:rPr>
              <a:t>isk Management</a:t>
            </a:r>
            <a:endParaRPr lang="en-US"/>
          </a:p>
        </p:txBody>
      </p:sp>
      <p:sp>
        <p:nvSpPr>
          <p:cNvPr id="3" name="Content Placeholder 2">
            <a:extLst>
              <a:ext uri="{FF2B5EF4-FFF2-40B4-BE49-F238E27FC236}">
                <a16:creationId xmlns:a16="http://schemas.microsoft.com/office/drawing/2014/main" id="{37D7DC6B-0C3A-4C58-A7D2-1F6E943701EC}"/>
              </a:ext>
            </a:extLst>
          </p:cNvPr>
          <p:cNvSpPr>
            <a:spLocks noGrp="1"/>
          </p:cNvSpPr>
          <p:nvPr>
            <p:ph idx="1"/>
          </p:nvPr>
        </p:nvSpPr>
        <p:spPr>
          <a:xfrm>
            <a:off x="4965431" y="2438400"/>
            <a:ext cx="6586489" cy="3785419"/>
          </a:xfrm>
        </p:spPr>
        <p:txBody>
          <a:bodyPr>
            <a:normAutofit/>
          </a:bodyPr>
          <a:lstStyle/>
          <a:p>
            <a:r>
              <a:rPr lang="en-US" sz="2000" b="0" i="0" u="none" strike="noStrike" baseline="0">
                <a:latin typeface="Times New Roman" panose="02020603050405020304" pitchFamily="18" charset="0"/>
              </a:rPr>
              <a:t>Risk </a:t>
            </a:r>
            <a:r>
              <a:rPr lang="en-US" sz="2000">
                <a:latin typeface="Times New Roman" panose="02020603050405020304" pitchFamily="18" charset="0"/>
              </a:rPr>
              <a:t>Management </a:t>
            </a:r>
            <a:r>
              <a:rPr lang="en-US" sz="2000" b="0" i="0" u="none" strike="noStrike" baseline="0">
                <a:latin typeface="Times New Roman" panose="02020603050405020304" pitchFamily="18" charset="0"/>
              </a:rPr>
              <a:t>provides a </a:t>
            </a:r>
            <a:r>
              <a:rPr lang="en-US" sz="2000" b="1" u="none" strike="noStrike" baseline="0">
                <a:latin typeface="Times New Roman" panose="02020603050405020304" pitchFamily="18" charset="0"/>
              </a:rPr>
              <a:t>cost/benefit comparison</a:t>
            </a:r>
            <a:r>
              <a:rPr lang="en-US" sz="2000" b="0" i="1" u="none" strike="noStrike" baseline="0">
                <a:latin typeface="Times New Roman" panose="02020603050405020304" pitchFamily="18" charset="0"/>
              </a:rPr>
              <a:t>,</a:t>
            </a:r>
            <a:r>
              <a:rPr lang="en-US" sz="2000" b="0" i="0" u="none" strike="noStrike" baseline="0">
                <a:latin typeface="Times New Roman" panose="02020603050405020304" pitchFamily="18" charset="0"/>
              </a:rPr>
              <a:t> which compares the annualized cost of controls (protections) to the potential cost of loss. </a:t>
            </a:r>
            <a:br>
              <a:rPr lang="en-US" sz="2000" b="0" i="0" u="none" strike="noStrike" baseline="0">
                <a:latin typeface="Times New Roman" panose="02020603050405020304" pitchFamily="18" charset="0"/>
              </a:rPr>
            </a:br>
            <a:endParaRPr lang="en-US" sz="2000" b="0" i="0" u="none" strike="noStrike" baseline="0">
              <a:latin typeface="Times New Roman" panose="02020603050405020304" pitchFamily="18" charset="0"/>
            </a:endParaRPr>
          </a:p>
          <a:p>
            <a:r>
              <a:rPr lang="en-US" sz="2000">
                <a:latin typeface="Times New Roman" panose="02020603050405020304" pitchFamily="18" charset="0"/>
              </a:rPr>
              <a:t>T</a:t>
            </a:r>
            <a:r>
              <a:rPr lang="en-US" sz="2000" b="0" i="0" u="none" strike="noStrike" baseline="0">
                <a:latin typeface="Times New Roman" panose="02020603050405020304" pitchFamily="18" charset="0"/>
              </a:rPr>
              <a:t>he core idea is that if </a:t>
            </a:r>
            <a:r>
              <a:rPr lang="en-US" sz="2000">
                <a:latin typeface="Times New Roman" panose="02020603050405020304" pitchFamily="18" charset="0"/>
              </a:rPr>
              <a:t>something</a:t>
            </a:r>
            <a:r>
              <a:rPr lang="en-US" sz="2000" b="0" i="0" u="none" strike="noStrike" baseline="0">
                <a:latin typeface="Times New Roman" panose="02020603050405020304" pitchFamily="18" charset="0"/>
              </a:rPr>
              <a:t> is worth $100,000, it does not make sense to spend $150,000 trying to protect it.</a:t>
            </a:r>
          </a:p>
          <a:p>
            <a:pPr marR="0" rtl="0">
              <a:buChar char="·"/>
            </a:pPr>
            <a:endParaRPr lang="en-US" sz="2000" b="0" i="0" u="none" strike="noStrike" baseline="0">
              <a:latin typeface="Times New Roman" panose="02020603050405020304" pitchFamily="18" charset="0"/>
            </a:endParaRPr>
          </a:p>
          <a:p>
            <a:endParaRPr lang="en-US" sz="2000" dirty="0"/>
          </a:p>
        </p:txBody>
      </p:sp>
      <p:pic>
        <p:nvPicPr>
          <p:cNvPr id="37" name="Picture 28" descr="Red toy person in front of two lines of white figures">
            <a:extLst>
              <a:ext uri="{FF2B5EF4-FFF2-40B4-BE49-F238E27FC236}">
                <a16:creationId xmlns:a16="http://schemas.microsoft.com/office/drawing/2014/main" id="{00812CBD-7632-FCDC-8A13-C61281B18371}"/>
              </a:ext>
            </a:extLst>
          </p:cNvPr>
          <p:cNvPicPr>
            <a:picLocks noChangeAspect="1"/>
          </p:cNvPicPr>
          <p:nvPr/>
        </p:nvPicPr>
        <p:blipFill rotWithShape="1">
          <a:blip r:embed="rId2"/>
          <a:srcRect l="29706" r="25851"/>
          <a:stretch/>
        </p:blipFill>
        <p:spPr>
          <a:xfrm>
            <a:off x="20" y="10"/>
            <a:ext cx="4635571" cy="6857990"/>
          </a:xfrm>
          <a:prstGeom prst="rect">
            <a:avLst/>
          </a:prstGeom>
          <a:effectLst/>
        </p:spPr>
      </p:pic>
      <p:cxnSp>
        <p:nvCxnSpPr>
          <p:cNvPr id="38" name="Straight Connector 32">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FD5B3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664ADF00-7E4E-46B9-A90D-8D59E6350FB6}"/>
              </a:ext>
            </a:extLst>
          </p:cNvPr>
          <p:cNvSpPr>
            <a:spLocks noGrp="1"/>
          </p:cNvSpPr>
          <p:nvPr>
            <p:ph type="sldNum" sz="quarter" idx="12"/>
          </p:nvPr>
        </p:nvSpPr>
        <p:spPr>
          <a:xfrm>
            <a:off x="10167042" y="6356350"/>
            <a:ext cx="1186758"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5E43E96E-F1A9-4EF5-B2C9-961A48B39CF1}" type="slidenum">
              <a:rPr kumimoji="0" lang="en-US" sz="1200" b="0" i="0" u="none" strike="noStrike" kern="1200" cap="none" spc="0" normalizeH="0" baseline="0" noProof="0" smtClean="0">
                <a:ln>
                  <a:noFill/>
                </a:ln>
                <a:solidFill>
                  <a:prstClr val="black">
                    <a:tint val="75000"/>
                  </a:prstClr>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ts val="60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Arial" charset="0"/>
              <a:ea typeface="+mn-ea"/>
              <a:cs typeface="Arial" charset="0"/>
            </a:endParaRPr>
          </a:p>
        </p:txBody>
      </p:sp>
    </p:spTree>
    <p:extLst>
      <p:ext uri="{BB962C8B-B14F-4D97-AF65-F5344CB8AC3E}">
        <p14:creationId xmlns:p14="http://schemas.microsoft.com/office/powerpoint/2010/main" val="26860174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RISK CATEGORIES</a:t>
            </a:r>
            <a:endParaRPr lang="en-US" sz="3200" dirty="0">
              <a:solidFill>
                <a:prstClr val="black"/>
              </a:solidFill>
              <a:latin typeface="Calibri" panose="020F0502020204030204"/>
              <a:cs typeface="+mn-cs"/>
            </a:endParaRPr>
          </a:p>
        </p:txBody>
      </p:sp>
      <p:sp>
        <p:nvSpPr>
          <p:cNvPr id="4" name="Text 2"/>
          <p:cNvSpPr/>
          <p:nvPr/>
        </p:nvSpPr>
        <p:spPr>
          <a:xfrm>
            <a:off x="487680" y="975360"/>
            <a:ext cx="10972800" cy="975360"/>
          </a:xfrm>
          <a:prstGeom prst="rect">
            <a:avLst/>
          </a:prstGeom>
          <a:noFill/>
          <a:ln/>
        </p:spPr>
        <p:txBody>
          <a:bodyPr wrap="square" rtlCol="0" anchor="ctr"/>
          <a:lstStyle/>
          <a:p>
            <a:pPr defTabSz="1219170" fontAlgn="auto">
              <a:spcBef>
                <a:spcPts val="0"/>
              </a:spcBef>
              <a:spcAft>
                <a:spcPts val="0"/>
              </a:spcAft>
            </a:pPr>
            <a:r>
              <a:rPr lang="en-US" sz="5333" kern="0" spc="133" dirty="0">
                <a:solidFill>
                  <a:srgbClr val="1CDDEB"/>
                </a:solidFill>
                <a:latin typeface="Impact" pitchFamily="34" charset="0"/>
                <a:ea typeface="Impact" pitchFamily="34" charset="-122"/>
                <a:cs typeface="Impact" pitchFamily="34" charset="-120"/>
              </a:rPr>
              <a:t>Risk Categories</a:t>
            </a:r>
            <a:endParaRPr lang="en-US" sz="5333" dirty="0">
              <a:solidFill>
                <a:prstClr val="black"/>
              </a:solidFill>
              <a:latin typeface="Calibri" panose="020F0502020204030204"/>
              <a:cs typeface="+mn-cs"/>
            </a:endParaRPr>
          </a:p>
        </p:txBody>
      </p:sp>
      <p:sp>
        <p:nvSpPr>
          <p:cNvPr id="5" name="Text 3"/>
          <p:cNvSpPr/>
          <p:nvPr/>
        </p:nvSpPr>
        <p:spPr>
          <a:xfrm>
            <a:off x="487680" y="2011680"/>
            <a:ext cx="11338560" cy="670560"/>
          </a:xfrm>
          <a:prstGeom prst="rect">
            <a:avLst/>
          </a:prstGeom>
          <a:noFill/>
          <a:ln/>
        </p:spPr>
        <p:txBody>
          <a:bodyPr wrap="square" rtlCol="0" anchor="ctr"/>
          <a:lstStyle/>
          <a:p>
            <a:pPr defTabSz="1219170" fontAlgn="auto">
              <a:spcBef>
                <a:spcPts val="0"/>
              </a:spcBef>
              <a:spcAft>
                <a:spcPts val="0"/>
              </a:spcAft>
            </a:pPr>
            <a:r>
              <a:rPr lang="en-US" sz="2933" b="1" dirty="0">
                <a:solidFill>
                  <a:srgbClr val="F39B12"/>
                </a:solidFill>
                <a:latin typeface="Century Gothic" pitchFamily="34" charset="0"/>
                <a:ea typeface="Century Gothic" pitchFamily="34" charset="-122"/>
                <a:cs typeface="Century Gothic" pitchFamily="34" charset="-120"/>
              </a:rPr>
              <a:t>Category</a:t>
            </a:r>
            <a:r>
              <a:rPr lang="en-US" sz="2933" dirty="0">
                <a:solidFill>
                  <a:srgbClr val="1A1A1A"/>
                </a:solidFill>
                <a:latin typeface="Century Gothic" pitchFamily="34" charset="0"/>
                <a:ea typeface="Century Gothic" pitchFamily="34" charset="-122"/>
                <a:cs typeface="Century Gothic" pitchFamily="34" charset="-120"/>
              </a:rPr>
              <a:t> is a group of potential causes of risk.</a:t>
            </a:r>
            <a:endParaRPr lang="en-US" sz="2933" dirty="0">
              <a:solidFill>
                <a:prstClr val="black"/>
              </a:solidFill>
              <a:latin typeface="Calibri" panose="020F0502020204030204"/>
              <a:cs typeface="+mn-cs"/>
            </a:endParaRPr>
          </a:p>
        </p:txBody>
      </p:sp>
      <p:sp>
        <p:nvSpPr>
          <p:cNvPr id="6" name="Text 4"/>
          <p:cNvSpPr/>
          <p:nvPr/>
        </p:nvSpPr>
        <p:spPr>
          <a:xfrm>
            <a:off x="487680" y="2865120"/>
            <a:ext cx="11338560" cy="1158240"/>
          </a:xfrm>
          <a:prstGeom prst="rect">
            <a:avLst/>
          </a:prstGeom>
          <a:noFill/>
          <a:ln/>
        </p:spPr>
        <p:txBody>
          <a:bodyPr wrap="square" rtlCol="0" anchor="ctr"/>
          <a:lstStyle/>
          <a:p>
            <a:pPr defTabSz="1219170" fontAlgn="auto">
              <a:spcBef>
                <a:spcPts val="0"/>
              </a:spcBef>
              <a:spcAft>
                <a:spcPts val="0"/>
              </a:spcAft>
            </a:pPr>
            <a:r>
              <a:rPr lang="en-US" sz="2800" b="1" dirty="0">
                <a:solidFill>
                  <a:srgbClr val="1A1A1A"/>
                </a:solidFill>
                <a:latin typeface="Century Gothic" pitchFamily="34" charset="0"/>
                <a:ea typeface="Century Gothic" pitchFamily="34" charset="-122"/>
                <a:cs typeface="Century Gothic" pitchFamily="34" charset="-120"/>
              </a:rPr>
              <a:t>Damage.</a:t>
            </a:r>
            <a:r>
              <a:rPr lang="en-US" sz="2800" dirty="0">
                <a:solidFill>
                  <a:srgbClr val="1A1A1A"/>
                </a:solidFill>
                <a:latin typeface="Century Gothic" pitchFamily="34" charset="0"/>
                <a:ea typeface="Century Gothic" pitchFamily="34" charset="-122"/>
                <a:cs typeface="Century Gothic" pitchFamily="34" charset="-120"/>
              </a:rPr>
              <a:t> Results in physical loss of an asset or</a:t>
            </a:r>
            <a:endParaRPr lang="en-US" sz="2800" dirty="0">
              <a:solidFill>
                <a:prstClr val="black"/>
              </a:solidFill>
              <a:latin typeface="Calibri" panose="020F0502020204030204"/>
              <a:cs typeface="+mn-cs"/>
            </a:endParaRPr>
          </a:p>
          <a:p>
            <a:pPr defTabSz="1219170" fontAlgn="auto">
              <a:spcBef>
                <a:spcPts val="0"/>
              </a:spcBef>
              <a:spcAft>
                <a:spcPts val="0"/>
              </a:spcAft>
            </a:pPr>
            <a:r>
              <a:rPr lang="en-US" sz="2800" dirty="0">
                <a:solidFill>
                  <a:srgbClr val="1A1A1A"/>
                </a:solidFill>
                <a:latin typeface="Century Gothic" pitchFamily="34" charset="0"/>
                <a:ea typeface="Century Gothic" pitchFamily="34" charset="-122"/>
                <a:cs typeface="Century Gothic" pitchFamily="34" charset="-120"/>
              </a:rPr>
              <a:t>the inability to access the asset.</a:t>
            </a:r>
            <a:endParaRPr lang="en-US" sz="2800" dirty="0">
              <a:solidFill>
                <a:prstClr val="black"/>
              </a:solidFill>
              <a:latin typeface="Calibri" panose="020F0502020204030204"/>
              <a:cs typeface="+mn-cs"/>
            </a:endParaRPr>
          </a:p>
        </p:txBody>
      </p:sp>
      <p:sp>
        <p:nvSpPr>
          <p:cNvPr id="7" name="Text 5"/>
          <p:cNvSpPr/>
          <p:nvPr/>
        </p:nvSpPr>
        <p:spPr>
          <a:xfrm>
            <a:off x="487680" y="4059936"/>
            <a:ext cx="11338560" cy="1158240"/>
          </a:xfrm>
          <a:prstGeom prst="rect">
            <a:avLst/>
          </a:prstGeom>
          <a:noFill/>
          <a:ln/>
        </p:spPr>
        <p:txBody>
          <a:bodyPr wrap="square" rtlCol="0" anchor="ctr"/>
          <a:lstStyle/>
          <a:p>
            <a:pPr defTabSz="1219170" fontAlgn="auto">
              <a:spcBef>
                <a:spcPts val="0"/>
              </a:spcBef>
              <a:spcAft>
                <a:spcPts val="0"/>
              </a:spcAft>
            </a:pPr>
            <a:r>
              <a:rPr lang="en-US" sz="2800" b="1" dirty="0">
                <a:solidFill>
                  <a:srgbClr val="1A1A1A"/>
                </a:solidFill>
                <a:latin typeface="Century Gothic" pitchFamily="34" charset="0"/>
                <a:ea typeface="Century Gothic" pitchFamily="34" charset="-122"/>
                <a:cs typeface="Century Gothic" pitchFamily="34" charset="-120"/>
              </a:rPr>
              <a:t>Disclosure</a:t>
            </a:r>
            <a:r>
              <a:rPr lang="en-US" sz="2800" dirty="0">
                <a:solidFill>
                  <a:srgbClr val="1A1A1A"/>
                </a:solidFill>
                <a:latin typeface="Century Gothic" pitchFamily="34" charset="0"/>
                <a:ea typeface="Century Gothic" pitchFamily="34" charset="-122"/>
                <a:cs typeface="Century Gothic" pitchFamily="34" charset="-120"/>
              </a:rPr>
              <a:t>. Disclosing critical information</a:t>
            </a:r>
            <a:endParaRPr lang="en-US" sz="2800" dirty="0">
              <a:solidFill>
                <a:prstClr val="black"/>
              </a:solidFill>
              <a:latin typeface="Calibri" panose="020F0502020204030204"/>
              <a:cs typeface="+mn-cs"/>
            </a:endParaRPr>
          </a:p>
          <a:p>
            <a:pPr defTabSz="1219170" fontAlgn="auto">
              <a:spcBef>
                <a:spcPts val="0"/>
              </a:spcBef>
              <a:spcAft>
                <a:spcPts val="0"/>
              </a:spcAft>
            </a:pPr>
            <a:r>
              <a:rPr lang="en-US" sz="2800" dirty="0">
                <a:solidFill>
                  <a:srgbClr val="1A1A1A"/>
                </a:solidFill>
                <a:latin typeface="Century Gothic" pitchFamily="34" charset="0"/>
                <a:ea typeface="Century Gothic" pitchFamily="34" charset="-122"/>
                <a:cs typeface="Century Gothic" pitchFamily="34" charset="-120"/>
              </a:rPr>
              <a:t>regardless of where or how it was disclosed.</a:t>
            </a:r>
            <a:endParaRPr lang="en-US" sz="2800" dirty="0">
              <a:solidFill>
                <a:prstClr val="black"/>
              </a:solidFill>
              <a:latin typeface="Calibri" panose="020F0502020204030204"/>
              <a:cs typeface="+mn-cs"/>
            </a:endParaRPr>
          </a:p>
        </p:txBody>
      </p:sp>
      <p:sp>
        <p:nvSpPr>
          <p:cNvPr id="8" name="Text 6"/>
          <p:cNvSpPr/>
          <p:nvPr/>
        </p:nvSpPr>
        <p:spPr>
          <a:xfrm>
            <a:off x="487680" y="5254752"/>
            <a:ext cx="11338560" cy="1158240"/>
          </a:xfrm>
          <a:prstGeom prst="rect">
            <a:avLst/>
          </a:prstGeom>
          <a:noFill/>
          <a:ln/>
        </p:spPr>
        <p:txBody>
          <a:bodyPr wrap="square" rtlCol="0" anchor="ctr"/>
          <a:lstStyle/>
          <a:p>
            <a:pPr defTabSz="1219170" fontAlgn="auto">
              <a:spcBef>
                <a:spcPts val="0"/>
              </a:spcBef>
              <a:spcAft>
                <a:spcPts val="0"/>
              </a:spcAft>
            </a:pPr>
            <a:r>
              <a:rPr lang="en-US" sz="2800" b="1" dirty="0">
                <a:solidFill>
                  <a:srgbClr val="1A1A1A"/>
                </a:solidFill>
                <a:latin typeface="Century Gothic" pitchFamily="34" charset="0"/>
                <a:ea typeface="Century Gothic" pitchFamily="34" charset="-122"/>
                <a:cs typeface="Century Gothic" pitchFamily="34" charset="-120"/>
              </a:rPr>
              <a:t>Losses</a:t>
            </a:r>
            <a:r>
              <a:rPr lang="en-US" sz="2800" dirty="0">
                <a:solidFill>
                  <a:srgbClr val="1A1A1A"/>
                </a:solidFill>
                <a:latin typeface="Century Gothic" pitchFamily="34" charset="0"/>
                <a:ea typeface="Century Gothic" pitchFamily="34" charset="-122"/>
                <a:cs typeface="Century Gothic" pitchFamily="34" charset="-120"/>
              </a:rPr>
              <a:t>. These might be permanent or temporary,</a:t>
            </a:r>
            <a:endParaRPr lang="en-US" sz="2800" dirty="0">
              <a:solidFill>
                <a:prstClr val="black"/>
              </a:solidFill>
              <a:latin typeface="Calibri" panose="020F0502020204030204"/>
              <a:cs typeface="+mn-cs"/>
            </a:endParaRPr>
          </a:p>
          <a:p>
            <a:pPr defTabSz="1219170" fontAlgn="auto">
              <a:spcBef>
                <a:spcPts val="0"/>
              </a:spcBef>
              <a:spcAft>
                <a:spcPts val="0"/>
              </a:spcAft>
            </a:pPr>
            <a:r>
              <a:rPr lang="en-US" sz="2800" dirty="0">
                <a:solidFill>
                  <a:srgbClr val="1A1A1A"/>
                </a:solidFill>
                <a:latin typeface="Century Gothic" pitchFamily="34" charset="0"/>
                <a:ea typeface="Century Gothic" pitchFamily="34" charset="-122"/>
                <a:cs typeface="Century Gothic" pitchFamily="34" charset="-120"/>
              </a:rPr>
              <a:t>including altered data or inaccessible data</a:t>
            </a:r>
            <a:endParaRPr lang="en-US" sz="2800" dirty="0">
              <a:solidFill>
                <a:prstClr val="black"/>
              </a:solidFill>
              <a:latin typeface="Calibri" panose="020F0502020204030204"/>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RISK FACTORS</a:t>
            </a:r>
            <a:endParaRPr lang="en-US" sz="3200" dirty="0">
              <a:solidFill>
                <a:prstClr val="black"/>
              </a:solidFill>
              <a:latin typeface="Calibri" panose="020F0502020204030204"/>
              <a:cs typeface="+mn-cs"/>
            </a:endParaRPr>
          </a:p>
        </p:txBody>
      </p:sp>
      <p:sp>
        <p:nvSpPr>
          <p:cNvPr id="4" name="Text 2"/>
          <p:cNvSpPr/>
          <p:nvPr/>
        </p:nvSpPr>
        <p:spPr>
          <a:xfrm>
            <a:off x="487680" y="975360"/>
            <a:ext cx="10972800" cy="975360"/>
          </a:xfrm>
          <a:prstGeom prst="rect">
            <a:avLst/>
          </a:prstGeom>
          <a:noFill/>
          <a:ln/>
        </p:spPr>
        <p:txBody>
          <a:bodyPr wrap="square" rtlCol="0" anchor="ctr"/>
          <a:lstStyle/>
          <a:p>
            <a:pPr defTabSz="1219170" fontAlgn="auto">
              <a:spcBef>
                <a:spcPts val="0"/>
              </a:spcBef>
              <a:spcAft>
                <a:spcPts val="0"/>
              </a:spcAft>
            </a:pPr>
            <a:r>
              <a:rPr lang="en-US" sz="5333" kern="0" spc="133" dirty="0">
                <a:solidFill>
                  <a:srgbClr val="1CDDEB"/>
                </a:solidFill>
                <a:latin typeface="Impact" pitchFamily="34" charset="0"/>
                <a:ea typeface="Impact" pitchFamily="34" charset="-122"/>
                <a:cs typeface="Impact" pitchFamily="34" charset="-120"/>
              </a:rPr>
              <a:t>Risk Factors</a:t>
            </a:r>
            <a:endParaRPr lang="en-US" sz="5333" dirty="0">
              <a:solidFill>
                <a:prstClr val="black"/>
              </a:solidFill>
              <a:latin typeface="Calibri" panose="020F0502020204030204"/>
              <a:cs typeface="+mn-cs"/>
            </a:endParaRPr>
          </a:p>
        </p:txBody>
      </p:sp>
      <p:sp>
        <p:nvSpPr>
          <p:cNvPr id="5" name="Text 3"/>
          <p:cNvSpPr/>
          <p:nvPr/>
        </p:nvSpPr>
        <p:spPr>
          <a:xfrm>
            <a:off x="487680" y="2011680"/>
            <a:ext cx="11338560" cy="670560"/>
          </a:xfrm>
          <a:prstGeom prst="rect">
            <a:avLst/>
          </a:prstGeom>
          <a:noFill/>
          <a:ln/>
        </p:spPr>
        <p:txBody>
          <a:bodyPr wrap="square" rtlCol="0" anchor="ctr"/>
          <a:lstStyle/>
          <a:p>
            <a:pPr defTabSz="1219170" fontAlgn="auto">
              <a:spcBef>
                <a:spcPts val="0"/>
              </a:spcBef>
              <a:spcAft>
                <a:spcPts val="0"/>
              </a:spcAft>
            </a:pPr>
            <a:r>
              <a:rPr lang="en-US" sz="2933" dirty="0">
                <a:solidFill>
                  <a:srgbClr val="1A1A1A"/>
                </a:solidFill>
                <a:latin typeface="Century Gothic" pitchFamily="34" charset="0"/>
                <a:ea typeface="Century Gothic" pitchFamily="34" charset="-122"/>
                <a:cs typeface="Century Gothic" pitchFamily="34" charset="-120"/>
              </a:rPr>
              <a:t>Something that increases risk or susceptibility</a:t>
            </a:r>
            <a:endParaRPr lang="en-US" sz="2933" dirty="0">
              <a:solidFill>
                <a:prstClr val="black"/>
              </a:solidFill>
              <a:latin typeface="Calibri" panose="020F0502020204030204"/>
              <a:cs typeface="+mn-cs"/>
            </a:endParaRPr>
          </a:p>
        </p:txBody>
      </p:sp>
      <p:sp>
        <p:nvSpPr>
          <p:cNvPr id="6" name="Text 4"/>
          <p:cNvSpPr/>
          <p:nvPr/>
        </p:nvSpPr>
        <p:spPr>
          <a:xfrm>
            <a:off x="487680" y="2865120"/>
            <a:ext cx="11338560" cy="1158240"/>
          </a:xfrm>
          <a:prstGeom prst="rect">
            <a:avLst/>
          </a:prstGeom>
          <a:noFill/>
          <a:ln/>
        </p:spPr>
        <p:txBody>
          <a:bodyPr wrap="square" rtlCol="0" anchor="ctr"/>
          <a:lstStyle/>
          <a:p>
            <a:pPr defTabSz="1219170" fontAlgn="auto">
              <a:spcBef>
                <a:spcPts val="0"/>
              </a:spcBef>
              <a:spcAft>
                <a:spcPts val="0"/>
              </a:spcAft>
            </a:pPr>
            <a:r>
              <a:rPr lang="en-US" sz="2800" b="1" dirty="0">
                <a:solidFill>
                  <a:srgbClr val="1A1A1A"/>
                </a:solidFill>
                <a:latin typeface="Century Gothic" pitchFamily="34" charset="0"/>
                <a:ea typeface="Century Gothic" pitchFamily="34" charset="-122"/>
                <a:cs typeface="Century Gothic" pitchFamily="34" charset="-120"/>
              </a:rPr>
              <a:t>Physical damage.</a:t>
            </a:r>
            <a:r>
              <a:rPr lang="en-US" sz="2800" dirty="0">
                <a:solidFill>
                  <a:srgbClr val="1A1A1A"/>
                </a:solidFill>
                <a:latin typeface="Century Gothic" pitchFamily="34" charset="0"/>
                <a:ea typeface="Century Gothic" pitchFamily="34" charset="-122"/>
                <a:cs typeface="Century Gothic" pitchFamily="34" charset="-120"/>
              </a:rPr>
              <a:t> Natural disaster, power loss or</a:t>
            </a:r>
            <a:endParaRPr lang="en-US" sz="2800" dirty="0">
              <a:solidFill>
                <a:prstClr val="black"/>
              </a:solidFill>
              <a:latin typeface="Calibri" panose="020F0502020204030204"/>
              <a:cs typeface="+mn-cs"/>
            </a:endParaRPr>
          </a:p>
          <a:p>
            <a:pPr defTabSz="1219170" fontAlgn="auto">
              <a:spcBef>
                <a:spcPts val="0"/>
              </a:spcBef>
              <a:spcAft>
                <a:spcPts val="0"/>
              </a:spcAft>
            </a:pPr>
            <a:r>
              <a:rPr lang="en-US" sz="2800" dirty="0">
                <a:solidFill>
                  <a:srgbClr val="1A1A1A"/>
                </a:solidFill>
                <a:latin typeface="Century Gothic" pitchFamily="34" charset="0"/>
                <a:ea typeface="Century Gothic" pitchFamily="34" charset="-122"/>
                <a:cs typeface="Century Gothic" pitchFamily="34" charset="-120"/>
              </a:rPr>
              <a:t>vandalism.</a:t>
            </a:r>
            <a:endParaRPr lang="en-US" sz="2800" dirty="0">
              <a:solidFill>
                <a:prstClr val="black"/>
              </a:solidFill>
              <a:latin typeface="Calibri" panose="020F0502020204030204"/>
              <a:cs typeface="+mn-cs"/>
            </a:endParaRPr>
          </a:p>
        </p:txBody>
      </p:sp>
      <p:sp>
        <p:nvSpPr>
          <p:cNvPr id="7" name="Text 5"/>
          <p:cNvSpPr/>
          <p:nvPr/>
        </p:nvSpPr>
        <p:spPr>
          <a:xfrm>
            <a:off x="487680" y="4059936"/>
            <a:ext cx="11338560" cy="1158240"/>
          </a:xfrm>
          <a:prstGeom prst="rect">
            <a:avLst/>
          </a:prstGeom>
          <a:noFill/>
          <a:ln/>
        </p:spPr>
        <p:txBody>
          <a:bodyPr wrap="square" rtlCol="0" anchor="ctr"/>
          <a:lstStyle/>
          <a:p>
            <a:pPr defTabSz="1219170" fontAlgn="auto">
              <a:spcBef>
                <a:spcPts val="0"/>
              </a:spcBef>
              <a:spcAft>
                <a:spcPts val="0"/>
              </a:spcAft>
            </a:pPr>
            <a:r>
              <a:rPr lang="en-US" sz="2800" b="1" dirty="0">
                <a:solidFill>
                  <a:srgbClr val="1A1A1A"/>
                </a:solidFill>
                <a:latin typeface="Century Gothic" pitchFamily="34" charset="0"/>
                <a:ea typeface="Century Gothic" pitchFamily="34" charset="-122"/>
                <a:cs typeface="Century Gothic" pitchFamily="34" charset="-120"/>
              </a:rPr>
              <a:t>Malfunctions</a:t>
            </a:r>
            <a:r>
              <a:rPr lang="en-US" sz="2800" dirty="0">
                <a:solidFill>
                  <a:srgbClr val="1A1A1A"/>
                </a:solidFill>
                <a:latin typeface="Century Gothic" pitchFamily="34" charset="0"/>
                <a:ea typeface="Century Gothic" pitchFamily="34" charset="-122"/>
                <a:cs typeface="Century Gothic" pitchFamily="34" charset="-120"/>
              </a:rPr>
              <a:t>. Failure of systems, networks, or</a:t>
            </a:r>
            <a:endParaRPr lang="en-US" sz="2800" dirty="0">
              <a:solidFill>
                <a:prstClr val="black"/>
              </a:solidFill>
              <a:latin typeface="Calibri" panose="020F0502020204030204"/>
              <a:cs typeface="+mn-cs"/>
            </a:endParaRPr>
          </a:p>
          <a:p>
            <a:pPr defTabSz="1219170" fontAlgn="auto">
              <a:spcBef>
                <a:spcPts val="0"/>
              </a:spcBef>
              <a:spcAft>
                <a:spcPts val="0"/>
              </a:spcAft>
            </a:pPr>
            <a:r>
              <a:rPr lang="en-US" sz="2800" dirty="0">
                <a:solidFill>
                  <a:srgbClr val="1A1A1A"/>
                </a:solidFill>
                <a:latin typeface="Century Gothic" pitchFamily="34" charset="0"/>
                <a:ea typeface="Century Gothic" pitchFamily="34" charset="-122"/>
                <a:cs typeface="Century Gothic" pitchFamily="34" charset="-120"/>
              </a:rPr>
              <a:t>peripherals.</a:t>
            </a:r>
            <a:endParaRPr lang="en-US" sz="2800" dirty="0">
              <a:solidFill>
                <a:prstClr val="black"/>
              </a:solidFill>
              <a:latin typeface="Calibri" panose="020F0502020204030204"/>
              <a:cs typeface="+mn-cs"/>
            </a:endParaRPr>
          </a:p>
        </p:txBody>
      </p:sp>
      <p:sp>
        <p:nvSpPr>
          <p:cNvPr id="8" name="Text 6"/>
          <p:cNvSpPr/>
          <p:nvPr/>
        </p:nvSpPr>
        <p:spPr>
          <a:xfrm>
            <a:off x="487680" y="5254752"/>
            <a:ext cx="11338560" cy="1158240"/>
          </a:xfrm>
          <a:prstGeom prst="rect">
            <a:avLst/>
          </a:prstGeom>
          <a:noFill/>
          <a:ln/>
        </p:spPr>
        <p:txBody>
          <a:bodyPr wrap="square" rtlCol="0" anchor="ctr"/>
          <a:lstStyle/>
          <a:p>
            <a:pPr defTabSz="1219170" fontAlgn="auto">
              <a:spcBef>
                <a:spcPts val="0"/>
              </a:spcBef>
              <a:spcAft>
                <a:spcPts val="0"/>
              </a:spcAft>
            </a:pPr>
            <a:r>
              <a:rPr lang="en-US" sz="2800" b="1" dirty="0">
                <a:solidFill>
                  <a:srgbClr val="1A1A1A"/>
                </a:solidFill>
                <a:latin typeface="Century Gothic" pitchFamily="34" charset="0"/>
                <a:ea typeface="Century Gothic" pitchFamily="34" charset="-122"/>
                <a:cs typeface="Century Gothic" pitchFamily="34" charset="-120"/>
              </a:rPr>
              <a:t>Attacks</a:t>
            </a:r>
            <a:r>
              <a:rPr lang="en-US" sz="2800" dirty="0">
                <a:solidFill>
                  <a:srgbClr val="1A1A1A"/>
                </a:solidFill>
                <a:latin typeface="Century Gothic" pitchFamily="34" charset="0"/>
                <a:ea typeface="Century Gothic" pitchFamily="34" charset="-122"/>
                <a:cs typeface="Century Gothic" pitchFamily="34" charset="-120"/>
              </a:rPr>
              <a:t>. Purposeful acts whether from the inside or</a:t>
            </a:r>
            <a:endParaRPr lang="en-US" sz="2800" dirty="0">
              <a:solidFill>
                <a:prstClr val="black"/>
              </a:solidFill>
              <a:latin typeface="Calibri" panose="020F0502020204030204"/>
              <a:cs typeface="+mn-cs"/>
            </a:endParaRPr>
          </a:p>
          <a:p>
            <a:pPr defTabSz="1219170" fontAlgn="auto">
              <a:spcBef>
                <a:spcPts val="0"/>
              </a:spcBef>
              <a:spcAft>
                <a:spcPts val="0"/>
              </a:spcAft>
            </a:pPr>
            <a:r>
              <a:rPr lang="en-US" sz="2800" dirty="0">
                <a:solidFill>
                  <a:srgbClr val="1A1A1A"/>
                </a:solidFill>
                <a:latin typeface="Century Gothic" pitchFamily="34" charset="0"/>
                <a:ea typeface="Century Gothic" pitchFamily="34" charset="-122"/>
                <a:cs typeface="Century Gothic" pitchFamily="34" charset="-120"/>
              </a:rPr>
              <a:t>outside, such as unauthorized disclosure.</a:t>
            </a:r>
            <a:endParaRPr lang="en-US" sz="2800" dirty="0">
              <a:solidFill>
                <a:prstClr val="black"/>
              </a:solidFill>
              <a:latin typeface="Calibri" panose="020F0502020204030204"/>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RISK FACTORS</a:t>
            </a:r>
            <a:endParaRPr lang="en-US" sz="3200" dirty="0">
              <a:solidFill>
                <a:prstClr val="black"/>
              </a:solidFill>
              <a:latin typeface="Calibri" panose="020F0502020204030204"/>
              <a:cs typeface="+mn-cs"/>
            </a:endParaRPr>
          </a:p>
        </p:txBody>
      </p:sp>
      <p:sp>
        <p:nvSpPr>
          <p:cNvPr id="4" name="Text 2"/>
          <p:cNvSpPr/>
          <p:nvPr/>
        </p:nvSpPr>
        <p:spPr>
          <a:xfrm>
            <a:off x="487680" y="975360"/>
            <a:ext cx="11338560" cy="1036320"/>
          </a:xfrm>
          <a:prstGeom prst="rect">
            <a:avLst/>
          </a:prstGeom>
          <a:noFill/>
          <a:ln/>
        </p:spPr>
        <p:txBody>
          <a:bodyPr wrap="square" rtlCol="0" anchor="ctr"/>
          <a:lstStyle/>
          <a:p>
            <a:pPr defTabSz="1219170" fontAlgn="auto">
              <a:spcBef>
                <a:spcPts val="0"/>
              </a:spcBef>
              <a:spcAft>
                <a:spcPts val="0"/>
              </a:spcAft>
            </a:pPr>
            <a:r>
              <a:rPr lang="en-US" sz="5333" kern="0" spc="133" dirty="0">
                <a:solidFill>
                  <a:srgbClr val="1CDDEB"/>
                </a:solidFill>
                <a:latin typeface="Impact" pitchFamily="34" charset="0"/>
                <a:ea typeface="Impact" pitchFamily="34" charset="-122"/>
                <a:cs typeface="Impact" pitchFamily="34" charset="-120"/>
              </a:rPr>
              <a:t>Risk Factors (cont.)</a:t>
            </a:r>
            <a:endParaRPr lang="en-US" sz="5333" dirty="0">
              <a:solidFill>
                <a:prstClr val="black"/>
              </a:solidFill>
              <a:latin typeface="Calibri" panose="020F0502020204030204"/>
              <a:cs typeface="+mn-cs"/>
            </a:endParaRPr>
          </a:p>
        </p:txBody>
      </p:sp>
      <p:sp>
        <p:nvSpPr>
          <p:cNvPr id="5" name="Text 3"/>
          <p:cNvSpPr/>
          <p:nvPr/>
        </p:nvSpPr>
        <p:spPr>
          <a:xfrm>
            <a:off x="487680" y="1950720"/>
            <a:ext cx="11338560" cy="609600"/>
          </a:xfrm>
          <a:prstGeom prst="rect">
            <a:avLst/>
          </a:prstGeom>
          <a:noFill/>
          <a:ln/>
        </p:spPr>
        <p:txBody>
          <a:bodyPr wrap="square" rtlCol="0" anchor="ctr"/>
          <a:lstStyle/>
          <a:p>
            <a:pPr defTabSz="1219170" fontAlgn="auto">
              <a:spcBef>
                <a:spcPts val="0"/>
              </a:spcBef>
              <a:spcAft>
                <a:spcPts val="0"/>
              </a:spcAft>
            </a:pPr>
            <a:r>
              <a:rPr lang="en-US" sz="2933" dirty="0">
                <a:solidFill>
                  <a:srgbClr val="1A1A1A"/>
                </a:solidFill>
                <a:latin typeface="Century Gothic" pitchFamily="34" charset="0"/>
                <a:ea typeface="Century Gothic" pitchFamily="34" charset="-122"/>
                <a:cs typeface="Century Gothic" pitchFamily="34" charset="-120"/>
              </a:rPr>
              <a:t>Something that increases risk or susceptibility</a:t>
            </a:r>
            <a:endParaRPr lang="en-US" sz="2933" dirty="0">
              <a:solidFill>
                <a:prstClr val="black"/>
              </a:solidFill>
              <a:latin typeface="Calibri" panose="020F0502020204030204"/>
              <a:cs typeface="+mn-cs"/>
            </a:endParaRPr>
          </a:p>
        </p:txBody>
      </p:sp>
      <p:sp>
        <p:nvSpPr>
          <p:cNvPr id="6" name="Text 4"/>
          <p:cNvSpPr/>
          <p:nvPr/>
        </p:nvSpPr>
        <p:spPr>
          <a:xfrm>
            <a:off x="487680" y="2743200"/>
            <a:ext cx="11460480" cy="1097280"/>
          </a:xfrm>
          <a:prstGeom prst="rect">
            <a:avLst/>
          </a:prstGeom>
          <a:noFill/>
          <a:ln/>
        </p:spPr>
        <p:txBody>
          <a:bodyPr wrap="square" rtlCol="0" anchor="ctr"/>
          <a:lstStyle/>
          <a:p>
            <a:pPr defTabSz="1219170" fontAlgn="auto">
              <a:spcBef>
                <a:spcPts val="0"/>
              </a:spcBef>
              <a:spcAft>
                <a:spcPts val="0"/>
              </a:spcAft>
            </a:pPr>
            <a:r>
              <a:rPr lang="en-US" sz="2800" b="1" dirty="0">
                <a:solidFill>
                  <a:srgbClr val="1A1A1A"/>
                </a:solidFill>
                <a:latin typeface="Century Gothic" pitchFamily="34" charset="0"/>
                <a:ea typeface="Century Gothic" pitchFamily="34" charset="-122"/>
                <a:cs typeface="Century Gothic" pitchFamily="34" charset="-120"/>
              </a:rPr>
              <a:t>Human errors</a:t>
            </a:r>
            <a:r>
              <a:rPr lang="en-US" sz="2800" dirty="0">
                <a:solidFill>
                  <a:srgbClr val="1A1A1A"/>
                </a:solidFill>
                <a:latin typeface="Century Gothic" pitchFamily="34" charset="0"/>
                <a:ea typeface="Century Gothic" pitchFamily="34" charset="-122"/>
                <a:cs typeface="Century Gothic" pitchFamily="34" charset="-120"/>
              </a:rPr>
              <a:t>. Usually considered accidental</a:t>
            </a:r>
            <a:endParaRPr lang="en-US" sz="2800" dirty="0">
              <a:solidFill>
                <a:prstClr val="black"/>
              </a:solidFill>
              <a:latin typeface="Calibri" panose="020F0502020204030204"/>
              <a:cs typeface="+mn-cs"/>
            </a:endParaRPr>
          </a:p>
          <a:p>
            <a:pPr defTabSz="1219170" fontAlgn="auto">
              <a:spcBef>
                <a:spcPts val="0"/>
              </a:spcBef>
              <a:spcAft>
                <a:spcPts val="0"/>
              </a:spcAft>
            </a:pPr>
            <a:r>
              <a:rPr lang="en-US" sz="2800" dirty="0">
                <a:solidFill>
                  <a:srgbClr val="1A1A1A"/>
                </a:solidFill>
                <a:latin typeface="Century Gothic" pitchFamily="34" charset="0"/>
                <a:ea typeface="Century Gothic" pitchFamily="34" charset="-122"/>
                <a:cs typeface="Century Gothic" pitchFamily="34" charset="-120"/>
              </a:rPr>
              <a:t>incidents, whereas attacks are purposeful incidents.</a:t>
            </a:r>
            <a:endParaRPr lang="en-US" sz="2800" dirty="0">
              <a:solidFill>
                <a:prstClr val="black"/>
              </a:solidFill>
              <a:latin typeface="Calibri" panose="020F0502020204030204"/>
              <a:cs typeface="+mn-cs"/>
            </a:endParaRPr>
          </a:p>
        </p:txBody>
      </p:sp>
      <p:sp>
        <p:nvSpPr>
          <p:cNvPr id="7" name="Text 5"/>
          <p:cNvSpPr/>
          <p:nvPr/>
        </p:nvSpPr>
        <p:spPr>
          <a:xfrm>
            <a:off x="487680" y="3901440"/>
            <a:ext cx="11460480" cy="1097280"/>
          </a:xfrm>
          <a:prstGeom prst="rect">
            <a:avLst/>
          </a:prstGeom>
          <a:noFill/>
          <a:ln/>
        </p:spPr>
        <p:txBody>
          <a:bodyPr wrap="square" rtlCol="0" anchor="ctr"/>
          <a:lstStyle/>
          <a:p>
            <a:pPr defTabSz="1219170" fontAlgn="auto">
              <a:spcBef>
                <a:spcPts val="0"/>
              </a:spcBef>
              <a:spcAft>
                <a:spcPts val="0"/>
              </a:spcAft>
            </a:pPr>
            <a:r>
              <a:rPr lang="en-US" sz="2800" b="1" dirty="0">
                <a:solidFill>
                  <a:srgbClr val="1A1A1A"/>
                </a:solidFill>
                <a:latin typeface="Century Gothic" pitchFamily="34" charset="0"/>
                <a:ea typeface="Century Gothic" pitchFamily="34" charset="-122"/>
                <a:cs typeface="Century Gothic" pitchFamily="34" charset="-120"/>
              </a:rPr>
              <a:t>Application errors</a:t>
            </a:r>
            <a:r>
              <a:rPr lang="en-US" sz="2800" dirty="0">
                <a:solidFill>
                  <a:srgbClr val="1A1A1A"/>
                </a:solidFill>
                <a:latin typeface="Century Gothic" pitchFamily="34" charset="0"/>
                <a:ea typeface="Century Gothic" pitchFamily="34" charset="-122"/>
                <a:cs typeface="Century Gothic" pitchFamily="34" charset="-120"/>
              </a:rPr>
              <a:t>. Failures of the application,</a:t>
            </a:r>
            <a:endParaRPr lang="en-US" sz="2800" dirty="0">
              <a:solidFill>
                <a:prstClr val="black"/>
              </a:solidFill>
              <a:latin typeface="Calibri" panose="020F0502020204030204"/>
              <a:cs typeface="+mn-cs"/>
            </a:endParaRPr>
          </a:p>
          <a:p>
            <a:pPr defTabSz="1219170" fontAlgn="auto">
              <a:spcBef>
                <a:spcPts val="0"/>
              </a:spcBef>
              <a:spcAft>
                <a:spcPts val="0"/>
              </a:spcAft>
            </a:pPr>
            <a:r>
              <a:rPr lang="en-US" sz="2800" dirty="0">
                <a:solidFill>
                  <a:srgbClr val="1A1A1A"/>
                </a:solidFill>
                <a:latin typeface="Century Gothic" pitchFamily="34" charset="0"/>
                <a:ea typeface="Century Gothic" pitchFamily="34" charset="-122"/>
                <a:cs typeface="Century Gothic" pitchFamily="34" charset="-120"/>
              </a:rPr>
              <a:t>including the operating system.</a:t>
            </a:r>
            <a:endParaRPr lang="en-US" sz="2800" dirty="0">
              <a:solidFill>
                <a:prstClr val="black"/>
              </a:solidFill>
              <a:latin typeface="Calibri" panose="020F0502020204030204"/>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TYPES OF RISK</a:t>
            </a:r>
            <a:endParaRPr lang="en-US" sz="3200" dirty="0">
              <a:solidFill>
                <a:prstClr val="black"/>
              </a:solidFill>
              <a:latin typeface="Calibri" panose="020F0502020204030204"/>
              <a:cs typeface="+mn-cs"/>
            </a:endParaRPr>
          </a:p>
        </p:txBody>
      </p:sp>
      <p:sp>
        <p:nvSpPr>
          <p:cNvPr id="4" name="Text 2"/>
          <p:cNvSpPr/>
          <p:nvPr/>
        </p:nvSpPr>
        <p:spPr>
          <a:xfrm>
            <a:off x="5638800" y="1402080"/>
            <a:ext cx="6004560" cy="4754880"/>
          </a:xfrm>
          <a:prstGeom prst="rect">
            <a:avLst/>
          </a:prstGeom>
          <a:noFill/>
          <a:ln/>
        </p:spPr>
        <p:txBody>
          <a:bodyPr wrap="square" rtlCol="0" anchor="ctr"/>
          <a:lstStyle/>
          <a:p>
            <a:pPr algn="r" defTabSz="1219170" fontAlgn="auto">
              <a:spcBef>
                <a:spcPts val="0"/>
              </a:spcBef>
              <a:spcAft>
                <a:spcPts val="0"/>
              </a:spcAft>
            </a:pPr>
            <a:r>
              <a:rPr lang="en-US" sz="22666" kern="0" spc="133" dirty="0">
                <a:solidFill>
                  <a:srgbClr val="9A9A9A"/>
                </a:solidFill>
                <a:latin typeface="Impact" pitchFamily="34" charset="0"/>
                <a:ea typeface="Impact" pitchFamily="34" charset="-122"/>
                <a:cs typeface="Impact" pitchFamily="34" charset="-120"/>
              </a:rPr>
              <a:t>RISK</a:t>
            </a:r>
            <a:endParaRPr lang="en-US" sz="22666" dirty="0">
              <a:solidFill>
                <a:prstClr val="black"/>
              </a:solidFill>
              <a:latin typeface="Calibri" panose="020F0502020204030204"/>
              <a:cs typeface="+mn-cs"/>
            </a:endParaRPr>
          </a:p>
        </p:txBody>
      </p:sp>
      <p:sp>
        <p:nvSpPr>
          <p:cNvPr id="5" name="Text 3"/>
          <p:cNvSpPr/>
          <p:nvPr/>
        </p:nvSpPr>
        <p:spPr>
          <a:xfrm>
            <a:off x="365760" y="1524000"/>
            <a:ext cx="6096000" cy="4511040"/>
          </a:xfrm>
          <a:prstGeom prst="rect">
            <a:avLst/>
          </a:prstGeom>
          <a:noFill/>
          <a:ln/>
        </p:spPr>
        <p:txBody>
          <a:bodyPr wrap="square" rtlCol="0" anchor="ctr"/>
          <a:lstStyle/>
          <a:p>
            <a:pPr marL="1143000" indent="-1143000" defTabSz="1219170" fontAlgn="auto">
              <a:lnSpc>
                <a:spcPct val="98000"/>
              </a:lnSpc>
              <a:spcBef>
                <a:spcPts val="0"/>
              </a:spcBef>
              <a:spcAft>
                <a:spcPts val="0"/>
              </a:spcAft>
              <a:buFont typeface="Arial" panose="020B0604020202020204" pitchFamily="34" charset="0"/>
              <a:buChar char="•"/>
            </a:pPr>
            <a:r>
              <a:rPr lang="en-US" sz="7733" kern="0" spc="133" dirty="0">
                <a:solidFill>
                  <a:srgbClr val="1CDDEB"/>
                </a:solidFill>
                <a:latin typeface="Impact" pitchFamily="34" charset="0"/>
                <a:ea typeface="Impact" pitchFamily="34" charset="-122"/>
                <a:cs typeface="Impact" pitchFamily="34" charset="-120"/>
              </a:rPr>
              <a:t>Residual</a:t>
            </a:r>
            <a:endParaRPr lang="en-US" sz="7733" dirty="0">
              <a:solidFill>
                <a:prstClr val="black"/>
              </a:solidFill>
              <a:latin typeface="Calibri" panose="020F0502020204030204"/>
              <a:cs typeface="+mn-cs"/>
            </a:endParaRPr>
          </a:p>
          <a:p>
            <a:pPr marL="1143000" indent="-1143000" defTabSz="1219170" fontAlgn="auto">
              <a:lnSpc>
                <a:spcPct val="98000"/>
              </a:lnSpc>
              <a:spcBef>
                <a:spcPts val="0"/>
              </a:spcBef>
              <a:spcAft>
                <a:spcPts val="0"/>
              </a:spcAft>
              <a:buFont typeface="Arial" panose="020B0604020202020204" pitchFamily="34" charset="0"/>
              <a:buChar char="•"/>
            </a:pPr>
            <a:r>
              <a:rPr lang="en-US" sz="7733" kern="0" spc="133" dirty="0">
                <a:solidFill>
                  <a:srgbClr val="1CDDEB"/>
                </a:solidFill>
                <a:latin typeface="Impact" pitchFamily="34" charset="0"/>
                <a:ea typeface="Impact" pitchFamily="34" charset="-122"/>
                <a:cs typeface="Impact" pitchFamily="34" charset="-120"/>
              </a:rPr>
              <a:t>Inherent</a:t>
            </a:r>
            <a:endParaRPr lang="en-US" sz="7733" dirty="0">
              <a:solidFill>
                <a:prstClr val="black"/>
              </a:solidFill>
              <a:latin typeface="Calibri" panose="020F0502020204030204"/>
              <a:cs typeface="+mn-cs"/>
            </a:endParaRPr>
          </a:p>
          <a:p>
            <a:pPr marL="1143000" indent="-1143000" defTabSz="1219170" fontAlgn="auto">
              <a:lnSpc>
                <a:spcPct val="98000"/>
              </a:lnSpc>
              <a:spcBef>
                <a:spcPts val="0"/>
              </a:spcBef>
              <a:spcAft>
                <a:spcPts val="0"/>
              </a:spcAft>
              <a:buFont typeface="Arial" panose="020B0604020202020204" pitchFamily="34" charset="0"/>
              <a:buChar char="•"/>
            </a:pPr>
            <a:r>
              <a:rPr lang="en-US" sz="7733" kern="0" spc="133" dirty="0">
                <a:solidFill>
                  <a:srgbClr val="1CDDEB"/>
                </a:solidFill>
                <a:latin typeface="Impact" pitchFamily="34" charset="0"/>
                <a:ea typeface="Impact" pitchFamily="34" charset="-122"/>
                <a:cs typeface="Impact" pitchFamily="34" charset="-120"/>
              </a:rPr>
              <a:t>Total</a:t>
            </a:r>
            <a:endParaRPr lang="en-US" sz="7733" dirty="0">
              <a:solidFill>
                <a:prstClr val="black"/>
              </a:solidFill>
              <a:latin typeface="Calibri" panose="020F0502020204030204"/>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TYPES OF RISK</a:t>
            </a:r>
            <a:endParaRPr lang="en-US" sz="3200" dirty="0">
              <a:solidFill>
                <a:prstClr val="black"/>
              </a:solidFill>
              <a:latin typeface="Calibri" panose="020F0502020204030204"/>
              <a:cs typeface="+mn-cs"/>
            </a:endParaRPr>
          </a:p>
        </p:txBody>
      </p:sp>
      <p:sp>
        <p:nvSpPr>
          <p:cNvPr id="4" name="Text 2"/>
          <p:cNvSpPr/>
          <p:nvPr/>
        </p:nvSpPr>
        <p:spPr>
          <a:xfrm>
            <a:off x="609600" y="1828800"/>
            <a:ext cx="10972800" cy="1767840"/>
          </a:xfrm>
          <a:prstGeom prst="rect">
            <a:avLst/>
          </a:prstGeom>
          <a:noFill/>
          <a:ln/>
        </p:spPr>
        <p:txBody>
          <a:bodyPr wrap="square" rtlCol="0" anchor="ctr"/>
          <a:lstStyle/>
          <a:p>
            <a:pPr algn="ctr" defTabSz="1219170" fontAlgn="auto">
              <a:spcBef>
                <a:spcPts val="0"/>
              </a:spcBef>
              <a:spcAft>
                <a:spcPts val="0"/>
              </a:spcAft>
            </a:pPr>
            <a:r>
              <a:rPr lang="en-US" sz="10666" kern="0" spc="133" dirty="0">
                <a:solidFill>
                  <a:srgbClr val="1CDDEB"/>
                </a:solidFill>
                <a:latin typeface="Impact" pitchFamily="34" charset="0"/>
                <a:ea typeface="Impact" pitchFamily="34" charset="-122"/>
                <a:cs typeface="Impact" pitchFamily="34" charset="-120"/>
              </a:rPr>
              <a:t>Residual Risk</a:t>
            </a:r>
            <a:endParaRPr lang="en-US" sz="10666"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779520"/>
            <a:ext cx="11216640" cy="1706880"/>
          </a:xfrm>
          <a:prstGeom prst="rect">
            <a:avLst/>
          </a:prstGeom>
          <a:noFill/>
          <a:ln/>
        </p:spPr>
        <p:txBody>
          <a:bodyPr wrap="square" rtlCol="0" anchor="t"/>
          <a:lstStyle/>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The risk that remains even with all</a:t>
            </a:r>
            <a:endParaRPr lang="en-US" sz="42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conceivable safeguards in place.</a:t>
            </a:r>
            <a:endParaRPr lang="en-US" sz="4267" dirty="0">
              <a:solidFill>
                <a:prstClr val="black"/>
              </a:solidFill>
              <a:latin typeface="Calibri" panose="020F0502020204030204"/>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TYPES OF RISK</a:t>
            </a:r>
            <a:endParaRPr lang="en-US" sz="3200" dirty="0">
              <a:solidFill>
                <a:prstClr val="black"/>
              </a:solidFill>
              <a:latin typeface="Calibri" panose="020F0502020204030204"/>
              <a:cs typeface="+mn-cs"/>
            </a:endParaRPr>
          </a:p>
        </p:txBody>
      </p:sp>
      <p:sp>
        <p:nvSpPr>
          <p:cNvPr id="4" name="Text 2"/>
          <p:cNvSpPr/>
          <p:nvPr/>
        </p:nvSpPr>
        <p:spPr>
          <a:xfrm>
            <a:off x="609600" y="1828800"/>
            <a:ext cx="10972800" cy="1767840"/>
          </a:xfrm>
          <a:prstGeom prst="rect">
            <a:avLst/>
          </a:prstGeom>
          <a:noFill/>
          <a:ln/>
        </p:spPr>
        <p:txBody>
          <a:bodyPr wrap="square" rtlCol="0" anchor="ctr"/>
          <a:lstStyle/>
          <a:p>
            <a:pPr algn="ctr" defTabSz="1219170" fontAlgn="auto">
              <a:spcBef>
                <a:spcPts val="0"/>
              </a:spcBef>
              <a:spcAft>
                <a:spcPts val="0"/>
              </a:spcAft>
            </a:pPr>
            <a:r>
              <a:rPr lang="en-US" sz="10666" kern="0" spc="133" dirty="0">
                <a:solidFill>
                  <a:srgbClr val="1CDDEB"/>
                </a:solidFill>
                <a:latin typeface="Impact" pitchFamily="34" charset="0"/>
                <a:ea typeface="Impact" pitchFamily="34" charset="-122"/>
                <a:cs typeface="Impact" pitchFamily="34" charset="-120"/>
              </a:rPr>
              <a:t>Residual Risk</a:t>
            </a:r>
            <a:endParaRPr lang="en-US" sz="10666"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779520"/>
            <a:ext cx="11216640" cy="1706880"/>
          </a:xfrm>
          <a:prstGeom prst="rect">
            <a:avLst/>
          </a:prstGeom>
          <a:noFill/>
          <a:ln/>
        </p:spPr>
        <p:txBody>
          <a:bodyPr wrap="square" rtlCol="0" anchor="t"/>
          <a:lstStyle/>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The risk management has chosen</a:t>
            </a:r>
            <a:endParaRPr lang="en-US" sz="42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to accept rather than mitigate.</a:t>
            </a:r>
            <a:endParaRPr lang="en-US" sz="4267" dirty="0">
              <a:solidFill>
                <a:prstClr val="black"/>
              </a:solidFill>
              <a:latin typeface="Calibri" panose="020F0502020204030204"/>
              <a:cs typeface="+mn-cs"/>
            </a:endParaRPr>
          </a:p>
        </p:txBody>
      </p:sp>
      <p:sp>
        <p:nvSpPr>
          <p:cNvPr id="7" name="underline">
            <a:extLst>
              <a:ext uri="{C183D7F6-B498-43B3-948B-1728B52AA6E4}">
                <adec:decorative xmlns:adec="http://schemas.microsoft.com/office/drawing/2017/decorative" val="1"/>
              </a:ext>
            </a:extLst>
          </p:cNvPr>
          <p:cNvSpPr/>
          <p:nvPr/>
        </p:nvSpPr>
        <p:spPr>
          <a:xfrm flipV="1">
            <a:off x="2667000" y="5105400"/>
            <a:ext cx="1981200" cy="0"/>
          </a:xfrm>
          <a:prstGeom prst="line">
            <a:avLst/>
          </a:prstGeom>
          <a:noFill/>
          <a:ln w="50800">
            <a:solidFill>
              <a:srgbClr val="EE1C25"/>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TYPES OF RISK</a:t>
            </a:r>
            <a:endParaRPr lang="en-US" sz="3200" dirty="0">
              <a:solidFill>
                <a:prstClr val="black"/>
              </a:solidFill>
              <a:latin typeface="Calibri" panose="020F0502020204030204"/>
              <a:cs typeface="+mn-cs"/>
            </a:endParaRPr>
          </a:p>
        </p:txBody>
      </p:sp>
      <p:sp>
        <p:nvSpPr>
          <p:cNvPr id="4" name="Text 2"/>
          <p:cNvSpPr/>
          <p:nvPr/>
        </p:nvSpPr>
        <p:spPr>
          <a:xfrm>
            <a:off x="609600" y="1828800"/>
            <a:ext cx="10972800" cy="1767840"/>
          </a:xfrm>
          <a:prstGeom prst="rect">
            <a:avLst/>
          </a:prstGeom>
          <a:noFill/>
          <a:ln/>
        </p:spPr>
        <p:txBody>
          <a:bodyPr wrap="square" rtlCol="0" anchor="ctr"/>
          <a:lstStyle/>
          <a:p>
            <a:pPr algn="ctr" defTabSz="1219170" fontAlgn="auto">
              <a:spcBef>
                <a:spcPts val="0"/>
              </a:spcBef>
              <a:spcAft>
                <a:spcPts val="0"/>
              </a:spcAft>
            </a:pPr>
            <a:r>
              <a:rPr lang="en-US" sz="10666" kern="0" spc="133" dirty="0">
                <a:solidFill>
                  <a:srgbClr val="1CDDEB"/>
                </a:solidFill>
                <a:latin typeface="Impact" pitchFamily="34" charset="0"/>
                <a:ea typeface="Impact" pitchFamily="34" charset="-122"/>
                <a:cs typeface="Impact" pitchFamily="34" charset="-120"/>
              </a:rPr>
              <a:t>Inherent Risk</a:t>
            </a:r>
            <a:endParaRPr lang="en-US" sz="10666"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779520"/>
            <a:ext cx="11216640" cy="1706880"/>
          </a:xfrm>
          <a:prstGeom prst="rect">
            <a:avLst/>
          </a:prstGeom>
          <a:noFill/>
          <a:ln/>
        </p:spPr>
        <p:txBody>
          <a:bodyPr wrap="square" rtlCol="0" anchor="t"/>
          <a:lstStyle/>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Newly identified risk not yet addressed</a:t>
            </a:r>
            <a:endParaRPr lang="en-US" sz="42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with risk management strategies</a:t>
            </a:r>
            <a:endParaRPr lang="en-US" sz="4267" dirty="0">
              <a:solidFill>
                <a:prstClr val="black"/>
              </a:solidFill>
              <a:latin typeface="Calibri" panose="020F0502020204030204"/>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TYPES OF RISK</a:t>
            </a:r>
            <a:endParaRPr lang="en-US" sz="3200" dirty="0">
              <a:solidFill>
                <a:prstClr val="black"/>
              </a:solidFill>
              <a:latin typeface="Calibri" panose="020F0502020204030204"/>
              <a:cs typeface="+mn-cs"/>
            </a:endParaRPr>
          </a:p>
        </p:txBody>
      </p:sp>
      <p:sp>
        <p:nvSpPr>
          <p:cNvPr id="4" name="Text 2"/>
          <p:cNvSpPr/>
          <p:nvPr/>
        </p:nvSpPr>
        <p:spPr>
          <a:xfrm>
            <a:off x="609600" y="1828800"/>
            <a:ext cx="10972800" cy="1767840"/>
          </a:xfrm>
          <a:prstGeom prst="rect">
            <a:avLst/>
          </a:prstGeom>
          <a:noFill/>
          <a:ln/>
        </p:spPr>
        <p:txBody>
          <a:bodyPr wrap="square" rtlCol="0" anchor="ctr"/>
          <a:lstStyle/>
          <a:p>
            <a:pPr algn="ctr" defTabSz="1219170" fontAlgn="auto">
              <a:spcBef>
                <a:spcPts val="0"/>
              </a:spcBef>
              <a:spcAft>
                <a:spcPts val="0"/>
              </a:spcAft>
            </a:pPr>
            <a:r>
              <a:rPr lang="en-US" sz="10666" kern="0" spc="133" dirty="0">
                <a:solidFill>
                  <a:srgbClr val="1CDDEB"/>
                </a:solidFill>
                <a:latin typeface="Impact" pitchFamily="34" charset="0"/>
                <a:ea typeface="Impact" pitchFamily="34" charset="-122"/>
                <a:cs typeface="Impact" pitchFamily="34" charset="-120"/>
              </a:rPr>
              <a:t>Total Risk</a:t>
            </a:r>
            <a:endParaRPr lang="en-US" sz="10666"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779520"/>
            <a:ext cx="11216640" cy="1706880"/>
          </a:xfrm>
          <a:prstGeom prst="rect">
            <a:avLst/>
          </a:prstGeom>
          <a:noFill/>
          <a:ln/>
        </p:spPr>
        <p:txBody>
          <a:bodyPr wrap="square" rtlCol="0" anchor="t"/>
          <a:lstStyle/>
          <a:p>
            <a:pPr algn="ctr" defTabSz="1219170" fontAlgn="auto">
              <a:lnSpc>
                <a:spcPct val="105000"/>
              </a:lnSpc>
              <a:spcBef>
                <a:spcPts val="0"/>
              </a:spcBef>
              <a:spcAft>
                <a:spcPts val="0"/>
              </a:spcAft>
            </a:pPr>
            <a:r>
              <a:rPr lang="en-US" sz="3733" dirty="0">
                <a:solidFill>
                  <a:srgbClr val="1A1A1A"/>
                </a:solidFill>
                <a:latin typeface="Century Gothic" pitchFamily="34" charset="0"/>
                <a:ea typeface="Century Gothic" pitchFamily="34" charset="-122"/>
                <a:cs typeface="Century Gothic" pitchFamily="34" charset="-120"/>
              </a:rPr>
              <a:t>The amount of risk an organization would face if </a:t>
            </a:r>
            <a:r>
              <a:rPr lang="en-US" sz="3733" b="1" u="sng" dirty="0">
                <a:solidFill>
                  <a:srgbClr val="1A1A1A"/>
                </a:solidFill>
                <a:uFill>
                  <a:solidFill>
                    <a:srgbClr val="EE1C25"/>
                  </a:solidFill>
                </a:uFill>
                <a:latin typeface="Century Gothic" pitchFamily="34" charset="0"/>
                <a:ea typeface="Century Gothic" pitchFamily="34" charset="-122"/>
                <a:cs typeface="Century Gothic" pitchFamily="34" charset="-120"/>
              </a:rPr>
              <a:t>no safeguards</a:t>
            </a:r>
            <a:r>
              <a:rPr lang="en-US" sz="3733" dirty="0">
                <a:solidFill>
                  <a:srgbClr val="1A1A1A"/>
                </a:solidFill>
                <a:latin typeface="Century Gothic" pitchFamily="34" charset="0"/>
                <a:ea typeface="Century Gothic" pitchFamily="34" charset="-122"/>
                <a:cs typeface="Century Gothic" pitchFamily="34" charset="-120"/>
              </a:rPr>
              <a:t> were implemented.</a:t>
            </a:r>
            <a:endParaRPr lang="en-US" sz="3733" dirty="0">
              <a:solidFill>
                <a:prstClr val="black"/>
              </a:solidFill>
              <a:latin typeface="Calibri" panose="020F0502020204030204"/>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TYPES OF RISK</a:t>
            </a:r>
            <a:endParaRPr lang="en-US" sz="3200" dirty="0">
              <a:solidFill>
                <a:prstClr val="black"/>
              </a:solidFill>
              <a:latin typeface="Calibri" panose="020F0502020204030204"/>
              <a:cs typeface="+mn-cs"/>
            </a:endParaRPr>
          </a:p>
        </p:txBody>
      </p:sp>
      <p:sp>
        <p:nvSpPr>
          <p:cNvPr id="4" name="Text 2"/>
          <p:cNvSpPr/>
          <p:nvPr/>
        </p:nvSpPr>
        <p:spPr>
          <a:xfrm>
            <a:off x="365760" y="1463040"/>
            <a:ext cx="5974080" cy="4693920"/>
          </a:xfrm>
          <a:prstGeom prst="rect">
            <a:avLst/>
          </a:prstGeom>
          <a:noFill/>
          <a:ln/>
        </p:spPr>
        <p:txBody>
          <a:bodyPr wrap="square" rtlCol="0" anchor="ctr"/>
          <a:lstStyle/>
          <a:p>
            <a:pPr algn="r" defTabSz="1219170" fontAlgn="auto">
              <a:spcBef>
                <a:spcPts val="0"/>
              </a:spcBef>
              <a:spcAft>
                <a:spcPts val="0"/>
              </a:spcAft>
            </a:pPr>
            <a:r>
              <a:rPr lang="en-US" sz="7733" kern="0" spc="133" dirty="0">
                <a:solidFill>
                  <a:srgbClr val="1CDDEB"/>
                </a:solidFill>
                <a:latin typeface="Impact" pitchFamily="34" charset="0"/>
                <a:ea typeface="Impact" pitchFamily="34" charset="-122"/>
                <a:cs typeface="Impact" pitchFamily="34" charset="-120"/>
              </a:rPr>
              <a:t>Residual</a:t>
            </a:r>
            <a:endParaRPr lang="en-US" sz="7733" dirty="0">
              <a:solidFill>
                <a:prstClr val="black"/>
              </a:solidFill>
              <a:latin typeface="Calibri" panose="020F0502020204030204"/>
              <a:cs typeface="+mn-cs"/>
            </a:endParaRPr>
          </a:p>
          <a:p>
            <a:pPr algn="r" defTabSz="1219170" fontAlgn="auto">
              <a:spcBef>
                <a:spcPts val="0"/>
              </a:spcBef>
              <a:spcAft>
                <a:spcPts val="0"/>
              </a:spcAft>
            </a:pPr>
            <a:r>
              <a:rPr lang="en-US" sz="7733" kern="0" spc="133" dirty="0">
                <a:solidFill>
                  <a:srgbClr val="1CDDEB"/>
                </a:solidFill>
                <a:latin typeface="Impact" pitchFamily="34" charset="0"/>
                <a:ea typeface="Impact" pitchFamily="34" charset="-122"/>
                <a:cs typeface="Impact" pitchFamily="34" charset="-120"/>
              </a:rPr>
              <a:t>Inherent</a:t>
            </a:r>
            <a:endParaRPr lang="en-US" sz="7733" dirty="0">
              <a:solidFill>
                <a:prstClr val="black"/>
              </a:solidFill>
              <a:latin typeface="Calibri" panose="020F0502020204030204"/>
              <a:cs typeface="+mn-cs"/>
            </a:endParaRPr>
          </a:p>
          <a:p>
            <a:pPr algn="r" defTabSz="1219170" fontAlgn="auto">
              <a:spcBef>
                <a:spcPts val="0"/>
              </a:spcBef>
              <a:spcAft>
                <a:spcPts val="0"/>
              </a:spcAft>
            </a:pPr>
            <a:r>
              <a:rPr lang="en-US" sz="7733" kern="0" spc="133" dirty="0">
                <a:solidFill>
                  <a:srgbClr val="1CDDEB"/>
                </a:solidFill>
                <a:latin typeface="Impact" pitchFamily="34" charset="0"/>
                <a:ea typeface="Impact" pitchFamily="34" charset="-122"/>
                <a:cs typeface="Impact" pitchFamily="34" charset="-120"/>
              </a:rPr>
              <a:t>Total</a:t>
            </a:r>
            <a:endParaRPr lang="en-US" sz="7733" dirty="0">
              <a:solidFill>
                <a:prstClr val="black"/>
              </a:solidFill>
              <a:latin typeface="Calibri" panose="020F0502020204030204"/>
              <a:cs typeface="+mn-cs"/>
            </a:endParaRPr>
          </a:p>
        </p:txBody>
      </p:sp>
      <p:sp>
        <p:nvSpPr>
          <p:cNvPr id="5" name="Text 3"/>
          <p:cNvSpPr/>
          <p:nvPr/>
        </p:nvSpPr>
        <p:spPr>
          <a:xfrm>
            <a:off x="6583680" y="1463040"/>
            <a:ext cx="5364480" cy="4693920"/>
          </a:xfrm>
          <a:prstGeom prst="rect">
            <a:avLst/>
          </a:prstGeom>
          <a:noFill/>
          <a:ln/>
        </p:spPr>
        <p:txBody>
          <a:bodyPr wrap="square" rtlCol="0" anchor="ctr"/>
          <a:lstStyle/>
          <a:p>
            <a:pPr defTabSz="1219170" fontAlgn="auto">
              <a:spcBef>
                <a:spcPts val="0"/>
              </a:spcBef>
              <a:spcAft>
                <a:spcPts val="0"/>
              </a:spcAft>
            </a:pPr>
            <a:r>
              <a:rPr lang="en-US" sz="7733" kern="0" spc="133" dirty="0">
                <a:solidFill>
                  <a:srgbClr val="1A1A1A"/>
                </a:solidFill>
                <a:latin typeface="Impact" pitchFamily="34" charset="0"/>
                <a:ea typeface="Impact" pitchFamily="34" charset="-122"/>
                <a:cs typeface="Impact" pitchFamily="34" charset="-120"/>
              </a:rPr>
              <a:t>AFTER</a:t>
            </a:r>
            <a:endParaRPr lang="en-US" sz="7733" dirty="0">
              <a:solidFill>
                <a:prstClr val="black"/>
              </a:solidFill>
              <a:latin typeface="Calibri" panose="020F0502020204030204"/>
              <a:cs typeface="+mn-cs"/>
            </a:endParaRPr>
          </a:p>
          <a:p>
            <a:pPr defTabSz="1219170" fontAlgn="auto">
              <a:spcBef>
                <a:spcPts val="0"/>
              </a:spcBef>
              <a:spcAft>
                <a:spcPts val="0"/>
              </a:spcAft>
            </a:pPr>
            <a:r>
              <a:rPr lang="en-US" sz="7733" kern="0" spc="133" dirty="0">
                <a:solidFill>
                  <a:srgbClr val="1A1A1A"/>
                </a:solidFill>
                <a:latin typeface="Impact" pitchFamily="34" charset="0"/>
                <a:ea typeface="Impact" pitchFamily="34" charset="-122"/>
                <a:cs typeface="Impact" pitchFamily="34" charset="-120"/>
              </a:rPr>
              <a:t>BEFORE</a:t>
            </a:r>
            <a:endParaRPr lang="en-US" sz="7733" dirty="0">
              <a:solidFill>
                <a:prstClr val="black"/>
              </a:solidFill>
              <a:latin typeface="Calibri" panose="020F0502020204030204"/>
              <a:cs typeface="+mn-cs"/>
            </a:endParaRPr>
          </a:p>
          <a:p>
            <a:pPr defTabSz="1219170" fontAlgn="auto">
              <a:spcBef>
                <a:spcPts val="0"/>
              </a:spcBef>
              <a:spcAft>
                <a:spcPts val="0"/>
              </a:spcAft>
            </a:pPr>
            <a:r>
              <a:rPr lang="en-US" sz="7733" kern="0" spc="133" dirty="0">
                <a:solidFill>
                  <a:srgbClr val="1A1A1A"/>
                </a:solidFill>
                <a:latin typeface="Impact" pitchFamily="34" charset="0"/>
                <a:ea typeface="Impact" pitchFamily="34" charset="-122"/>
                <a:cs typeface="Impact" pitchFamily="34" charset="-120"/>
              </a:rPr>
              <a:t>WITHOUT</a:t>
            </a:r>
            <a:endParaRPr lang="en-US" sz="7733" dirty="0">
              <a:solidFill>
                <a:prstClr val="black"/>
              </a:solidFill>
              <a:latin typeface="Calibri" panose="020F0502020204030204"/>
              <a:cs typeface="+mn-cs"/>
            </a:endParaRPr>
          </a:p>
        </p:txBody>
      </p:sp>
      <p:sp>
        <p:nvSpPr>
          <p:cNvPr id="6" name="check">
            <a:extLst>
              <a:ext uri="{C183D7F6-B498-43B3-948B-1728B52AA6E4}">
                <adec:decorative xmlns:adec="http://schemas.microsoft.com/office/drawing/2017/decorative" val="1"/>
              </a:ext>
            </a:extLst>
          </p:cNvPr>
          <p:cNvSpPr/>
          <p:nvPr/>
        </p:nvSpPr>
        <p:spPr>
          <a:xfrm>
            <a:off x="10424160" y="2316480"/>
            <a:ext cx="219456" cy="341376"/>
          </a:xfrm>
          <a:prstGeom prst="line">
            <a:avLst/>
          </a:prstGeom>
          <a:noFill/>
          <a:ln w="76200">
            <a:solidFill>
              <a:srgbClr val="EE1C25"/>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7" name="check">
            <a:extLst>
              <a:ext uri="{C183D7F6-B498-43B3-948B-1728B52AA6E4}">
                <adec:decorative xmlns:adec="http://schemas.microsoft.com/office/drawing/2017/decorative" val="1"/>
              </a:ext>
            </a:extLst>
          </p:cNvPr>
          <p:cNvSpPr/>
          <p:nvPr/>
        </p:nvSpPr>
        <p:spPr>
          <a:xfrm flipV="1">
            <a:off x="10643616" y="1987296"/>
            <a:ext cx="512064" cy="670560"/>
          </a:xfrm>
          <a:prstGeom prst="line">
            <a:avLst/>
          </a:prstGeom>
          <a:noFill/>
          <a:ln w="76200">
            <a:solidFill>
              <a:srgbClr val="EE1C25"/>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8" name="check">
            <a:extLst>
              <a:ext uri="{C183D7F6-B498-43B3-948B-1728B52AA6E4}">
                <adec:decorative xmlns:adec="http://schemas.microsoft.com/office/drawing/2017/decorative" val="1"/>
              </a:ext>
            </a:extLst>
          </p:cNvPr>
          <p:cNvSpPr/>
          <p:nvPr/>
        </p:nvSpPr>
        <p:spPr>
          <a:xfrm>
            <a:off x="1158240" y="4572000"/>
            <a:ext cx="219456" cy="341376"/>
          </a:xfrm>
          <a:prstGeom prst="line">
            <a:avLst/>
          </a:prstGeom>
          <a:noFill/>
          <a:ln w="76200">
            <a:solidFill>
              <a:srgbClr val="EE1C25"/>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9" name="check">
            <a:extLst>
              <a:ext uri="{C183D7F6-B498-43B3-948B-1728B52AA6E4}">
                <adec:decorative xmlns:adec="http://schemas.microsoft.com/office/drawing/2017/decorative" val="1"/>
              </a:ext>
            </a:extLst>
          </p:cNvPr>
          <p:cNvSpPr/>
          <p:nvPr/>
        </p:nvSpPr>
        <p:spPr>
          <a:xfrm flipV="1">
            <a:off x="1377696" y="4242816"/>
            <a:ext cx="512064" cy="670560"/>
          </a:xfrm>
          <a:prstGeom prst="line">
            <a:avLst/>
          </a:prstGeom>
          <a:noFill/>
          <a:ln w="76200">
            <a:solidFill>
              <a:srgbClr val="EE1C25"/>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CONTROLS</a:t>
            </a:r>
            <a:endParaRPr lang="en-US" sz="3200" dirty="0">
              <a:solidFill>
                <a:prstClr val="black"/>
              </a:solidFill>
              <a:latin typeface="Calibri" panose="020F0502020204030204"/>
              <a:cs typeface="+mn-cs"/>
            </a:endParaRPr>
          </a:p>
        </p:txBody>
      </p:sp>
      <p:sp>
        <p:nvSpPr>
          <p:cNvPr id="4" name="Text 2"/>
          <p:cNvSpPr/>
          <p:nvPr/>
        </p:nvSpPr>
        <p:spPr>
          <a:xfrm>
            <a:off x="487680" y="2011680"/>
            <a:ext cx="11216640" cy="1463040"/>
          </a:xfrm>
          <a:prstGeom prst="rect">
            <a:avLst/>
          </a:prstGeom>
          <a:noFill/>
          <a:ln/>
        </p:spPr>
        <p:txBody>
          <a:bodyPr wrap="square" rtlCol="0" anchor="ctr"/>
          <a:lstStyle/>
          <a:p>
            <a:pPr algn="ctr" defTabSz="1219170" fontAlgn="auto">
              <a:lnSpc>
                <a:spcPct val="98000"/>
              </a:lnSpc>
              <a:spcBef>
                <a:spcPts val="0"/>
              </a:spcBef>
              <a:spcAft>
                <a:spcPts val="0"/>
              </a:spcAft>
            </a:pPr>
            <a:r>
              <a:rPr lang="en-US" sz="8000" b="1" dirty="0">
                <a:solidFill>
                  <a:srgbClr val="1CDDEB"/>
                </a:solidFill>
                <a:latin typeface="Century Gothic" pitchFamily="34" charset="0"/>
                <a:ea typeface="Century Gothic" pitchFamily="34" charset="-122"/>
                <a:cs typeface="Century Gothic" pitchFamily="34" charset="-120"/>
              </a:rPr>
              <a:t>Controls Gap</a:t>
            </a:r>
            <a:endParaRPr lang="en-US" sz="8000"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877056"/>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4000" dirty="0">
                <a:solidFill>
                  <a:srgbClr val="1A1A1A"/>
                </a:solidFill>
                <a:latin typeface="Century Gothic" pitchFamily="34" charset="0"/>
                <a:ea typeface="Century Gothic" pitchFamily="34" charset="-122"/>
                <a:cs typeface="Century Gothic" pitchFamily="34" charset="-120"/>
              </a:rPr>
              <a:t>The amount of risk reduced by</a:t>
            </a:r>
            <a:endParaRPr lang="en-US" sz="4000"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4000" dirty="0">
                <a:solidFill>
                  <a:srgbClr val="1A1A1A"/>
                </a:solidFill>
                <a:latin typeface="Century Gothic" pitchFamily="34" charset="0"/>
                <a:ea typeface="Century Gothic" pitchFamily="34" charset="-122"/>
                <a:cs typeface="Century Gothic" pitchFamily="34" charset="-120"/>
              </a:rPr>
              <a:t>implementing safeguards</a:t>
            </a:r>
            <a:endParaRPr lang="en-US" sz="4000" dirty="0">
              <a:solidFill>
                <a:prstClr val="black"/>
              </a:solidFill>
              <a:latin typeface="Calibri" panose="020F0502020204030204"/>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CONTROLS</a:t>
            </a:r>
            <a:endParaRPr lang="en-US" sz="3200" dirty="0">
              <a:solidFill>
                <a:prstClr val="black"/>
              </a:solidFill>
              <a:latin typeface="Calibri" panose="020F0502020204030204"/>
              <a:cs typeface="+mn-cs"/>
            </a:endParaRPr>
          </a:p>
        </p:txBody>
      </p:sp>
      <p:sp>
        <p:nvSpPr>
          <p:cNvPr id="4" name="Text 2"/>
          <p:cNvSpPr/>
          <p:nvPr/>
        </p:nvSpPr>
        <p:spPr>
          <a:xfrm>
            <a:off x="487680" y="2011680"/>
            <a:ext cx="11216640" cy="1463040"/>
          </a:xfrm>
          <a:prstGeom prst="rect">
            <a:avLst/>
          </a:prstGeom>
          <a:noFill/>
          <a:ln/>
        </p:spPr>
        <p:txBody>
          <a:bodyPr wrap="square" rtlCol="0" anchor="ctr"/>
          <a:lstStyle/>
          <a:p>
            <a:pPr algn="ctr" defTabSz="1219170" fontAlgn="auto">
              <a:lnSpc>
                <a:spcPct val="98000"/>
              </a:lnSpc>
              <a:spcBef>
                <a:spcPts val="0"/>
              </a:spcBef>
              <a:spcAft>
                <a:spcPts val="0"/>
              </a:spcAft>
            </a:pPr>
            <a:r>
              <a:rPr lang="en-US" sz="8000" b="1" dirty="0">
                <a:solidFill>
                  <a:srgbClr val="1CDDEB"/>
                </a:solidFill>
                <a:latin typeface="Century Gothic" pitchFamily="34" charset="0"/>
                <a:ea typeface="Century Gothic" pitchFamily="34" charset="-122"/>
                <a:cs typeface="Century Gothic" pitchFamily="34" charset="-120"/>
              </a:rPr>
              <a:t>Controls Gap</a:t>
            </a:r>
            <a:endParaRPr lang="en-US" sz="8000"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609600" y="4191000"/>
            <a:ext cx="11216640" cy="990600"/>
          </a:xfrm>
          <a:prstGeom prst="rect">
            <a:avLst/>
          </a:prstGeom>
          <a:noFill/>
          <a:ln/>
        </p:spPr>
        <p:txBody>
          <a:bodyPr wrap="square" rtlCol="0" anchor="t"/>
          <a:lstStyle/>
          <a:p>
            <a:pPr algn="ctr" defTabSz="1219170" fontAlgn="auto">
              <a:lnSpc>
                <a:spcPct val="105000"/>
              </a:lnSpc>
              <a:spcBef>
                <a:spcPts val="0"/>
              </a:spcBef>
              <a:spcAft>
                <a:spcPts val="0"/>
              </a:spcAft>
            </a:pPr>
            <a:r>
              <a:rPr lang="en-US" sz="4000" dirty="0">
                <a:solidFill>
                  <a:srgbClr val="EE1C25"/>
                </a:solidFill>
                <a:latin typeface="Century Gothic" pitchFamily="34" charset="0"/>
                <a:ea typeface="Century Gothic" pitchFamily="34" charset="-122"/>
                <a:cs typeface="Century Gothic" pitchFamily="34" charset="-120"/>
              </a:rPr>
              <a:t>total risk – </a:t>
            </a:r>
            <a:r>
              <a:rPr lang="en-US" sz="4000" b="1" dirty="0">
                <a:solidFill>
                  <a:srgbClr val="EE1C25"/>
                </a:solidFill>
                <a:latin typeface="Century Gothic" pitchFamily="34" charset="0"/>
                <a:ea typeface="Century Gothic" pitchFamily="34" charset="-122"/>
                <a:cs typeface="Century Gothic" pitchFamily="34" charset="-120"/>
              </a:rPr>
              <a:t>controls gap</a:t>
            </a:r>
            <a:r>
              <a:rPr lang="en-US" sz="4000" dirty="0">
                <a:solidFill>
                  <a:srgbClr val="EE1C25"/>
                </a:solidFill>
                <a:latin typeface="Century Gothic" pitchFamily="34" charset="0"/>
                <a:ea typeface="Century Gothic" pitchFamily="34" charset="-122"/>
                <a:cs typeface="Century Gothic" pitchFamily="34" charset="-120"/>
              </a:rPr>
              <a:t> = residual risk</a:t>
            </a:r>
            <a:endParaRPr lang="en-US" sz="4000" dirty="0">
              <a:solidFill>
                <a:prstClr val="black"/>
              </a:solidFill>
              <a:latin typeface="Calibri" panose="020F0502020204030204"/>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487680" y="2499360"/>
            <a:ext cx="3169920" cy="670560"/>
          </a:xfrm>
          <a:prstGeom prst="rect">
            <a:avLst/>
          </a:prstGeom>
          <a:noFill/>
          <a:ln/>
        </p:spPr>
        <p:txBody>
          <a:bodyPr wrap="square" rtlCol="0" anchor="ctr"/>
          <a:lstStyle/>
          <a:p>
            <a:pPr defTabSz="1219170" fontAlgn="auto">
              <a:spcBef>
                <a:spcPts val="0"/>
              </a:spcBef>
              <a:spcAft>
                <a:spcPts val="0"/>
              </a:spcAft>
            </a:pPr>
            <a:r>
              <a:rPr lang="en-US" sz="4000" kern="0" spc="133" dirty="0">
                <a:solidFill>
                  <a:srgbClr val="FFFFFF"/>
                </a:solidFill>
                <a:latin typeface="Impact" pitchFamily="34" charset="0"/>
                <a:ea typeface="Impact" pitchFamily="34" charset="-122"/>
                <a:cs typeface="Impact" pitchFamily="34" charset="-120"/>
              </a:rPr>
              <a:t>FOR THE</a:t>
            </a:r>
            <a:endParaRPr lang="en-US" sz="4000" dirty="0">
              <a:solidFill>
                <a:prstClr val="black"/>
              </a:solidFill>
              <a:latin typeface="Calibri" panose="020F0502020204030204"/>
              <a:cs typeface="+mn-cs"/>
            </a:endParaRPr>
          </a:p>
        </p:txBody>
      </p:sp>
      <p:sp>
        <p:nvSpPr>
          <p:cNvPr id="3" name="badge">
            <a:extLst>
              <a:ext uri="{C183D7F6-B498-43B3-948B-1728B52AA6E4}">
                <adec:decorative xmlns:adec="http://schemas.microsoft.com/office/drawing/2017/decorative" val="1"/>
              </a:ext>
            </a:extLst>
          </p:cNvPr>
          <p:cNvSpPr/>
          <p:nvPr/>
        </p:nvSpPr>
        <p:spPr>
          <a:xfrm>
            <a:off x="487680" y="3194304"/>
            <a:ext cx="3108960" cy="877824"/>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4" name="Text 2"/>
          <p:cNvSpPr/>
          <p:nvPr/>
        </p:nvSpPr>
        <p:spPr>
          <a:xfrm>
            <a:off x="487680" y="3194304"/>
            <a:ext cx="3108960" cy="877824"/>
          </a:xfrm>
          <a:prstGeom prst="rect">
            <a:avLst/>
          </a:prstGeom>
          <a:noFill/>
          <a:ln/>
        </p:spPr>
        <p:txBody>
          <a:bodyPr wrap="square" rtlCol="0" anchor="ctr"/>
          <a:lstStyle/>
          <a:p>
            <a:pPr algn="ctr" defTabSz="1219170" fontAlgn="auto">
              <a:spcBef>
                <a:spcPts val="0"/>
              </a:spcBef>
              <a:spcAft>
                <a:spcPts val="0"/>
              </a:spcAft>
            </a:pPr>
            <a:r>
              <a:rPr lang="en-US" sz="4533" kern="0" spc="133" dirty="0">
                <a:solidFill>
                  <a:srgbClr val="141414"/>
                </a:solidFill>
                <a:latin typeface="Impact" pitchFamily="34" charset="0"/>
                <a:ea typeface="Impact" pitchFamily="34" charset="-122"/>
                <a:cs typeface="Impact" pitchFamily="34" charset="-120"/>
              </a:rPr>
              <a:t>EXAM</a:t>
            </a:r>
            <a:endParaRPr lang="en-US" sz="4533" dirty="0">
              <a:solidFill>
                <a:prstClr val="black"/>
              </a:solidFill>
              <a:latin typeface="Calibri" panose="020F0502020204030204"/>
              <a:cs typeface="+mn-cs"/>
            </a:endParaRPr>
          </a:p>
        </p:txBody>
      </p:sp>
      <p:sp>
        <p:nvSpPr>
          <p:cNvPr id="5" name="divider">
            <a:extLst>
              <a:ext uri="{C183D7F6-B498-43B3-948B-1728B52AA6E4}">
                <adec:decorative xmlns:adec="http://schemas.microsoft.com/office/drawing/2017/decorative" val="1"/>
              </a:ext>
            </a:extLst>
          </p:cNvPr>
          <p:cNvSpPr/>
          <p:nvPr/>
        </p:nvSpPr>
        <p:spPr>
          <a:xfrm>
            <a:off x="3962400" y="2499360"/>
            <a:ext cx="0" cy="1889760"/>
          </a:xfrm>
          <a:prstGeom prst="line">
            <a:avLst/>
          </a:prstGeom>
          <a:noFill/>
          <a:ln w="25400">
            <a:solidFill>
              <a:srgbClr val="BBBBBB"/>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328160" y="2438400"/>
            <a:ext cx="7437120" cy="2072640"/>
          </a:xfrm>
          <a:prstGeom prst="rect">
            <a:avLst/>
          </a:prstGeom>
          <a:noFill/>
          <a:ln/>
        </p:spPr>
        <p:txBody>
          <a:bodyPr wrap="square" rtlCol="0" anchor="ctr"/>
          <a:lstStyle/>
          <a:p>
            <a:pPr defTabSz="1219170" fontAlgn="auto">
              <a:lnSpc>
                <a:spcPct val="112000"/>
              </a:lnSpc>
              <a:spcBef>
                <a:spcPts val="0"/>
              </a:spcBef>
              <a:spcAft>
                <a:spcPts val="0"/>
              </a:spcAft>
            </a:pPr>
            <a:r>
              <a:rPr lang="en-US" sz="3467" dirty="0">
                <a:solidFill>
                  <a:srgbClr val="FFFFFF"/>
                </a:solidFill>
                <a:latin typeface="Century Gothic" pitchFamily="34" charset="0"/>
                <a:ea typeface="Century Gothic" pitchFamily="34" charset="-122"/>
                <a:cs typeface="Century Gothic" pitchFamily="34" charset="-120"/>
              </a:rPr>
              <a:t>Be able to explain </a:t>
            </a:r>
            <a:r>
              <a:rPr lang="en-US" sz="3467" b="1" dirty="0">
                <a:solidFill>
                  <a:srgbClr val="F4FF3B"/>
                </a:solidFill>
                <a:latin typeface="Century Gothic" pitchFamily="34" charset="0"/>
                <a:ea typeface="Century Gothic" pitchFamily="34" charset="-122"/>
                <a:cs typeface="Century Gothic" pitchFamily="34" charset="-120"/>
              </a:rPr>
              <a:t>total risk</a:t>
            </a:r>
            <a:r>
              <a:rPr lang="en-US" sz="3467" dirty="0">
                <a:solidFill>
                  <a:srgbClr val="FFFFFF"/>
                </a:solidFill>
                <a:latin typeface="Century Gothic" pitchFamily="34" charset="0"/>
                <a:ea typeface="Century Gothic" pitchFamily="34" charset="-122"/>
                <a:cs typeface="Century Gothic" pitchFamily="34" charset="-120"/>
              </a:rPr>
              <a:t>,
</a:t>
            </a:r>
            <a:r>
              <a:rPr lang="en-US" sz="3467" b="1" dirty="0">
                <a:solidFill>
                  <a:srgbClr val="F4FF3B"/>
                </a:solidFill>
                <a:latin typeface="Century Gothic" pitchFamily="34" charset="0"/>
                <a:ea typeface="Century Gothic" pitchFamily="34" charset="-122"/>
                <a:cs typeface="Century Gothic" pitchFamily="34" charset="-120"/>
              </a:rPr>
              <a:t>residual risk</a:t>
            </a:r>
            <a:r>
              <a:rPr lang="en-US" sz="3467" dirty="0">
                <a:solidFill>
                  <a:srgbClr val="FFFFFF"/>
                </a:solidFill>
                <a:latin typeface="Century Gothic" pitchFamily="34" charset="0"/>
                <a:ea typeface="Century Gothic" pitchFamily="34" charset="-122"/>
                <a:cs typeface="Century Gothic" pitchFamily="34" charset="-120"/>
              </a:rPr>
              <a:t>, and </a:t>
            </a:r>
            <a:r>
              <a:rPr lang="en-US" sz="3467" b="1" dirty="0">
                <a:solidFill>
                  <a:srgbClr val="F4FF3B"/>
                </a:solidFill>
                <a:latin typeface="Century Gothic" pitchFamily="34" charset="0"/>
                <a:ea typeface="Century Gothic" pitchFamily="34" charset="-122"/>
                <a:cs typeface="Century Gothic" pitchFamily="34" charset="-120"/>
              </a:rPr>
              <a:t>controls gap</a:t>
            </a:r>
            <a:endParaRPr lang="en-US" sz="3467" dirty="0">
              <a:solidFill>
                <a:prstClr val="black"/>
              </a:solidFill>
              <a:latin typeface="Calibri" panose="020F0502020204030204"/>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487680" y="731520"/>
            <a:ext cx="3169920" cy="670560"/>
          </a:xfrm>
          <a:prstGeom prst="rect">
            <a:avLst/>
          </a:prstGeom>
          <a:noFill/>
          <a:ln/>
        </p:spPr>
        <p:txBody>
          <a:bodyPr wrap="square" rtlCol="0" anchor="ctr"/>
          <a:lstStyle/>
          <a:p>
            <a:pPr defTabSz="1219170" fontAlgn="auto">
              <a:spcBef>
                <a:spcPts val="0"/>
              </a:spcBef>
              <a:spcAft>
                <a:spcPts val="0"/>
              </a:spcAft>
            </a:pPr>
            <a:r>
              <a:rPr lang="en-US" sz="4000" kern="0" spc="133" dirty="0">
                <a:solidFill>
                  <a:srgbClr val="FFFFFF"/>
                </a:solidFill>
                <a:latin typeface="Impact" pitchFamily="34" charset="0"/>
                <a:ea typeface="Impact" pitchFamily="34" charset="-122"/>
                <a:cs typeface="Impact" pitchFamily="34" charset="-120"/>
              </a:rPr>
              <a:t>FOR THE</a:t>
            </a:r>
            <a:endParaRPr lang="en-US" sz="4000" dirty="0">
              <a:solidFill>
                <a:prstClr val="black"/>
              </a:solidFill>
              <a:latin typeface="Calibri" panose="020F0502020204030204"/>
              <a:cs typeface="+mn-cs"/>
            </a:endParaRPr>
          </a:p>
        </p:txBody>
      </p:sp>
      <p:sp>
        <p:nvSpPr>
          <p:cNvPr id="3" name="badge">
            <a:extLst>
              <a:ext uri="{C183D7F6-B498-43B3-948B-1728B52AA6E4}">
                <adec:decorative xmlns:adec="http://schemas.microsoft.com/office/drawing/2017/decorative" val="1"/>
              </a:ext>
            </a:extLst>
          </p:cNvPr>
          <p:cNvSpPr/>
          <p:nvPr/>
        </p:nvSpPr>
        <p:spPr>
          <a:xfrm>
            <a:off x="487680" y="1426464"/>
            <a:ext cx="3108960" cy="877824"/>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4" name="Text 2"/>
          <p:cNvSpPr/>
          <p:nvPr/>
        </p:nvSpPr>
        <p:spPr>
          <a:xfrm>
            <a:off x="487680" y="1426464"/>
            <a:ext cx="3108960" cy="877824"/>
          </a:xfrm>
          <a:prstGeom prst="rect">
            <a:avLst/>
          </a:prstGeom>
          <a:noFill/>
          <a:ln/>
        </p:spPr>
        <p:txBody>
          <a:bodyPr wrap="square" rtlCol="0" anchor="ctr"/>
          <a:lstStyle/>
          <a:p>
            <a:pPr algn="ctr" defTabSz="1219170" fontAlgn="auto">
              <a:spcBef>
                <a:spcPts val="0"/>
              </a:spcBef>
              <a:spcAft>
                <a:spcPts val="0"/>
              </a:spcAft>
            </a:pPr>
            <a:r>
              <a:rPr lang="en-US" sz="4533" kern="0" spc="133" dirty="0">
                <a:solidFill>
                  <a:srgbClr val="141414"/>
                </a:solidFill>
                <a:latin typeface="Impact" pitchFamily="34" charset="0"/>
                <a:ea typeface="Impact" pitchFamily="34" charset="-122"/>
                <a:cs typeface="Impact" pitchFamily="34" charset="-120"/>
              </a:rPr>
              <a:t>EXAM</a:t>
            </a:r>
            <a:endParaRPr lang="en-US" sz="4533" dirty="0">
              <a:solidFill>
                <a:prstClr val="black"/>
              </a:solidFill>
              <a:latin typeface="Calibri" panose="020F0502020204030204"/>
              <a:cs typeface="+mn-cs"/>
            </a:endParaRPr>
          </a:p>
        </p:txBody>
      </p:sp>
      <p:sp>
        <p:nvSpPr>
          <p:cNvPr id="5" name="divider">
            <a:extLst>
              <a:ext uri="{C183D7F6-B498-43B3-948B-1728B52AA6E4}">
                <adec:decorative xmlns:adec="http://schemas.microsoft.com/office/drawing/2017/decorative" val="1"/>
              </a:ext>
            </a:extLst>
          </p:cNvPr>
          <p:cNvSpPr/>
          <p:nvPr/>
        </p:nvSpPr>
        <p:spPr>
          <a:xfrm>
            <a:off x="3962400" y="731520"/>
            <a:ext cx="0" cy="1584960"/>
          </a:xfrm>
          <a:prstGeom prst="line">
            <a:avLst/>
          </a:prstGeom>
          <a:noFill/>
          <a:ln w="25400">
            <a:solidFill>
              <a:srgbClr val="BBBBBB"/>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267200" y="670560"/>
            <a:ext cx="7559040" cy="1645920"/>
          </a:xfrm>
          <a:prstGeom prst="rect">
            <a:avLst/>
          </a:prstGeom>
          <a:noFill/>
          <a:ln/>
        </p:spPr>
        <p:txBody>
          <a:bodyPr wrap="square" rtlCol="0" anchor="ctr"/>
          <a:lstStyle/>
          <a:p>
            <a:pPr defTabSz="1219170" fontAlgn="auto">
              <a:spcBef>
                <a:spcPts val="0"/>
              </a:spcBef>
              <a:spcAft>
                <a:spcPts val="0"/>
              </a:spcAft>
            </a:pPr>
            <a:r>
              <a:rPr lang="en-US" sz="7200" kern="0" spc="133" dirty="0">
                <a:solidFill>
                  <a:srgbClr val="FFFFFF"/>
                </a:solidFill>
                <a:latin typeface="Impact" pitchFamily="34" charset="0"/>
                <a:ea typeface="Impact" pitchFamily="34" charset="-122"/>
                <a:cs typeface="Impact" pitchFamily="34" charset="-120"/>
              </a:rPr>
              <a:t>FORMULAS</a:t>
            </a:r>
            <a:endParaRPr lang="en-US" sz="7200" dirty="0">
              <a:solidFill>
                <a:prstClr val="black"/>
              </a:solidFill>
              <a:latin typeface="Calibri" panose="020F0502020204030204"/>
              <a:cs typeface="+mn-cs"/>
            </a:endParaRPr>
          </a:p>
        </p:txBody>
      </p:sp>
      <p:sp>
        <p:nvSpPr>
          <p:cNvPr id="7" name="Text 5"/>
          <p:cNvSpPr/>
          <p:nvPr/>
        </p:nvSpPr>
        <p:spPr>
          <a:xfrm>
            <a:off x="609600" y="3596640"/>
            <a:ext cx="10972800" cy="853440"/>
          </a:xfrm>
          <a:prstGeom prst="rect">
            <a:avLst/>
          </a:prstGeom>
          <a:noFill/>
          <a:ln/>
        </p:spPr>
        <p:txBody>
          <a:bodyPr wrap="square" rtlCol="0" anchor="ctr"/>
          <a:lstStyle/>
          <a:p>
            <a:pPr algn="ctr" defTabSz="1219170" fontAlgn="auto">
              <a:spcBef>
                <a:spcPts val="0"/>
              </a:spcBef>
              <a:spcAft>
                <a:spcPts val="0"/>
              </a:spcAft>
            </a:pPr>
            <a:r>
              <a:rPr lang="en-US" sz="3733" dirty="0">
                <a:solidFill>
                  <a:srgbClr val="FFFFFF"/>
                </a:solidFill>
                <a:latin typeface="Century Gothic" pitchFamily="34" charset="0"/>
                <a:ea typeface="Century Gothic" pitchFamily="34" charset="-122"/>
                <a:cs typeface="Century Gothic" pitchFamily="34" charset="-120"/>
              </a:rPr>
              <a:t>To calculate TOTAL RISK, know this formula:</a:t>
            </a:r>
            <a:endParaRPr lang="en-US" sz="3733" dirty="0">
              <a:solidFill>
                <a:prstClr val="black"/>
              </a:solidFill>
              <a:latin typeface="Calibri" panose="020F0502020204030204"/>
              <a:cs typeface="+mn-cs"/>
            </a:endParaRPr>
          </a:p>
        </p:txBody>
      </p:sp>
      <p:sp>
        <p:nvSpPr>
          <p:cNvPr id="8" name="Text 6"/>
          <p:cNvSpPr/>
          <p:nvPr/>
        </p:nvSpPr>
        <p:spPr>
          <a:xfrm>
            <a:off x="487680" y="4632960"/>
            <a:ext cx="11216640" cy="853440"/>
          </a:xfrm>
          <a:prstGeom prst="rect">
            <a:avLst/>
          </a:prstGeom>
          <a:noFill/>
          <a:ln/>
        </p:spPr>
        <p:txBody>
          <a:bodyPr wrap="square" rtlCol="0" anchor="ctr"/>
          <a:lstStyle/>
          <a:p>
            <a:pPr algn="ctr" defTabSz="1219170" fontAlgn="auto">
              <a:spcBef>
                <a:spcPts val="0"/>
              </a:spcBef>
              <a:spcAft>
                <a:spcPts val="0"/>
              </a:spcAft>
            </a:pPr>
            <a:r>
              <a:rPr lang="en-US" sz="4000" dirty="0">
                <a:solidFill>
                  <a:srgbClr val="F4FF3B"/>
                </a:solidFill>
                <a:latin typeface="Century Gothic" pitchFamily="34" charset="0"/>
                <a:ea typeface="Century Gothic" pitchFamily="34" charset="-122"/>
                <a:cs typeface="Century Gothic" pitchFamily="34" charset="-120"/>
              </a:rPr>
              <a:t>threats * vulnerabilities * asset value = total risk</a:t>
            </a:r>
            <a:endParaRPr lang="en-US" sz="4000" dirty="0">
              <a:solidFill>
                <a:prstClr val="black"/>
              </a:solidFill>
              <a:latin typeface="Calibri" panose="020F0502020204030204"/>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487680" y="731520"/>
            <a:ext cx="3169920" cy="670560"/>
          </a:xfrm>
          <a:prstGeom prst="rect">
            <a:avLst/>
          </a:prstGeom>
          <a:noFill/>
          <a:ln/>
        </p:spPr>
        <p:txBody>
          <a:bodyPr wrap="square" rtlCol="0" anchor="ctr"/>
          <a:lstStyle/>
          <a:p>
            <a:pPr defTabSz="1219170" fontAlgn="auto">
              <a:spcBef>
                <a:spcPts val="0"/>
              </a:spcBef>
              <a:spcAft>
                <a:spcPts val="0"/>
              </a:spcAft>
            </a:pPr>
            <a:r>
              <a:rPr lang="en-US" sz="4000" kern="0" spc="133" dirty="0">
                <a:solidFill>
                  <a:srgbClr val="FFFFFF"/>
                </a:solidFill>
                <a:latin typeface="Impact" pitchFamily="34" charset="0"/>
                <a:ea typeface="Impact" pitchFamily="34" charset="-122"/>
                <a:cs typeface="Impact" pitchFamily="34" charset="-120"/>
              </a:rPr>
              <a:t>FOR THE</a:t>
            </a:r>
            <a:endParaRPr lang="en-US" sz="4000" dirty="0">
              <a:solidFill>
                <a:prstClr val="black"/>
              </a:solidFill>
              <a:latin typeface="Calibri" panose="020F0502020204030204"/>
              <a:cs typeface="+mn-cs"/>
            </a:endParaRPr>
          </a:p>
        </p:txBody>
      </p:sp>
      <p:sp>
        <p:nvSpPr>
          <p:cNvPr id="3" name="badge">
            <a:extLst>
              <a:ext uri="{C183D7F6-B498-43B3-948B-1728B52AA6E4}">
                <adec:decorative xmlns:adec="http://schemas.microsoft.com/office/drawing/2017/decorative" val="1"/>
              </a:ext>
            </a:extLst>
          </p:cNvPr>
          <p:cNvSpPr/>
          <p:nvPr/>
        </p:nvSpPr>
        <p:spPr>
          <a:xfrm>
            <a:off x="487680" y="1426464"/>
            <a:ext cx="3108960" cy="877824"/>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4" name="Text 2"/>
          <p:cNvSpPr/>
          <p:nvPr/>
        </p:nvSpPr>
        <p:spPr>
          <a:xfrm>
            <a:off x="487680" y="1426464"/>
            <a:ext cx="3108960" cy="877824"/>
          </a:xfrm>
          <a:prstGeom prst="rect">
            <a:avLst/>
          </a:prstGeom>
          <a:noFill/>
          <a:ln/>
        </p:spPr>
        <p:txBody>
          <a:bodyPr wrap="square" rtlCol="0" anchor="ctr"/>
          <a:lstStyle/>
          <a:p>
            <a:pPr algn="ctr" defTabSz="1219170" fontAlgn="auto">
              <a:spcBef>
                <a:spcPts val="0"/>
              </a:spcBef>
              <a:spcAft>
                <a:spcPts val="0"/>
              </a:spcAft>
            </a:pPr>
            <a:r>
              <a:rPr lang="en-US" sz="4533" kern="0" spc="133" dirty="0">
                <a:solidFill>
                  <a:srgbClr val="141414"/>
                </a:solidFill>
                <a:latin typeface="Impact" pitchFamily="34" charset="0"/>
                <a:ea typeface="Impact" pitchFamily="34" charset="-122"/>
                <a:cs typeface="Impact" pitchFamily="34" charset="-120"/>
              </a:rPr>
              <a:t>EXAM</a:t>
            </a:r>
            <a:endParaRPr lang="en-US" sz="4533" dirty="0">
              <a:solidFill>
                <a:prstClr val="black"/>
              </a:solidFill>
              <a:latin typeface="Calibri" panose="020F0502020204030204"/>
              <a:cs typeface="+mn-cs"/>
            </a:endParaRPr>
          </a:p>
        </p:txBody>
      </p:sp>
      <p:sp>
        <p:nvSpPr>
          <p:cNvPr id="5" name="divider">
            <a:extLst>
              <a:ext uri="{C183D7F6-B498-43B3-948B-1728B52AA6E4}">
                <adec:decorative xmlns:adec="http://schemas.microsoft.com/office/drawing/2017/decorative" val="1"/>
              </a:ext>
            </a:extLst>
          </p:cNvPr>
          <p:cNvSpPr/>
          <p:nvPr/>
        </p:nvSpPr>
        <p:spPr>
          <a:xfrm>
            <a:off x="3962400" y="731520"/>
            <a:ext cx="0" cy="1584960"/>
          </a:xfrm>
          <a:prstGeom prst="line">
            <a:avLst/>
          </a:prstGeom>
          <a:noFill/>
          <a:ln w="25400">
            <a:solidFill>
              <a:srgbClr val="BBBBBB"/>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267200" y="670560"/>
            <a:ext cx="7559040" cy="1645920"/>
          </a:xfrm>
          <a:prstGeom prst="rect">
            <a:avLst/>
          </a:prstGeom>
          <a:noFill/>
          <a:ln/>
        </p:spPr>
        <p:txBody>
          <a:bodyPr wrap="square" rtlCol="0" anchor="ctr"/>
          <a:lstStyle/>
          <a:p>
            <a:pPr defTabSz="1219170" fontAlgn="auto">
              <a:spcBef>
                <a:spcPts val="0"/>
              </a:spcBef>
              <a:spcAft>
                <a:spcPts val="0"/>
              </a:spcAft>
            </a:pPr>
            <a:r>
              <a:rPr lang="en-US" sz="7200" kern="0" spc="133" dirty="0">
                <a:solidFill>
                  <a:srgbClr val="FFFFFF"/>
                </a:solidFill>
                <a:latin typeface="Impact" pitchFamily="34" charset="0"/>
                <a:ea typeface="Impact" pitchFamily="34" charset="-122"/>
                <a:cs typeface="Impact" pitchFamily="34" charset="-120"/>
              </a:rPr>
              <a:t>FORMULAS</a:t>
            </a:r>
            <a:endParaRPr lang="en-US" sz="7200" dirty="0">
              <a:solidFill>
                <a:prstClr val="black"/>
              </a:solidFill>
              <a:latin typeface="Calibri" panose="020F0502020204030204"/>
              <a:cs typeface="+mn-cs"/>
            </a:endParaRPr>
          </a:p>
        </p:txBody>
      </p:sp>
      <p:sp>
        <p:nvSpPr>
          <p:cNvPr id="7" name="Text 5"/>
          <p:cNvSpPr/>
          <p:nvPr/>
        </p:nvSpPr>
        <p:spPr>
          <a:xfrm>
            <a:off x="609600" y="3596640"/>
            <a:ext cx="10972800" cy="853440"/>
          </a:xfrm>
          <a:prstGeom prst="rect">
            <a:avLst/>
          </a:prstGeom>
          <a:noFill/>
          <a:ln/>
        </p:spPr>
        <p:txBody>
          <a:bodyPr wrap="square" rtlCol="0" anchor="ctr"/>
          <a:lstStyle/>
          <a:p>
            <a:pPr algn="ctr" defTabSz="1219170" fontAlgn="auto">
              <a:spcBef>
                <a:spcPts val="0"/>
              </a:spcBef>
              <a:spcAft>
                <a:spcPts val="0"/>
              </a:spcAft>
            </a:pPr>
            <a:r>
              <a:rPr lang="en-US" sz="3733" dirty="0">
                <a:solidFill>
                  <a:srgbClr val="FFFFFF"/>
                </a:solidFill>
                <a:latin typeface="Century Gothic" pitchFamily="34" charset="0"/>
                <a:ea typeface="Century Gothic" pitchFamily="34" charset="-122"/>
                <a:cs typeface="Century Gothic" pitchFamily="34" charset="-120"/>
              </a:rPr>
              <a:t>RISK can be defined as follows:</a:t>
            </a:r>
            <a:endParaRPr lang="en-US" sz="3733" dirty="0">
              <a:solidFill>
                <a:prstClr val="black"/>
              </a:solidFill>
              <a:latin typeface="Calibri" panose="020F0502020204030204"/>
              <a:cs typeface="+mn-cs"/>
            </a:endParaRPr>
          </a:p>
        </p:txBody>
      </p:sp>
      <p:sp>
        <p:nvSpPr>
          <p:cNvPr id="8" name="Text 6"/>
          <p:cNvSpPr/>
          <p:nvPr/>
        </p:nvSpPr>
        <p:spPr>
          <a:xfrm>
            <a:off x="487680" y="4632960"/>
            <a:ext cx="11216640" cy="853440"/>
          </a:xfrm>
          <a:prstGeom prst="rect">
            <a:avLst/>
          </a:prstGeom>
          <a:noFill/>
          <a:ln/>
        </p:spPr>
        <p:txBody>
          <a:bodyPr wrap="square" rtlCol="0" anchor="ctr"/>
          <a:lstStyle/>
          <a:p>
            <a:pPr algn="ctr" defTabSz="1219170" fontAlgn="auto">
              <a:spcBef>
                <a:spcPts val="0"/>
              </a:spcBef>
              <a:spcAft>
                <a:spcPts val="0"/>
              </a:spcAft>
            </a:pPr>
            <a:r>
              <a:rPr lang="en-US" sz="4000" dirty="0">
                <a:solidFill>
                  <a:srgbClr val="F4FF3B"/>
                </a:solidFill>
                <a:latin typeface="Century Gothic" pitchFamily="34" charset="0"/>
                <a:ea typeface="Century Gothic" pitchFamily="34" charset="-122"/>
                <a:cs typeface="Century Gothic" pitchFamily="34" charset="-120"/>
              </a:rPr>
              <a:t>risk = threat * vulnerability</a:t>
            </a:r>
            <a:endParaRPr lang="en-US" sz="4000" dirty="0">
              <a:solidFill>
                <a:prstClr val="black"/>
              </a:solidFill>
              <a:latin typeface="Calibri" panose="020F0502020204030204"/>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34C6CE"/>
        </a:solidFill>
        <a:effectLst/>
      </p:bgPr>
    </p:bg>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RISK ANALYSIS</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1828800"/>
          </a:xfrm>
          <a:prstGeom prst="rect">
            <a:avLst/>
          </a:prstGeom>
          <a:noFill/>
          <a:ln/>
        </p:spPr>
        <p:txBody>
          <a:bodyPr wrap="square" rtlCol="0" anchor="ctr"/>
          <a:lstStyle/>
          <a:p>
            <a:pPr algn="ctr" defTabSz="1219170" fontAlgn="auto">
              <a:spcBef>
                <a:spcPts val="0"/>
              </a:spcBef>
              <a:spcAft>
                <a:spcPts val="0"/>
              </a:spcAft>
            </a:pPr>
            <a:r>
              <a:rPr lang="en-US" sz="11200" kern="0" spc="133" dirty="0">
                <a:solidFill>
                  <a:srgbClr val="1A1A1A"/>
                </a:solidFill>
                <a:latin typeface="Impact" pitchFamily="34" charset="0"/>
                <a:ea typeface="Impact" pitchFamily="34" charset="-122"/>
                <a:cs typeface="Impact" pitchFamily="34" charset="-120"/>
              </a:rPr>
              <a:t>RISK ANALYSIS</a:t>
            </a:r>
            <a:endParaRPr lang="en-US" sz="11200"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1950720" y="3633216"/>
            <a:ext cx="829056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731520" y="3779520"/>
            <a:ext cx="10728960" cy="1706880"/>
          </a:xfrm>
          <a:prstGeom prst="rect">
            <a:avLst/>
          </a:prstGeom>
          <a:noFill/>
          <a:ln/>
        </p:spPr>
        <p:txBody>
          <a:bodyPr wrap="square" rtlCol="0" anchor="t"/>
          <a:lstStyle/>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Two ways to evaluate risk to assets:
</a:t>
            </a:r>
            <a:r>
              <a:rPr lang="en-US" sz="4267" b="1" dirty="0">
                <a:solidFill>
                  <a:srgbClr val="0E5A5F"/>
                </a:solidFill>
                <a:latin typeface="Century Gothic" pitchFamily="34" charset="0"/>
                <a:ea typeface="Century Gothic" pitchFamily="34" charset="-122"/>
                <a:cs typeface="Century Gothic" pitchFamily="34" charset="-120"/>
              </a:rPr>
              <a:t>qualitative</a:t>
            </a:r>
            <a:r>
              <a:rPr lang="en-US" sz="4267" dirty="0">
                <a:solidFill>
                  <a:srgbClr val="1A1A1A"/>
                </a:solidFill>
                <a:latin typeface="Century Gothic" pitchFamily="34" charset="0"/>
                <a:ea typeface="Century Gothic" pitchFamily="34" charset="-122"/>
                <a:cs typeface="Century Gothic" pitchFamily="34" charset="-120"/>
              </a:rPr>
              <a:t> and </a:t>
            </a:r>
            <a:r>
              <a:rPr lang="en-US" sz="4267" b="1" dirty="0">
                <a:solidFill>
                  <a:srgbClr val="0E5A5F"/>
                </a:solidFill>
                <a:latin typeface="Century Gothic" pitchFamily="34" charset="0"/>
                <a:ea typeface="Century Gothic" pitchFamily="34" charset="-122"/>
                <a:cs typeface="Century Gothic" pitchFamily="34" charset="-120"/>
              </a:rPr>
              <a:t>quantitative</a:t>
            </a:r>
            <a:endParaRPr lang="en-US" sz="4267" dirty="0">
              <a:solidFill>
                <a:prstClr val="black"/>
              </a:solidFill>
              <a:latin typeface="Calibri" panose="020F0502020204030204"/>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BBF452-179F-7AF7-A0D4-61649E008BC8}"/>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95053A1-A147-D5C4-2961-59E57C01A3A8}"/>
              </a:ext>
            </a:extLst>
          </p:cNvPr>
          <p:cNvSpPr txBox="1"/>
          <p:nvPr/>
        </p:nvSpPr>
        <p:spPr>
          <a:xfrm>
            <a:off x="1156851" y="637762"/>
            <a:ext cx="9888496" cy="900131"/>
          </a:xfrm>
          <a:prstGeom prst="rect">
            <a:avLst/>
          </a:prstGeom>
        </p:spPr>
        <p:txBody>
          <a:bodyPr vert="horz" lIns="91440" tIns="45720" rIns="91440" bIns="45720" rtlCol="0" anchor="t">
            <a:normAutofit/>
          </a:bodyPr>
          <a:lstStyle/>
          <a:p>
            <a:pPr marL="0" marR="0" lvl="0" indent="0" fontAlgn="auto">
              <a:lnSpc>
                <a:spcPct val="90000"/>
              </a:lnSpc>
              <a:spcAft>
                <a:spcPts val="600"/>
              </a:spcAft>
              <a:buClrTx/>
              <a:buSzTx/>
              <a:tabLst/>
              <a:defRPr/>
            </a:pPr>
            <a:r>
              <a:rPr kumimoji="0" lang="en-US" sz="4000" b="0" i="0" u="none" strike="noStrike" kern="1200" cap="none" spc="0" normalizeH="0" baseline="0" noProof="0">
                <a:ln>
                  <a:noFill/>
                </a:ln>
                <a:solidFill>
                  <a:schemeClr val="bg1"/>
                </a:solidFill>
                <a:effectLst/>
                <a:uLnTx/>
                <a:uFillTx/>
                <a:latin typeface="+mj-lt"/>
                <a:ea typeface="+mj-ea"/>
                <a:cs typeface="+mj-cs"/>
              </a:rPr>
              <a:t>Risk Analysis Definitions</a:t>
            </a:r>
          </a:p>
        </p:txBody>
      </p:sp>
      <p:sp>
        <p:nvSpPr>
          <p:cNvPr id="16" name="Rectangle 15">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F3A3CA9-BBDD-2060-7C67-233E1D972549}"/>
              </a:ext>
            </a:extLst>
          </p:cNvPr>
          <p:cNvSpPr txBox="1"/>
          <p:nvPr/>
        </p:nvSpPr>
        <p:spPr>
          <a:xfrm>
            <a:off x="1155548" y="2217343"/>
            <a:ext cx="9880893" cy="3959619"/>
          </a:xfrm>
          <a:prstGeom prst="rect">
            <a:avLst/>
          </a:prstGeom>
        </p:spPr>
        <p:txBody>
          <a:bodyPr vert="horz" lIns="91440" tIns="45720" rIns="91440" bIns="45720" rtlCol="0">
            <a:normAutofit fontScale="85000" lnSpcReduction="20000"/>
          </a:bodyPr>
          <a:lstStyle/>
          <a:p>
            <a:pPr marL="457200" marR="0" lvl="0" indent="-228600" fontAlgn="auto">
              <a:lnSpc>
                <a:spcPct val="90000"/>
              </a:lnSpc>
              <a:spcBef>
                <a:spcPts val="0"/>
              </a:spcBef>
              <a:spcAft>
                <a:spcPts val="600"/>
              </a:spcAft>
              <a:buClrTx/>
              <a:buSzTx/>
              <a:buFont typeface="Arial" panose="020B0604020202020204" pitchFamily="34" charset="0"/>
              <a:buChar char="•"/>
              <a:tabLst/>
              <a:defRPr/>
            </a:pPr>
            <a:r>
              <a:rPr lang="en-US" sz="2200" b="1" dirty="0">
                <a:latin typeface="+mn-lt"/>
                <a:cs typeface="+mn-cs"/>
              </a:rPr>
              <a:t>Asset</a:t>
            </a:r>
            <a:r>
              <a:rPr lang="en-US" sz="2200" dirty="0">
                <a:latin typeface="+mn-lt"/>
                <a:cs typeface="+mn-cs"/>
              </a:rPr>
              <a:t> – something that is of value to the organization</a:t>
            </a:r>
            <a:br>
              <a:rPr lang="en-US" sz="2200" dirty="0">
                <a:latin typeface="+mn-lt"/>
                <a:cs typeface="+mn-cs"/>
              </a:rPr>
            </a:br>
            <a:endParaRPr lang="en-US" sz="2200" dirty="0">
              <a:latin typeface="+mn-lt"/>
              <a:cs typeface="+mn-cs"/>
            </a:endParaRPr>
          </a:p>
          <a:p>
            <a:pPr marL="457200" marR="0" lvl="0" indent="-228600" fontAlgn="auto">
              <a:lnSpc>
                <a:spcPct val="90000"/>
              </a:lnSpc>
              <a:spcBef>
                <a:spcPts val="0"/>
              </a:spcBef>
              <a:spcAft>
                <a:spcPts val="600"/>
              </a:spcAft>
              <a:buClrTx/>
              <a:buSzTx/>
              <a:buFont typeface="Arial" panose="020B0604020202020204" pitchFamily="34" charset="0"/>
              <a:buChar char="•"/>
              <a:tabLst/>
              <a:defRPr/>
            </a:pPr>
            <a:r>
              <a:rPr lang="en-US" sz="2200" b="1" dirty="0">
                <a:latin typeface="+mn-lt"/>
                <a:cs typeface="+mn-cs"/>
              </a:rPr>
              <a:t>Threat</a:t>
            </a:r>
            <a:r>
              <a:rPr lang="en-US" sz="2200" dirty="0">
                <a:latin typeface="+mn-lt"/>
                <a:cs typeface="+mn-cs"/>
              </a:rPr>
              <a:t> - any potential danger or harmful event that can exploit a vulnerability and cause harm to a system, organization, or individual.</a:t>
            </a:r>
            <a:br>
              <a:rPr lang="en-US" sz="2200" dirty="0">
                <a:latin typeface="+mn-lt"/>
                <a:cs typeface="+mn-cs"/>
              </a:rPr>
            </a:br>
            <a:endParaRPr lang="en-US" sz="2200" dirty="0">
              <a:latin typeface="+mn-lt"/>
              <a:cs typeface="+mn-cs"/>
            </a:endParaRPr>
          </a:p>
          <a:p>
            <a:pPr marL="914400" lvl="1" indent="-228600" fontAlgn="auto">
              <a:lnSpc>
                <a:spcPct val="90000"/>
              </a:lnSpc>
              <a:spcBef>
                <a:spcPts val="0"/>
              </a:spcBef>
              <a:spcAft>
                <a:spcPts val="600"/>
              </a:spcAft>
              <a:buFont typeface="Arial" panose="020B0604020202020204" pitchFamily="34" charset="0"/>
              <a:buChar char="•"/>
              <a:defRPr/>
            </a:pPr>
            <a:r>
              <a:rPr lang="en-US" sz="2200" dirty="0">
                <a:latin typeface="+mn-lt"/>
                <a:cs typeface="+mn-cs"/>
              </a:rPr>
              <a:t>Threats can be intentional or unintentional in nature.</a:t>
            </a:r>
            <a:br>
              <a:rPr lang="en-US" sz="2200" dirty="0">
                <a:latin typeface="+mn-lt"/>
                <a:cs typeface="+mn-cs"/>
              </a:rPr>
            </a:br>
            <a:endParaRPr lang="en-US" sz="2200" b="1" dirty="0">
              <a:latin typeface="+mn-lt"/>
              <a:cs typeface="+mn-cs"/>
            </a:endParaRPr>
          </a:p>
          <a:p>
            <a:pPr marL="457200" marR="0" lvl="0" indent="-228600" fontAlgn="auto">
              <a:lnSpc>
                <a:spcPct val="90000"/>
              </a:lnSpc>
              <a:spcBef>
                <a:spcPts val="0"/>
              </a:spcBef>
              <a:spcAft>
                <a:spcPts val="600"/>
              </a:spcAft>
              <a:buClrTx/>
              <a:buSzTx/>
              <a:buFont typeface="Arial" panose="020B0604020202020204" pitchFamily="34" charset="0"/>
              <a:buChar char="•"/>
              <a:tabLst/>
              <a:defRPr/>
            </a:pPr>
            <a:r>
              <a:rPr lang="en-US" sz="2200" b="1" dirty="0">
                <a:latin typeface="+mn-lt"/>
                <a:cs typeface="+mn-cs"/>
              </a:rPr>
              <a:t>Vulnerability </a:t>
            </a:r>
            <a:r>
              <a:rPr lang="en-US" sz="2200" dirty="0">
                <a:latin typeface="+mn-lt"/>
                <a:cs typeface="+mn-cs"/>
              </a:rPr>
              <a:t>– a weakness or flaw in an operating system, network, or application. </a:t>
            </a:r>
            <a:br>
              <a:rPr lang="en-US" sz="2200" dirty="0">
                <a:latin typeface="+mn-lt"/>
                <a:cs typeface="+mn-cs"/>
              </a:rPr>
            </a:br>
            <a:endParaRPr lang="en-US" sz="2200" dirty="0">
              <a:latin typeface="+mn-lt"/>
              <a:cs typeface="+mn-cs"/>
            </a:endParaRPr>
          </a:p>
          <a:p>
            <a:pPr marL="914400" lvl="1" indent="-228600" fontAlgn="auto">
              <a:lnSpc>
                <a:spcPct val="90000"/>
              </a:lnSpc>
              <a:spcBef>
                <a:spcPts val="0"/>
              </a:spcBef>
              <a:spcAft>
                <a:spcPts val="600"/>
              </a:spcAft>
              <a:buFont typeface="Arial" panose="020B0604020202020204" pitchFamily="34" charset="0"/>
              <a:buChar char="•"/>
              <a:defRPr/>
            </a:pPr>
            <a:r>
              <a:rPr lang="en-US" sz="2200" dirty="0">
                <a:latin typeface="+mn-lt"/>
                <a:cs typeface="+mn-cs"/>
              </a:rPr>
              <a:t>A threat actor tries to exploit vulnerabilities to gain unauthorized access to data or systems.</a:t>
            </a:r>
            <a:br>
              <a:rPr lang="en-US" sz="2200" dirty="0">
                <a:latin typeface="+mn-lt"/>
                <a:cs typeface="+mn-cs"/>
              </a:rPr>
            </a:br>
            <a:endParaRPr lang="en-US" sz="2200" dirty="0">
              <a:latin typeface="+mn-lt"/>
              <a:cs typeface="+mn-cs"/>
            </a:endParaRPr>
          </a:p>
          <a:p>
            <a:pPr marL="914400" lvl="1" indent="-228600" fontAlgn="auto">
              <a:lnSpc>
                <a:spcPct val="90000"/>
              </a:lnSpc>
              <a:spcBef>
                <a:spcPts val="0"/>
              </a:spcBef>
              <a:spcAft>
                <a:spcPts val="600"/>
              </a:spcAft>
              <a:buFont typeface="Arial" panose="020B0604020202020204" pitchFamily="34" charset="0"/>
              <a:buChar char="•"/>
              <a:defRPr/>
            </a:pPr>
            <a:r>
              <a:rPr lang="en-US" sz="2200" dirty="0">
                <a:latin typeface="+mn-lt"/>
                <a:cs typeface="+mn-cs"/>
              </a:rPr>
              <a:t> Security vulnerabilities can arise for many reasons, including misconfigurations, design flaws, or outdated software versions.</a:t>
            </a:r>
            <a:br>
              <a:rPr kumimoji="0" lang="en-US" sz="2200" b="0" i="0" u="none" strike="noStrike" cap="none" spc="0" normalizeH="0" baseline="0" noProof="0" dirty="0">
                <a:ln>
                  <a:noFill/>
                </a:ln>
                <a:effectLst/>
                <a:uLnTx/>
                <a:uFillTx/>
                <a:latin typeface="+mn-lt"/>
                <a:cs typeface="+mn-cs"/>
              </a:rPr>
            </a:br>
            <a:br>
              <a:rPr kumimoji="0" lang="en-US" sz="2200" b="0" i="0" u="none" strike="noStrike" cap="none" spc="0" normalizeH="0" baseline="0" noProof="0" dirty="0">
                <a:ln>
                  <a:noFill/>
                </a:ln>
                <a:effectLst/>
                <a:uLnTx/>
                <a:uFillTx/>
                <a:latin typeface="+mn-lt"/>
                <a:cs typeface="+mn-cs"/>
              </a:rPr>
            </a:br>
            <a:endParaRPr kumimoji="0" lang="en-US" sz="2200" b="0" i="0" u="none" strike="noStrike" cap="none" spc="0" normalizeH="0" baseline="0" noProof="0" dirty="0">
              <a:ln>
                <a:noFill/>
              </a:ln>
              <a:effectLst/>
              <a:uLnTx/>
              <a:uFillTx/>
              <a:latin typeface="+mn-lt"/>
              <a:cs typeface="+mn-cs"/>
            </a:endParaRPr>
          </a:p>
        </p:txBody>
      </p:sp>
    </p:spTree>
    <p:extLst>
      <p:ext uri="{BB962C8B-B14F-4D97-AF65-F5344CB8AC3E}">
        <p14:creationId xmlns:p14="http://schemas.microsoft.com/office/powerpoint/2010/main" val="15357166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6437376"/>
            <a:ext cx="12192000" cy="4206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6437376"/>
            <a:ext cx="11338560" cy="420624"/>
          </a:xfrm>
          <a:prstGeom prst="rect">
            <a:avLst/>
          </a:prstGeom>
          <a:noFill/>
          <a:ln/>
        </p:spPr>
        <p:txBody>
          <a:bodyPr wrap="square" rtlCol="0" anchor="ctr"/>
          <a:lstStyle/>
          <a:p>
            <a:pPr algn="ctr" defTabSz="1219170" fontAlgn="auto">
              <a:spcBef>
                <a:spcPts val="0"/>
              </a:spcBef>
              <a:spcAft>
                <a:spcPts val="0"/>
              </a:spcAft>
            </a:pPr>
            <a:r>
              <a:rPr lang="en-US" sz="2133" kern="0" spc="133" dirty="0">
                <a:solidFill>
                  <a:srgbClr val="FFFFFF"/>
                </a:solidFill>
                <a:latin typeface="Impact" pitchFamily="34" charset="0"/>
                <a:ea typeface="Impact" pitchFamily="34" charset="-122"/>
                <a:cs typeface="Impact" pitchFamily="34" charset="-120"/>
              </a:rPr>
              <a:t>DOMAIN 1: </a:t>
            </a:r>
            <a:r>
              <a:rPr lang="en-US" sz="2133" kern="0" spc="133" dirty="0">
                <a:solidFill>
                  <a:srgbClr val="1CDDEB"/>
                </a:solidFill>
                <a:latin typeface="Impact" pitchFamily="34" charset="0"/>
                <a:ea typeface="Impact" pitchFamily="34" charset="-122"/>
                <a:cs typeface="Impact" pitchFamily="34" charset="-120"/>
              </a:rPr>
              <a:t>RISK ANALYSIS</a:t>
            </a:r>
            <a:endParaRPr lang="en-US" sz="2133" dirty="0">
              <a:solidFill>
                <a:prstClr val="black"/>
              </a:solidFill>
              <a:latin typeface="Calibri" panose="020F0502020204030204"/>
              <a:cs typeface="+mn-cs"/>
            </a:endParaRPr>
          </a:p>
        </p:txBody>
      </p:sp>
      <p:sp>
        <p:nvSpPr>
          <p:cNvPr id="4" name="Text 2"/>
          <p:cNvSpPr/>
          <p:nvPr/>
        </p:nvSpPr>
        <p:spPr>
          <a:xfrm>
            <a:off x="487680" y="2011680"/>
            <a:ext cx="11216640" cy="1463040"/>
          </a:xfrm>
          <a:prstGeom prst="rect">
            <a:avLst/>
          </a:prstGeom>
          <a:noFill/>
          <a:ln/>
        </p:spPr>
        <p:txBody>
          <a:bodyPr wrap="square" rtlCol="0" anchor="ctr"/>
          <a:lstStyle/>
          <a:p>
            <a:pPr algn="ctr" defTabSz="1219170" fontAlgn="auto">
              <a:lnSpc>
                <a:spcPct val="98000"/>
              </a:lnSpc>
              <a:spcBef>
                <a:spcPts val="0"/>
              </a:spcBef>
              <a:spcAft>
                <a:spcPts val="0"/>
              </a:spcAft>
            </a:pPr>
            <a:r>
              <a:rPr lang="en-US" sz="8000" b="1" dirty="0">
                <a:solidFill>
                  <a:srgbClr val="1CDDEB"/>
                </a:solidFill>
                <a:latin typeface="Century Gothic" pitchFamily="34" charset="0"/>
                <a:ea typeface="Century Gothic" pitchFamily="34" charset="-122"/>
                <a:cs typeface="Century Gothic" pitchFamily="34" charset="-120"/>
              </a:rPr>
              <a:t>THREAT AGENTS</a:t>
            </a:r>
            <a:endParaRPr lang="en-US" sz="8000"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877056"/>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4000" dirty="0">
                <a:solidFill>
                  <a:srgbClr val="1A1A1A"/>
                </a:solidFill>
                <a:latin typeface="Century Gothic" pitchFamily="34" charset="0"/>
                <a:ea typeface="Century Gothic" pitchFamily="34" charset="-122"/>
                <a:cs typeface="Century Gothic" pitchFamily="34" charset="-120"/>
              </a:rPr>
              <a:t>are what cause the threats by
</a:t>
            </a:r>
            <a:r>
              <a:rPr lang="en-US" sz="4000" b="1" dirty="0">
                <a:solidFill>
                  <a:srgbClr val="F39B12"/>
                </a:solidFill>
                <a:latin typeface="Century Gothic" pitchFamily="34" charset="0"/>
                <a:ea typeface="Century Gothic" pitchFamily="34" charset="-122"/>
                <a:cs typeface="Century Gothic" pitchFamily="34" charset="-120"/>
              </a:rPr>
              <a:t>exploiting vulnerabilities.</a:t>
            </a:r>
            <a:endParaRPr lang="en-US" sz="4000" dirty="0">
              <a:solidFill>
                <a:prstClr val="black"/>
              </a:solidFill>
              <a:latin typeface="Calibri" panose="020F0502020204030204"/>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34C6CE"/>
        </a:solidFill>
        <a:effectLst/>
      </p:bgPr>
    </p:bg>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RISK ANALYSIS</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1828800"/>
          </a:xfrm>
          <a:prstGeom prst="rect">
            <a:avLst/>
          </a:prstGeom>
          <a:noFill/>
          <a:ln/>
        </p:spPr>
        <p:txBody>
          <a:bodyPr wrap="square" rtlCol="0" anchor="ctr"/>
          <a:lstStyle/>
          <a:p>
            <a:pPr algn="ctr" defTabSz="1219170" fontAlgn="auto">
              <a:spcBef>
                <a:spcPts val="0"/>
              </a:spcBef>
              <a:spcAft>
                <a:spcPts val="0"/>
              </a:spcAft>
            </a:pPr>
            <a:r>
              <a:rPr lang="en-US" sz="11200" kern="0" spc="133" dirty="0">
                <a:solidFill>
                  <a:srgbClr val="1A1A1A"/>
                </a:solidFill>
                <a:latin typeface="Impact" pitchFamily="34" charset="0"/>
                <a:ea typeface="Impact" pitchFamily="34" charset="-122"/>
                <a:cs typeface="Impact" pitchFamily="34" charset="-120"/>
              </a:rPr>
              <a:t>QUALITATIVE</a:t>
            </a:r>
            <a:endParaRPr lang="en-US" sz="11200"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1950720" y="3633216"/>
            <a:ext cx="829056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731520" y="3779520"/>
            <a:ext cx="10728960" cy="1706880"/>
          </a:xfrm>
          <a:prstGeom prst="rect">
            <a:avLst/>
          </a:prstGeom>
          <a:noFill/>
          <a:ln/>
        </p:spPr>
        <p:txBody>
          <a:bodyPr wrap="square" rtlCol="0" anchor="t"/>
          <a:lstStyle/>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Uses a </a:t>
            </a:r>
            <a:r>
              <a:rPr lang="en-US" sz="4267" b="1" dirty="0">
                <a:solidFill>
                  <a:srgbClr val="111111"/>
                </a:solidFill>
                <a:highlight>
                  <a:srgbClr val="F4FF3B"/>
                </a:highlight>
                <a:latin typeface="Century Gothic" pitchFamily="34" charset="0"/>
                <a:ea typeface="Century Gothic" pitchFamily="34" charset="-122"/>
                <a:cs typeface="Century Gothic" pitchFamily="34" charset="-120"/>
              </a:rPr>
              <a:t>scoring system</a:t>
            </a:r>
            <a:r>
              <a:rPr lang="en-US" sz="4267" dirty="0">
                <a:solidFill>
                  <a:srgbClr val="1A1A1A"/>
                </a:solidFill>
                <a:latin typeface="Century Gothic" pitchFamily="34" charset="0"/>
                <a:ea typeface="Century Gothic" pitchFamily="34" charset="-122"/>
                <a:cs typeface="Century Gothic" pitchFamily="34" charset="-120"/>
              </a:rPr>
              <a:t> to rank threats</a:t>
            </a:r>
            <a:endParaRPr lang="en-US" sz="42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and effectiveness of countermeasures</a:t>
            </a:r>
            <a:endParaRPr lang="en-US" sz="4267" dirty="0">
              <a:solidFill>
                <a:prstClr val="black"/>
              </a:solidFill>
              <a:latin typeface="Calibri" panose="020F0502020204030204"/>
              <a:cs typeface="+mn-cs"/>
            </a:endParaRPr>
          </a:p>
        </p:txBody>
      </p:sp>
      <p:sp>
        <p:nvSpPr>
          <p:cNvPr id="7" name="Text 5"/>
          <p:cNvSpPr/>
          <p:nvPr/>
        </p:nvSpPr>
        <p:spPr>
          <a:xfrm>
            <a:off x="609600" y="5486400"/>
            <a:ext cx="10972800" cy="731520"/>
          </a:xfrm>
          <a:prstGeom prst="rect">
            <a:avLst/>
          </a:prstGeom>
          <a:noFill/>
          <a:ln/>
        </p:spPr>
        <p:txBody>
          <a:bodyPr wrap="square" rtlCol="0" anchor="ctr"/>
          <a:lstStyle/>
          <a:p>
            <a:pPr algn="ctr" defTabSz="1219170" fontAlgn="auto">
              <a:spcBef>
                <a:spcPts val="0"/>
              </a:spcBef>
              <a:spcAft>
                <a:spcPts val="0"/>
              </a:spcAft>
            </a:pPr>
            <a:r>
              <a:rPr lang="en-US" sz="4533" dirty="0">
                <a:solidFill>
                  <a:srgbClr val="EE1C25"/>
                </a:solidFill>
                <a:latin typeface="Ink Free" pitchFamily="34" charset="0"/>
                <a:ea typeface="Ink Free" pitchFamily="34" charset="-122"/>
                <a:cs typeface="Ink Free" pitchFamily="34" charset="-120"/>
              </a:rPr>
              <a:t>SUBJECTIVE</a:t>
            </a:r>
            <a:endParaRPr lang="en-US" sz="4533" dirty="0">
              <a:solidFill>
                <a:prstClr val="black"/>
              </a:solidFill>
              <a:latin typeface="Calibri" panose="020F0502020204030204"/>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35DFFC-7729-B705-470A-A3BCAB6C0A08}"/>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A05AF424-13B1-EE83-473E-94AAAF1A1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6" name="Rounded Rectangle 3">
            <a:extLst>
              <a:ext uri="{FF2B5EF4-FFF2-40B4-BE49-F238E27FC236}">
                <a16:creationId xmlns:a16="http://schemas.microsoft.com/office/drawing/2014/main" id="{FA5D8CEE-6B1F-3270-3CCE-C7AE3DAA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chemeClr val="tx1">
                <a:lumMod val="50000"/>
                <a:lumOff val="50000"/>
              </a:schemeClr>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8" name="Rectangle 27">
            <a:extLst>
              <a:ext uri="{FF2B5EF4-FFF2-40B4-BE49-F238E27FC236}">
                <a16:creationId xmlns:a16="http://schemas.microsoft.com/office/drawing/2014/main" id="{B29110EA-C052-140C-BF3F-0BEBF1DB6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4CD6FCF3-4F1B-A8F4-6E01-A0F63B76F9EE}"/>
              </a:ext>
            </a:extLst>
          </p:cNvPr>
          <p:cNvSpPr>
            <a:spLocks noGrp="1"/>
          </p:cNvSpPr>
          <p:nvPr>
            <p:ph type="title"/>
          </p:nvPr>
        </p:nvSpPr>
        <p:spPr>
          <a:xfrm>
            <a:off x="1288064" y="1284731"/>
            <a:ext cx="9637776" cy="1430696"/>
          </a:xfrm>
        </p:spPr>
        <p:txBody>
          <a:bodyPr>
            <a:normAutofit/>
          </a:bodyPr>
          <a:lstStyle/>
          <a:p>
            <a:r>
              <a:rPr lang="en-US" b="1" dirty="0"/>
              <a:t>Qualitative Risk Analysis</a:t>
            </a:r>
            <a:endParaRPr lang="en-US"/>
          </a:p>
        </p:txBody>
      </p:sp>
      <p:sp>
        <p:nvSpPr>
          <p:cNvPr id="3" name="Content Placeholder 2">
            <a:extLst>
              <a:ext uri="{FF2B5EF4-FFF2-40B4-BE49-F238E27FC236}">
                <a16:creationId xmlns:a16="http://schemas.microsoft.com/office/drawing/2014/main" id="{3FADF4F8-1240-DA0E-EEC9-46832F70CAF9}"/>
              </a:ext>
            </a:extLst>
          </p:cNvPr>
          <p:cNvSpPr>
            <a:spLocks noGrp="1"/>
          </p:cNvSpPr>
          <p:nvPr>
            <p:ph idx="1"/>
          </p:nvPr>
        </p:nvSpPr>
        <p:spPr>
          <a:xfrm>
            <a:off x="1288064" y="2853879"/>
            <a:ext cx="9637776" cy="2714771"/>
          </a:xfrm>
        </p:spPr>
        <p:txBody>
          <a:bodyPr>
            <a:normAutofit/>
          </a:bodyPr>
          <a:lstStyle/>
          <a:p>
            <a:r>
              <a:rPr lang="en-US" sz="2000"/>
              <a:t>How </a:t>
            </a:r>
            <a:r>
              <a:rPr lang="en-US" sz="2000" b="1"/>
              <a:t>likely</a:t>
            </a:r>
            <a:r>
              <a:rPr lang="en-US" sz="2000"/>
              <a:t> is it to happen and how </a:t>
            </a:r>
            <a:r>
              <a:rPr lang="en-US" sz="2000" b="1"/>
              <a:t>bad</a:t>
            </a:r>
            <a:r>
              <a:rPr lang="en-US" sz="2000"/>
              <a:t> is it if it happens? </a:t>
            </a:r>
            <a:br>
              <a:rPr lang="en-US" sz="2000"/>
            </a:br>
            <a:endParaRPr lang="en-US" sz="2000"/>
          </a:p>
          <a:p>
            <a:r>
              <a:rPr lang="en-US" sz="2000"/>
              <a:t>More subjective and relatively quick to do. </a:t>
            </a:r>
            <a:br>
              <a:rPr lang="en-US" sz="2000"/>
            </a:br>
            <a:endParaRPr lang="en-US" sz="2000"/>
          </a:p>
          <a:p>
            <a:r>
              <a:rPr lang="en-US" sz="2000"/>
              <a:t>Most often done to know where to focus the more extensive Quantitative Risk Analysis.</a:t>
            </a:r>
          </a:p>
          <a:p>
            <a:endParaRPr lang="en-US" sz="2000"/>
          </a:p>
        </p:txBody>
      </p:sp>
      <p:sp>
        <p:nvSpPr>
          <p:cNvPr id="4" name="Slide Number Placeholder 3">
            <a:extLst>
              <a:ext uri="{FF2B5EF4-FFF2-40B4-BE49-F238E27FC236}">
                <a16:creationId xmlns:a16="http://schemas.microsoft.com/office/drawing/2014/main" id="{8C7A233E-7909-A338-1227-68B715680494}"/>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5E43E96E-F1A9-4EF5-B2C9-961A48B39CF1}" type="slidenum">
              <a:rPr kumimoji="0" lang="en-US" sz="1200" b="0" i="0" u="none" strike="noStrike" kern="1200" cap="none" spc="0" normalizeH="0" baseline="0" noProof="0" smtClean="0">
                <a:ln>
                  <a:noFill/>
                </a:ln>
                <a:solidFill>
                  <a:prstClr val="black">
                    <a:tint val="75000"/>
                  </a:prstClr>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ts val="600"/>
                </a:spcAft>
                <a:buClrTx/>
                <a:buSzTx/>
                <a:buFontTx/>
                <a:buNone/>
                <a:tabLst/>
                <a:defRPr/>
              </a:pPr>
              <a:t>52</a:t>
            </a:fld>
            <a:endParaRPr kumimoji="0" lang="en-US" sz="1200" b="0" i="0" u="none" strike="noStrike" kern="1200" cap="none" spc="0" normalizeH="0" baseline="0" noProof="0">
              <a:ln>
                <a:noFill/>
              </a:ln>
              <a:solidFill>
                <a:prstClr val="black">
                  <a:tint val="75000"/>
                </a:prstClr>
              </a:solidFill>
              <a:effectLst/>
              <a:uLnTx/>
              <a:uFillTx/>
              <a:latin typeface="Arial" charset="0"/>
              <a:ea typeface="+mn-ea"/>
              <a:cs typeface="Arial" charset="0"/>
            </a:endParaRPr>
          </a:p>
        </p:txBody>
      </p:sp>
    </p:spTree>
    <p:extLst>
      <p:ext uri="{BB962C8B-B14F-4D97-AF65-F5344CB8AC3E}">
        <p14:creationId xmlns:p14="http://schemas.microsoft.com/office/powerpoint/2010/main" val="40320439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9A2FA5-653F-4B54-679F-A3E29714353B}"/>
            </a:ext>
          </a:extLst>
        </p:cNvPr>
        <p:cNvGrpSpPr/>
        <p:nvPr/>
      </p:nvGrpSpPr>
      <p:grpSpPr>
        <a:xfrm>
          <a:off x="0" y="0"/>
          <a:ext cx="0" cy="0"/>
          <a:chOff x="0" y="0"/>
          <a:chExt cx="0" cy="0"/>
        </a:xfrm>
      </p:grpSpPr>
      <p:sp>
        <p:nvSpPr>
          <p:cNvPr id="55" name="Rectangle 34">
            <a:extLst>
              <a:ext uri="{FF2B5EF4-FFF2-40B4-BE49-F238E27FC236}">
                <a16:creationId xmlns:a16="http://schemas.microsoft.com/office/drawing/2014/main" id="{1A12A708-C0A6-DF55-0A94-375FA1E577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56" name="Rounded Rectangle 3">
            <a:extLst>
              <a:ext uri="{FF2B5EF4-FFF2-40B4-BE49-F238E27FC236}">
                <a16:creationId xmlns:a16="http://schemas.microsoft.com/office/drawing/2014/main" id="{A7490E76-1669-52BB-9EDC-05CA957F6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chemeClr val="tx1">
                <a:lumMod val="50000"/>
                <a:lumOff val="50000"/>
              </a:schemeClr>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57" name="Rectangle 38">
            <a:extLst>
              <a:ext uri="{FF2B5EF4-FFF2-40B4-BE49-F238E27FC236}">
                <a16:creationId xmlns:a16="http://schemas.microsoft.com/office/drawing/2014/main" id="{270F44EC-FE0A-4D6A-E1C2-BE57394E5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7F820D23-4DA8-C902-814D-929D4CA01F21}"/>
              </a:ext>
            </a:extLst>
          </p:cNvPr>
          <p:cNvSpPr>
            <a:spLocks noGrp="1"/>
          </p:cNvSpPr>
          <p:nvPr>
            <p:ph type="title"/>
          </p:nvPr>
        </p:nvSpPr>
        <p:spPr>
          <a:xfrm>
            <a:off x="1288064" y="762000"/>
            <a:ext cx="9637776" cy="1628805"/>
          </a:xfrm>
        </p:spPr>
        <p:txBody>
          <a:bodyPr>
            <a:normAutofit/>
          </a:bodyPr>
          <a:lstStyle/>
          <a:p>
            <a:r>
              <a:rPr lang="en-US" b="1" dirty="0"/>
              <a:t>Qualitative Risk Analysis</a:t>
            </a:r>
            <a:endParaRPr lang="en-US" dirty="0"/>
          </a:p>
        </p:txBody>
      </p:sp>
      <p:sp>
        <p:nvSpPr>
          <p:cNvPr id="3" name="Content Placeholder 2">
            <a:extLst>
              <a:ext uri="{FF2B5EF4-FFF2-40B4-BE49-F238E27FC236}">
                <a16:creationId xmlns:a16="http://schemas.microsoft.com/office/drawing/2014/main" id="{B327569E-B667-C67E-0F6C-6E5D7729869A}"/>
              </a:ext>
            </a:extLst>
          </p:cNvPr>
          <p:cNvSpPr>
            <a:spLocks noGrp="1"/>
          </p:cNvSpPr>
          <p:nvPr>
            <p:ph idx="1"/>
          </p:nvPr>
        </p:nvSpPr>
        <p:spPr>
          <a:xfrm>
            <a:off x="1277112" y="2069952"/>
            <a:ext cx="9637776" cy="2714771"/>
          </a:xfrm>
        </p:spPr>
        <p:txBody>
          <a:bodyPr>
            <a:noAutofit/>
          </a:bodyPr>
          <a:lstStyle/>
          <a:p>
            <a:pPr marL="0" indent="0">
              <a:buNone/>
            </a:pPr>
            <a:br>
              <a:rPr lang="en-US" sz="1800" b="1" dirty="0"/>
            </a:br>
            <a:r>
              <a:rPr lang="en-US" sz="1800" dirty="0"/>
              <a:t>• Pick an asset: A laptop.</a:t>
            </a:r>
            <a:br>
              <a:rPr lang="en-US" sz="1800" dirty="0"/>
            </a:br>
            <a:br>
              <a:rPr lang="en-US" sz="1800" dirty="0"/>
            </a:br>
            <a:r>
              <a:rPr lang="en-US" sz="1800" dirty="0"/>
              <a:t>• How likely is one to get stolen or left somewhere?</a:t>
            </a:r>
            <a:br>
              <a:rPr lang="en-US" sz="1800" dirty="0"/>
            </a:br>
            <a:br>
              <a:rPr lang="en-US" sz="1800" dirty="0"/>
            </a:br>
            <a:r>
              <a:rPr lang="en-US" sz="1800" dirty="0"/>
              <a:t>• How bad is it if it happens?</a:t>
            </a:r>
            <a:br>
              <a:rPr lang="en-US" sz="1800" dirty="0"/>
            </a:br>
            <a:endParaRPr lang="en-US" sz="1800" dirty="0"/>
          </a:p>
          <a:p>
            <a:pPr marL="457200" lvl="1" indent="0"/>
            <a:r>
              <a:rPr lang="en-US" sz="1800" dirty="0"/>
              <a:t> That really depends on a couple of things:</a:t>
            </a:r>
            <a:br>
              <a:rPr lang="en-US" sz="1800" dirty="0"/>
            </a:br>
            <a:br>
              <a:rPr lang="en-US" sz="1800" dirty="0"/>
            </a:br>
            <a:r>
              <a:rPr lang="en-US" sz="1800" dirty="0"/>
              <a:t>	• Is it encrypted?</a:t>
            </a:r>
            <a:br>
              <a:rPr lang="en-US" sz="1800" dirty="0"/>
            </a:br>
            <a:br>
              <a:rPr lang="en-US" sz="1800" dirty="0"/>
            </a:br>
            <a:r>
              <a:rPr lang="en-US" sz="1800" dirty="0"/>
              <a:t>	• Does it contain classified or PII/PHI content?</a:t>
            </a:r>
          </a:p>
          <a:p>
            <a:pPr marL="0" indent="0">
              <a:buNone/>
            </a:pPr>
            <a:br>
              <a:rPr lang="en-US" sz="1800" dirty="0"/>
            </a:br>
            <a:endParaRPr lang="en-US" sz="1800" dirty="0"/>
          </a:p>
        </p:txBody>
      </p:sp>
      <p:sp>
        <p:nvSpPr>
          <p:cNvPr id="4" name="Slide Number Placeholder 3">
            <a:extLst>
              <a:ext uri="{FF2B5EF4-FFF2-40B4-BE49-F238E27FC236}">
                <a16:creationId xmlns:a16="http://schemas.microsoft.com/office/drawing/2014/main" id="{06ADA2A1-6E7E-E98C-146A-D9FC17E22152}"/>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5E43E96E-F1A9-4EF5-B2C9-961A48B39CF1}" type="slidenum">
              <a:rPr kumimoji="0" lang="en-US" sz="1200" b="0" i="0" u="none" strike="noStrike" kern="1200" cap="none" spc="0" normalizeH="0" baseline="0" noProof="0">
                <a:ln>
                  <a:noFill/>
                </a:ln>
                <a:solidFill>
                  <a:prstClr val="black">
                    <a:tint val="75000"/>
                  </a:prstClr>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ts val="600"/>
                </a:spcAft>
                <a:buClrTx/>
                <a:buSzTx/>
                <a:buFontTx/>
                <a:buNone/>
                <a:tabLst/>
                <a:defRPr/>
              </a:pPr>
              <a:t>53</a:t>
            </a:fld>
            <a:endParaRPr kumimoji="0" lang="en-US" sz="1200" b="0" i="0" u="none" strike="noStrike" kern="1200" cap="none" spc="0" normalizeH="0" baseline="0" noProof="0">
              <a:ln>
                <a:noFill/>
              </a:ln>
              <a:solidFill>
                <a:prstClr val="black">
                  <a:tint val="75000"/>
                </a:prstClr>
              </a:solidFill>
              <a:effectLst/>
              <a:uLnTx/>
              <a:uFillTx/>
              <a:latin typeface="Arial" charset="0"/>
              <a:ea typeface="+mn-ea"/>
              <a:cs typeface="Arial" charset="0"/>
            </a:endParaRPr>
          </a:p>
        </p:txBody>
      </p:sp>
    </p:spTree>
    <p:extLst>
      <p:ext uri="{BB962C8B-B14F-4D97-AF65-F5344CB8AC3E}">
        <p14:creationId xmlns:p14="http://schemas.microsoft.com/office/powerpoint/2010/main" val="15038167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62D6-8CC0-C1FD-C04A-C1E7352CF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55992-B31F-6C76-C043-AE7DC8329E2A}"/>
              </a:ext>
            </a:extLst>
          </p:cNvPr>
          <p:cNvSpPr>
            <a:spLocks noGrp="1"/>
          </p:cNvSpPr>
          <p:nvPr>
            <p:ph type="title"/>
          </p:nvPr>
        </p:nvSpPr>
        <p:spPr/>
        <p:txBody>
          <a:bodyPr/>
          <a:lstStyle/>
          <a:p>
            <a:r>
              <a:rPr lang="en-US" sz="4400" b="0" i="0" u="none" strike="noStrike" baseline="0" dirty="0">
                <a:solidFill>
                  <a:srgbClr val="000000"/>
                </a:solidFill>
                <a:latin typeface="Arial" panose="020B0604020202020204" pitchFamily="34" charset="0"/>
              </a:rPr>
              <a:t>Risk Analysis Matrix</a:t>
            </a:r>
            <a:endParaRPr lang="en-US" dirty="0"/>
          </a:p>
        </p:txBody>
      </p:sp>
      <p:pic>
        <p:nvPicPr>
          <p:cNvPr id="5" name="Content Placeholder 4">
            <a:extLst>
              <a:ext uri="{FF2B5EF4-FFF2-40B4-BE49-F238E27FC236}">
                <a16:creationId xmlns:a16="http://schemas.microsoft.com/office/drawing/2014/main" id="{B85435CD-70C8-52FE-9776-A2723AD8BC1A}"/>
              </a:ext>
            </a:extLst>
          </p:cNvPr>
          <p:cNvPicPr>
            <a:picLocks noGrp="1" noChangeAspect="1"/>
          </p:cNvPicPr>
          <p:nvPr>
            <p:ph idx="1"/>
          </p:nvPr>
        </p:nvPicPr>
        <p:blipFill>
          <a:blip r:embed="rId2"/>
          <a:stretch>
            <a:fillRect/>
          </a:stretch>
        </p:blipFill>
        <p:spPr>
          <a:xfrm>
            <a:off x="2018425" y="1815202"/>
            <a:ext cx="8155150" cy="5042798"/>
          </a:xfrm>
        </p:spPr>
      </p:pic>
    </p:spTree>
    <p:extLst>
      <p:ext uri="{BB962C8B-B14F-4D97-AF65-F5344CB8AC3E}">
        <p14:creationId xmlns:p14="http://schemas.microsoft.com/office/powerpoint/2010/main" val="8015031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83FA4-2555-8EFC-B84D-AA5B2B49E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6E1B6-40C0-B505-3A29-DAE58FC4FB3A}"/>
              </a:ext>
            </a:extLst>
          </p:cNvPr>
          <p:cNvSpPr>
            <a:spLocks noGrp="1"/>
          </p:cNvSpPr>
          <p:nvPr>
            <p:ph type="title"/>
          </p:nvPr>
        </p:nvSpPr>
        <p:spPr/>
        <p:txBody>
          <a:bodyPr/>
          <a:lstStyle/>
          <a:p>
            <a:r>
              <a:rPr lang="en-US" dirty="0"/>
              <a:t>Qualitative Risk</a:t>
            </a:r>
          </a:p>
        </p:txBody>
      </p:sp>
      <p:sp>
        <p:nvSpPr>
          <p:cNvPr id="4" name="Slide Number Placeholder 3">
            <a:extLst>
              <a:ext uri="{FF2B5EF4-FFF2-40B4-BE49-F238E27FC236}">
                <a16:creationId xmlns:a16="http://schemas.microsoft.com/office/drawing/2014/main" id="{BA8C7ECD-FF80-E24D-0740-D9557866282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E43E96E-F1A9-4EF5-B2C9-961A48B39CF1}" type="slidenum">
              <a:rPr kumimoji="0" lang="en-US" sz="1200" b="0" i="0" u="none" strike="noStrike" kern="1200" cap="none" spc="0" normalizeH="0" baseline="0" noProof="0" smtClean="0">
                <a:ln>
                  <a:noFill/>
                </a:ln>
                <a:solidFill>
                  <a:prstClr val="black">
                    <a:tint val="75000"/>
                  </a:prstClr>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sz="1200" b="0" i="0" u="none" strike="noStrike" kern="1200" cap="none" spc="0" normalizeH="0" baseline="0" noProof="0">
              <a:ln>
                <a:noFill/>
              </a:ln>
              <a:solidFill>
                <a:prstClr val="black">
                  <a:tint val="75000"/>
                </a:prstClr>
              </a:solidFill>
              <a:effectLst/>
              <a:uLnTx/>
              <a:uFillTx/>
              <a:latin typeface="Arial" charset="0"/>
              <a:ea typeface="+mn-ea"/>
              <a:cs typeface="Arial" charset="0"/>
            </a:endParaRPr>
          </a:p>
        </p:txBody>
      </p:sp>
      <p:pic>
        <p:nvPicPr>
          <p:cNvPr id="9" name="Content Placeholder 8">
            <a:extLst>
              <a:ext uri="{FF2B5EF4-FFF2-40B4-BE49-F238E27FC236}">
                <a16:creationId xmlns:a16="http://schemas.microsoft.com/office/drawing/2014/main" id="{F548168A-AA66-E533-EE48-F95B3CDC321E}"/>
              </a:ext>
            </a:extLst>
          </p:cNvPr>
          <p:cNvPicPr>
            <a:picLocks noGrp="1" noChangeAspect="1"/>
          </p:cNvPicPr>
          <p:nvPr>
            <p:ph idx="1"/>
          </p:nvPr>
        </p:nvPicPr>
        <p:blipFill>
          <a:blip r:embed="rId2"/>
          <a:stretch>
            <a:fillRect/>
          </a:stretch>
        </p:blipFill>
        <p:spPr>
          <a:xfrm>
            <a:off x="2631281" y="1981200"/>
            <a:ext cx="6929438" cy="4285132"/>
          </a:xfrm>
          <a:prstGeom prst="rect">
            <a:avLst/>
          </a:prstGeom>
        </p:spPr>
      </p:pic>
    </p:spTree>
    <p:extLst>
      <p:ext uri="{BB962C8B-B14F-4D97-AF65-F5344CB8AC3E}">
        <p14:creationId xmlns:p14="http://schemas.microsoft.com/office/powerpoint/2010/main" val="21942939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D28327F-09BE-8341-ED0C-5AB86E681F59}"/>
            </a:ext>
          </a:extLst>
        </p:cNvPr>
        <p:cNvGrpSpPr/>
        <p:nvPr/>
      </p:nvGrpSpPr>
      <p:grpSpPr>
        <a:xfrm>
          <a:off x="0" y="0"/>
          <a:ext cx="0" cy="0"/>
          <a:chOff x="0" y="0"/>
          <a:chExt cx="0" cy="0"/>
        </a:xfrm>
      </p:grpSpPr>
      <p:sp>
        <p:nvSpPr>
          <p:cNvPr id="25" name="Rectangle 20">
            <a:extLst>
              <a:ext uri="{FF2B5EF4-FFF2-40B4-BE49-F238E27FC236}">
                <a16:creationId xmlns:a16="http://schemas.microsoft.com/office/drawing/2014/main" id="{1297272C-142D-D84C-E5E3-9CE7107426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91C85B-6B89-A175-B1B2-E47571B66AA6}"/>
              </a:ext>
            </a:extLst>
          </p:cNvPr>
          <p:cNvSpPr>
            <a:spLocks noGrp="1"/>
          </p:cNvSpPr>
          <p:nvPr>
            <p:ph type="title"/>
          </p:nvPr>
        </p:nvSpPr>
        <p:spPr>
          <a:xfrm>
            <a:off x="603938" y="640081"/>
            <a:ext cx="2608655" cy="5257799"/>
          </a:xfrm>
        </p:spPr>
        <p:txBody>
          <a:bodyPr vert="horz" lIns="91440" tIns="45720" rIns="91440" bIns="45720" rtlCol="0" anchor="ctr">
            <a:normAutofit/>
          </a:bodyPr>
          <a:lstStyle/>
          <a:p>
            <a:r>
              <a:rPr lang="en-US" sz="3600">
                <a:solidFill>
                  <a:srgbClr val="2C2C2C"/>
                </a:solidFill>
              </a:rPr>
              <a:t>Qualitative Risk</a:t>
            </a:r>
          </a:p>
        </p:txBody>
      </p:sp>
      <p:sp>
        <p:nvSpPr>
          <p:cNvPr id="26" name="Rounded Rectangle 9">
            <a:extLst>
              <a:ext uri="{FF2B5EF4-FFF2-40B4-BE49-F238E27FC236}">
                <a16:creationId xmlns:a16="http://schemas.microsoft.com/office/drawing/2014/main" id="{C97A230E-1ED1-6C6A-5D0C-B80461BF0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0067"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7EFC0614-C429-E494-2666-1A76C4DF599E}"/>
              </a:ext>
            </a:extLst>
          </p:cNvPr>
          <p:cNvPicPr>
            <a:picLocks noChangeAspect="1"/>
          </p:cNvPicPr>
          <p:nvPr/>
        </p:nvPicPr>
        <p:blipFill rotWithShape="1">
          <a:blip r:embed="rId2"/>
          <a:srcRect r="561" b="1"/>
          <a:stretch/>
        </p:blipFill>
        <p:spPr>
          <a:xfrm>
            <a:off x="4062964" y="942538"/>
            <a:ext cx="7163222" cy="4808332"/>
          </a:xfrm>
          <a:prstGeom prst="rect">
            <a:avLst/>
          </a:prstGeom>
          <a:effectLst/>
        </p:spPr>
      </p:pic>
    </p:spTree>
    <p:extLst>
      <p:ext uri="{BB962C8B-B14F-4D97-AF65-F5344CB8AC3E}">
        <p14:creationId xmlns:p14="http://schemas.microsoft.com/office/powerpoint/2010/main" val="19733007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34C6CE"/>
        </a:solidFill>
        <a:effectLst/>
      </p:bgPr>
    </p:bg>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RISK ANALYSIS</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1828800"/>
          </a:xfrm>
          <a:prstGeom prst="rect">
            <a:avLst/>
          </a:prstGeom>
          <a:noFill/>
          <a:ln/>
        </p:spPr>
        <p:txBody>
          <a:bodyPr wrap="square" rtlCol="0" anchor="ctr"/>
          <a:lstStyle/>
          <a:p>
            <a:pPr algn="ctr" defTabSz="1219170" fontAlgn="auto">
              <a:spcBef>
                <a:spcPts val="0"/>
              </a:spcBef>
              <a:spcAft>
                <a:spcPts val="0"/>
              </a:spcAft>
            </a:pPr>
            <a:r>
              <a:rPr lang="en-US" sz="7200" kern="0" spc="133" dirty="0">
                <a:solidFill>
                  <a:srgbClr val="1A1A1A"/>
                </a:solidFill>
                <a:latin typeface="Impact" pitchFamily="34" charset="0"/>
                <a:ea typeface="Impact" pitchFamily="34" charset="-122"/>
                <a:cs typeface="Impact" pitchFamily="34" charset="-120"/>
              </a:rPr>
              <a:t>DELPHI TECHNIQUE</a:t>
            </a:r>
            <a:endParaRPr lang="en-US" sz="7200"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1950720" y="3633216"/>
            <a:ext cx="829056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731520" y="3779520"/>
            <a:ext cx="10728960" cy="1706880"/>
          </a:xfrm>
          <a:prstGeom prst="rect">
            <a:avLst/>
          </a:prstGeom>
          <a:noFill/>
          <a:ln/>
        </p:spPr>
        <p:txBody>
          <a:bodyPr wrap="square" rtlCol="0" anchor="t"/>
          <a:lstStyle/>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An </a:t>
            </a:r>
            <a:r>
              <a:rPr lang="en-US" sz="4267" b="1" dirty="0">
                <a:solidFill>
                  <a:srgbClr val="111111"/>
                </a:solidFill>
                <a:highlight>
                  <a:srgbClr val="F4FF3B"/>
                </a:highlight>
                <a:latin typeface="Century Gothic" pitchFamily="34" charset="0"/>
                <a:ea typeface="Century Gothic" pitchFamily="34" charset="-122"/>
                <a:cs typeface="Century Gothic" pitchFamily="34" charset="-120"/>
              </a:rPr>
              <a:t>anonymous</a:t>
            </a:r>
            <a:r>
              <a:rPr lang="en-US" sz="4267" dirty="0">
                <a:solidFill>
                  <a:srgbClr val="1A1A1A"/>
                </a:solidFill>
                <a:latin typeface="Century Gothic" pitchFamily="34" charset="0"/>
                <a:ea typeface="Century Gothic" pitchFamily="34" charset="-122"/>
                <a:cs typeface="Century Gothic" pitchFamily="34" charset="-120"/>
              </a:rPr>
              <a:t> feedback-and-response</a:t>
            </a:r>
            <a:endParaRPr lang="en-US" sz="42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process used to arrive at a consensus.</a:t>
            </a:r>
            <a:endParaRPr lang="en-US" sz="4267" dirty="0">
              <a:solidFill>
                <a:prstClr val="black"/>
              </a:solidFill>
              <a:latin typeface="Calibri" panose="020F0502020204030204"/>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34C6CE"/>
        </a:solidFill>
        <a:effectLst/>
      </p:bgPr>
    </p:bg>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6437376"/>
            <a:ext cx="12192000" cy="4206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6437376"/>
            <a:ext cx="11338560" cy="420624"/>
          </a:xfrm>
          <a:prstGeom prst="rect">
            <a:avLst/>
          </a:prstGeom>
          <a:noFill/>
          <a:ln/>
        </p:spPr>
        <p:txBody>
          <a:bodyPr wrap="square" rtlCol="0" anchor="ctr"/>
          <a:lstStyle/>
          <a:p>
            <a:pPr algn="ctr" defTabSz="1219170" fontAlgn="auto">
              <a:spcBef>
                <a:spcPts val="0"/>
              </a:spcBef>
              <a:spcAft>
                <a:spcPts val="0"/>
              </a:spcAft>
            </a:pPr>
            <a:r>
              <a:rPr lang="en-US" sz="2133" kern="0" spc="133" dirty="0">
                <a:solidFill>
                  <a:srgbClr val="FFFFFF"/>
                </a:solidFill>
                <a:latin typeface="Impact" pitchFamily="34" charset="0"/>
                <a:ea typeface="Impact" pitchFamily="34" charset="-122"/>
                <a:cs typeface="Impact" pitchFamily="34" charset="-120"/>
              </a:rPr>
              <a:t>DOMAIN 1: </a:t>
            </a:r>
            <a:r>
              <a:rPr lang="en-US" sz="2133" kern="0" spc="133" dirty="0">
                <a:solidFill>
                  <a:srgbClr val="1CDDEB"/>
                </a:solidFill>
                <a:latin typeface="Impact" pitchFamily="34" charset="0"/>
                <a:ea typeface="Impact" pitchFamily="34" charset="-122"/>
                <a:cs typeface="Impact" pitchFamily="34" charset="-120"/>
              </a:rPr>
              <a:t>RISK ANALYSIS</a:t>
            </a:r>
            <a:endParaRPr lang="en-US" sz="2133" dirty="0">
              <a:solidFill>
                <a:prstClr val="black"/>
              </a:solidFill>
              <a:latin typeface="Calibri" panose="020F0502020204030204"/>
              <a:cs typeface="+mn-cs"/>
            </a:endParaRPr>
          </a:p>
        </p:txBody>
      </p:sp>
      <p:sp>
        <p:nvSpPr>
          <p:cNvPr id="4" name="Text 2"/>
          <p:cNvSpPr/>
          <p:nvPr/>
        </p:nvSpPr>
        <p:spPr>
          <a:xfrm>
            <a:off x="487680" y="1645920"/>
            <a:ext cx="11216640" cy="1828800"/>
          </a:xfrm>
          <a:prstGeom prst="rect">
            <a:avLst/>
          </a:prstGeom>
          <a:noFill/>
          <a:ln/>
        </p:spPr>
        <p:txBody>
          <a:bodyPr wrap="square" rtlCol="0" anchor="ctr"/>
          <a:lstStyle/>
          <a:p>
            <a:pPr algn="ctr" defTabSz="1219170" fontAlgn="auto">
              <a:spcBef>
                <a:spcPts val="0"/>
              </a:spcBef>
              <a:spcAft>
                <a:spcPts val="0"/>
              </a:spcAft>
            </a:pPr>
            <a:r>
              <a:rPr lang="en-US" sz="11200" kern="0" spc="133" dirty="0">
                <a:solidFill>
                  <a:srgbClr val="1A1A1A"/>
                </a:solidFill>
                <a:latin typeface="Impact" pitchFamily="34" charset="0"/>
                <a:ea typeface="Impact" pitchFamily="34" charset="-122"/>
                <a:cs typeface="Impact" pitchFamily="34" charset="-120"/>
              </a:rPr>
              <a:t>QUANTITATIVE</a:t>
            </a:r>
            <a:endParaRPr lang="en-US" sz="11200"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1950720" y="3633216"/>
            <a:ext cx="829056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731520" y="3779520"/>
            <a:ext cx="10728960" cy="1706880"/>
          </a:xfrm>
          <a:prstGeom prst="rect">
            <a:avLst/>
          </a:prstGeom>
          <a:noFill/>
          <a:ln/>
        </p:spPr>
        <p:txBody>
          <a:bodyPr wrap="square" rtlCol="0" anchor="t"/>
          <a:lstStyle/>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Assigns a </a:t>
            </a:r>
            <a:r>
              <a:rPr lang="en-US" sz="4267" b="1" dirty="0">
                <a:solidFill>
                  <a:srgbClr val="111111"/>
                </a:solidFill>
                <a:highlight>
                  <a:srgbClr val="F4FF3B"/>
                </a:highlight>
                <a:latin typeface="Century Gothic" pitchFamily="34" charset="0"/>
                <a:ea typeface="Century Gothic" pitchFamily="34" charset="-122"/>
                <a:cs typeface="Century Gothic" pitchFamily="34" charset="-120"/>
              </a:rPr>
              <a:t>dollar value</a:t>
            </a:r>
            <a:r>
              <a:rPr lang="en-US" sz="4267" dirty="0">
                <a:solidFill>
                  <a:srgbClr val="1A1A1A"/>
                </a:solidFill>
                <a:latin typeface="Century Gothic" pitchFamily="34" charset="0"/>
                <a:ea typeface="Century Gothic" pitchFamily="34" charset="-122"/>
                <a:cs typeface="Century Gothic" pitchFamily="34" charset="-120"/>
              </a:rPr>
              <a:t> to evaluate</a:t>
            </a:r>
            <a:endParaRPr lang="en-US" sz="42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4267" dirty="0">
                <a:solidFill>
                  <a:srgbClr val="1A1A1A"/>
                </a:solidFill>
                <a:latin typeface="Century Gothic" pitchFamily="34" charset="0"/>
                <a:ea typeface="Century Gothic" pitchFamily="34" charset="-122"/>
                <a:cs typeface="Century Gothic" pitchFamily="34" charset="-120"/>
              </a:rPr>
              <a:t>effectiveness of countermeasures</a:t>
            </a:r>
            <a:endParaRPr lang="en-US" sz="4267" dirty="0">
              <a:solidFill>
                <a:prstClr val="black"/>
              </a:solidFill>
              <a:latin typeface="Calibri" panose="020F0502020204030204"/>
              <a:cs typeface="+mn-cs"/>
            </a:endParaRPr>
          </a:p>
        </p:txBody>
      </p:sp>
      <p:sp>
        <p:nvSpPr>
          <p:cNvPr id="7" name="Text 5"/>
          <p:cNvSpPr/>
          <p:nvPr/>
        </p:nvSpPr>
        <p:spPr>
          <a:xfrm>
            <a:off x="609600" y="5303520"/>
            <a:ext cx="10972800" cy="853440"/>
          </a:xfrm>
          <a:prstGeom prst="rect">
            <a:avLst/>
          </a:prstGeom>
          <a:noFill/>
          <a:ln/>
        </p:spPr>
        <p:txBody>
          <a:bodyPr wrap="square" rtlCol="0" anchor="ctr"/>
          <a:lstStyle/>
          <a:p>
            <a:pPr algn="ctr" defTabSz="1219170" fontAlgn="auto">
              <a:spcBef>
                <a:spcPts val="0"/>
              </a:spcBef>
              <a:spcAft>
                <a:spcPts val="0"/>
              </a:spcAft>
            </a:pPr>
            <a:r>
              <a:rPr lang="en-US" sz="4533" dirty="0">
                <a:solidFill>
                  <a:srgbClr val="EE1C25"/>
                </a:solidFill>
                <a:latin typeface="Ink Free" pitchFamily="34" charset="0"/>
                <a:ea typeface="Ink Free" pitchFamily="34" charset="-122"/>
                <a:cs typeface="Ink Free" pitchFamily="34" charset="-120"/>
              </a:rPr>
              <a:t>OBJECTIVE</a:t>
            </a:r>
            <a:endParaRPr lang="en-US" sz="4533" dirty="0">
              <a:solidFill>
                <a:prstClr val="black"/>
              </a:solidFill>
              <a:latin typeface="Calibri" panose="020F0502020204030204"/>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29540D-1EFB-C48A-7146-642A327EF276}"/>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ADAE6A7-8978-5A8C-177F-D9F050788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04822E57-B9C1-E2F9-7498-2023F72F05AE}"/>
              </a:ext>
            </a:extLst>
          </p:cNvPr>
          <p:cNvSpPr>
            <a:spLocks noGrp="1"/>
          </p:cNvSpPr>
          <p:nvPr>
            <p:ph type="title"/>
          </p:nvPr>
        </p:nvSpPr>
        <p:spPr>
          <a:xfrm>
            <a:off x="838200" y="556995"/>
            <a:ext cx="10515600" cy="1133693"/>
          </a:xfrm>
        </p:spPr>
        <p:txBody>
          <a:bodyPr>
            <a:normAutofit/>
          </a:bodyPr>
          <a:lstStyle/>
          <a:p>
            <a:r>
              <a:rPr lang="en-US" sz="5200" b="1"/>
              <a:t>Quantitative Risk Analysis</a:t>
            </a:r>
            <a:endParaRPr lang="en-US" sz="5200"/>
          </a:p>
        </p:txBody>
      </p:sp>
      <p:sp>
        <p:nvSpPr>
          <p:cNvPr id="4" name="Slide Number Placeholder 3">
            <a:extLst>
              <a:ext uri="{FF2B5EF4-FFF2-40B4-BE49-F238E27FC236}">
                <a16:creationId xmlns:a16="http://schemas.microsoft.com/office/drawing/2014/main" id="{01C0809C-E5C4-A0C8-BC5E-61CA82D888EC}"/>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5E43E96E-F1A9-4EF5-B2C9-961A48B39CF1}" type="slidenum">
              <a:rPr kumimoji="0" lang="en-US" sz="1200" b="0" i="0" u="none" strike="noStrike" kern="1200" cap="none" spc="0" normalizeH="0" baseline="0" noProof="0">
                <a:ln>
                  <a:noFill/>
                </a:ln>
                <a:solidFill>
                  <a:prstClr val="black">
                    <a:tint val="75000"/>
                  </a:prstClr>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ts val="600"/>
                </a:spcAft>
                <a:buClrTx/>
                <a:buSzTx/>
                <a:buFontTx/>
                <a:buNone/>
                <a:tabLst/>
                <a:defRPr/>
              </a:pPr>
              <a:t>59</a:t>
            </a:fld>
            <a:endParaRPr kumimoji="0" lang="en-US" sz="1200" b="0" i="0" u="none" strike="noStrike" kern="1200" cap="none" spc="0" normalizeH="0" baseline="0" noProof="0">
              <a:ln>
                <a:noFill/>
              </a:ln>
              <a:solidFill>
                <a:prstClr val="black">
                  <a:tint val="75000"/>
                </a:prstClr>
              </a:solidFill>
              <a:effectLst/>
              <a:uLnTx/>
              <a:uFillTx/>
              <a:latin typeface="Arial" charset="0"/>
              <a:ea typeface="+mn-ea"/>
              <a:cs typeface="Arial" charset="0"/>
            </a:endParaRPr>
          </a:p>
        </p:txBody>
      </p:sp>
      <p:graphicFrame>
        <p:nvGraphicFramePr>
          <p:cNvPr id="13" name="Content Placeholder 2">
            <a:extLst>
              <a:ext uri="{FF2B5EF4-FFF2-40B4-BE49-F238E27FC236}">
                <a16:creationId xmlns:a16="http://schemas.microsoft.com/office/drawing/2014/main" id="{845B025A-3E0A-BE9B-95EF-707631E5D56C}"/>
              </a:ext>
            </a:extLst>
          </p:cNvPr>
          <p:cNvGraphicFramePr>
            <a:graphicFrameLocks noGrp="1"/>
          </p:cNvGraphicFramePr>
          <p:nvPr>
            <p:ph idx="1"/>
            <p:extLst>
              <p:ext uri="{D42A27DB-BD31-4B8C-83A1-F6EECF244321}">
                <p14:modId xmlns:p14="http://schemas.microsoft.com/office/powerpoint/2010/main" val="9195314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1873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975360"/>
            <a:ext cx="11338560" cy="1036320"/>
          </a:xfrm>
          <a:prstGeom prst="rect">
            <a:avLst/>
          </a:prstGeom>
          <a:noFill/>
          <a:ln/>
        </p:spPr>
        <p:txBody>
          <a:bodyPr wrap="square" rtlCol="0" anchor="ctr"/>
          <a:lstStyle/>
          <a:p>
            <a:pPr defTabSz="1219170" fontAlgn="auto">
              <a:spcBef>
                <a:spcPts val="0"/>
              </a:spcBef>
              <a:spcAft>
                <a:spcPts val="0"/>
              </a:spcAft>
            </a:pPr>
            <a:r>
              <a:rPr lang="en-US" sz="5333" kern="0" spc="133" dirty="0">
                <a:solidFill>
                  <a:srgbClr val="1CDDEB"/>
                </a:solidFill>
                <a:latin typeface="Impact" pitchFamily="34" charset="0"/>
                <a:ea typeface="Impact" pitchFamily="34" charset="-122"/>
                <a:cs typeface="Impact" pitchFamily="34" charset="-120"/>
              </a:rPr>
              <a:t>Terms and formulas: (slides on each)</a:t>
            </a:r>
            <a:endParaRPr lang="en-US" sz="5333" dirty="0">
              <a:solidFill>
                <a:prstClr val="black"/>
              </a:solidFill>
              <a:latin typeface="Calibri" panose="020F0502020204030204"/>
              <a:cs typeface="+mn-cs"/>
            </a:endParaRPr>
          </a:p>
        </p:txBody>
      </p:sp>
      <p:sp>
        <p:nvSpPr>
          <p:cNvPr id="5" name="Text 3"/>
          <p:cNvSpPr/>
          <p:nvPr/>
        </p:nvSpPr>
        <p:spPr>
          <a:xfrm>
            <a:off x="487680" y="1950720"/>
            <a:ext cx="11460480" cy="609600"/>
          </a:xfrm>
          <a:prstGeom prst="rect">
            <a:avLst/>
          </a:prstGeom>
          <a:noFill/>
          <a:ln/>
        </p:spPr>
        <p:txBody>
          <a:bodyPr wrap="square" rtlCol="0" anchor="ctr"/>
          <a:lstStyle/>
          <a:p>
            <a:pPr defTabSz="1219170" fontAlgn="auto">
              <a:spcBef>
                <a:spcPts val="0"/>
              </a:spcBef>
              <a:spcAft>
                <a:spcPts val="0"/>
              </a:spcAft>
            </a:pPr>
            <a:r>
              <a:rPr lang="en-US" sz="2933" dirty="0">
                <a:solidFill>
                  <a:srgbClr val="1A1A1A"/>
                </a:solidFill>
                <a:latin typeface="Century Gothic" pitchFamily="34" charset="0"/>
                <a:ea typeface="Century Gothic" pitchFamily="34" charset="-122"/>
                <a:cs typeface="Century Gothic" pitchFamily="34" charset="-120"/>
              </a:rPr>
              <a:t>Important elements in quantifying potential loss</a:t>
            </a:r>
            <a:endParaRPr lang="en-US" sz="2933" dirty="0">
              <a:solidFill>
                <a:prstClr val="black"/>
              </a:solidFill>
              <a:latin typeface="Calibri" panose="020F0502020204030204"/>
              <a:cs typeface="+mn-cs"/>
            </a:endParaRPr>
          </a:p>
        </p:txBody>
      </p:sp>
      <p:sp>
        <p:nvSpPr>
          <p:cNvPr id="6" name="Text 4"/>
          <p:cNvSpPr/>
          <p:nvPr/>
        </p:nvSpPr>
        <p:spPr>
          <a:xfrm>
            <a:off x="487680" y="2621280"/>
            <a:ext cx="11460480" cy="670560"/>
          </a:xfrm>
          <a:prstGeom prst="rect">
            <a:avLst/>
          </a:prstGeom>
          <a:noFill/>
          <a:ln/>
        </p:spPr>
        <p:txBody>
          <a:bodyPr wrap="square" rtlCol="0" anchor="ctr"/>
          <a:lstStyle/>
          <a:p>
            <a:pPr defTabSz="1219170" fontAlgn="auto">
              <a:spcBef>
                <a:spcPts val="0"/>
              </a:spcBef>
              <a:spcAft>
                <a:spcPts val="0"/>
              </a:spcAft>
            </a:pPr>
            <a:r>
              <a:rPr lang="en-US" sz="3200" b="1" dirty="0">
                <a:solidFill>
                  <a:srgbClr val="1A1A1A"/>
                </a:solidFill>
                <a:latin typeface="Century Gothic" pitchFamily="34" charset="0"/>
                <a:ea typeface="Century Gothic" pitchFamily="34" charset="-122"/>
                <a:cs typeface="Century Gothic" pitchFamily="34" charset="-120"/>
              </a:rPr>
              <a:t>exposure factor </a:t>
            </a:r>
            <a:r>
              <a:rPr lang="en-US" sz="2267" b="1" dirty="0">
                <a:solidFill>
                  <a:srgbClr val="1A1A1A"/>
                </a:solidFill>
                <a:latin typeface="Century Gothic" pitchFamily="34" charset="0"/>
                <a:ea typeface="Century Gothic" pitchFamily="34" charset="-122"/>
                <a:cs typeface="Century Gothic" pitchFamily="34" charset="-120"/>
              </a:rPr>
              <a:t>(EF)</a:t>
            </a:r>
            <a:endParaRPr lang="en-US" sz="3200" dirty="0">
              <a:solidFill>
                <a:prstClr val="black"/>
              </a:solidFill>
              <a:latin typeface="Calibri" panose="020F0502020204030204"/>
              <a:cs typeface="+mn-cs"/>
            </a:endParaRPr>
          </a:p>
        </p:txBody>
      </p:sp>
      <p:sp>
        <p:nvSpPr>
          <p:cNvPr id="7" name="Text 5"/>
          <p:cNvSpPr/>
          <p:nvPr/>
        </p:nvSpPr>
        <p:spPr>
          <a:xfrm>
            <a:off x="487680" y="3352800"/>
            <a:ext cx="11460480" cy="670560"/>
          </a:xfrm>
          <a:prstGeom prst="rect">
            <a:avLst/>
          </a:prstGeom>
          <a:noFill/>
          <a:ln/>
        </p:spPr>
        <p:txBody>
          <a:bodyPr wrap="square" rtlCol="0" anchor="ctr"/>
          <a:lstStyle/>
          <a:p>
            <a:pPr defTabSz="1219170" fontAlgn="auto">
              <a:spcBef>
                <a:spcPts val="0"/>
              </a:spcBef>
              <a:spcAft>
                <a:spcPts val="0"/>
              </a:spcAft>
            </a:pPr>
            <a:r>
              <a:rPr lang="en-US" sz="3200" b="1" dirty="0">
                <a:solidFill>
                  <a:srgbClr val="1A1A1A"/>
                </a:solidFill>
                <a:latin typeface="Century Gothic" pitchFamily="34" charset="0"/>
                <a:ea typeface="Century Gothic" pitchFamily="34" charset="-122"/>
                <a:cs typeface="Century Gothic" pitchFamily="34" charset="-120"/>
              </a:rPr>
              <a:t>single loss expectancy </a:t>
            </a:r>
            <a:r>
              <a:rPr lang="en-US" sz="2267" b="1" dirty="0">
                <a:solidFill>
                  <a:srgbClr val="1A1A1A"/>
                </a:solidFill>
                <a:latin typeface="Century Gothic" pitchFamily="34" charset="0"/>
                <a:ea typeface="Century Gothic" pitchFamily="34" charset="-122"/>
                <a:cs typeface="Century Gothic" pitchFamily="34" charset="-120"/>
              </a:rPr>
              <a:t>(SLE)</a:t>
            </a:r>
            <a:endParaRPr lang="en-US" sz="3200" dirty="0">
              <a:solidFill>
                <a:prstClr val="black"/>
              </a:solidFill>
              <a:latin typeface="Calibri" panose="020F0502020204030204"/>
              <a:cs typeface="+mn-cs"/>
            </a:endParaRPr>
          </a:p>
        </p:txBody>
      </p:sp>
      <p:sp>
        <p:nvSpPr>
          <p:cNvPr id="8" name="Text 6"/>
          <p:cNvSpPr/>
          <p:nvPr/>
        </p:nvSpPr>
        <p:spPr>
          <a:xfrm>
            <a:off x="487680" y="4084320"/>
            <a:ext cx="11460480" cy="670560"/>
          </a:xfrm>
          <a:prstGeom prst="rect">
            <a:avLst/>
          </a:prstGeom>
          <a:noFill/>
          <a:ln/>
        </p:spPr>
        <p:txBody>
          <a:bodyPr wrap="square" rtlCol="0" anchor="ctr"/>
          <a:lstStyle/>
          <a:p>
            <a:pPr defTabSz="1219170" fontAlgn="auto">
              <a:spcBef>
                <a:spcPts val="0"/>
              </a:spcBef>
              <a:spcAft>
                <a:spcPts val="0"/>
              </a:spcAft>
            </a:pPr>
            <a:r>
              <a:rPr lang="en-US" sz="3200" b="1" dirty="0">
                <a:solidFill>
                  <a:srgbClr val="1A1A1A"/>
                </a:solidFill>
                <a:latin typeface="Century Gothic" pitchFamily="34" charset="0"/>
                <a:ea typeface="Century Gothic" pitchFamily="34" charset="-122"/>
                <a:cs typeface="Century Gothic" pitchFamily="34" charset="-120"/>
              </a:rPr>
              <a:t>annualized rate of occurrence </a:t>
            </a:r>
            <a:r>
              <a:rPr lang="en-US" sz="2267" b="1" dirty="0">
                <a:solidFill>
                  <a:srgbClr val="1A1A1A"/>
                </a:solidFill>
                <a:latin typeface="Century Gothic" pitchFamily="34" charset="0"/>
                <a:ea typeface="Century Gothic" pitchFamily="34" charset="-122"/>
                <a:cs typeface="Century Gothic" pitchFamily="34" charset="-120"/>
              </a:rPr>
              <a:t>(ARO)</a:t>
            </a:r>
            <a:endParaRPr lang="en-US" sz="3200" dirty="0">
              <a:solidFill>
                <a:prstClr val="black"/>
              </a:solidFill>
              <a:latin typeface="Calibri" panose="020F0502020204030204"/>
              <a:cs typeface="+mn-cs"/>
            </a:endParaRPr>
          </a:p>
        </p:txBody>
      </p:sp>
      <p:sp>
        <p:nvSpPr>
          <p:cNvPr id="9" name="Text 7"/>
          <p:cNvSpPr/>
          <p:nvPr/>
        </p:nvSpPr>
        <p:spPr>
          <a:xfrm>
            <a:off x="487680" y="4815840"/>
            <a:ext cx="11460480" cy="670560"/>
          </a:xfrm>
          <a:prstGeom prst="rect">
            <a:avLst/>
          </a:prstGeom>
          <a:noFill/>
          <a:ln/>
        </p:spPr>
        <p:txBody>
          <a:bodyPr wrap="square" rtlCol="0" anchor="ctr"/>
          <a:lstStyle/>
          <a:p>
            <a:pPr defTabSz="1219170" fontAlgn="auto">
              <a:spcBef>
                <a:spcPts val="0"/>
              </a:spcBef>
              <a:spcAft>
                <a:spcPts val="0"/>
              </a:spcAft>
            </a:pPr>
            <a:r>
              <a:rPr lang="en-US" sz="3200" b="1" dirty="0">
                <a:solidFill>
                  <a:srgbClr val="1A1A1A"/>
                </a:solidFill>
                <a:latin typeface="Century Gothic" pitchFamily="34" charset="0"/>
                <a:ea typeface="Century Gothic" pitchFamily="34" charset="-122"/>
                <a:cs typeface="Century Gothic" pitchFamily="34" charset="-120"/>
              </a:rPr>
              <a:t>annualized loss expectancy </a:t>
            </a:r>
            <a:r>
              <a:rPr lang="en-US" sz="2267" b="1" dirty="0">
                <a:solidFill>
                  <a:srgbClr val="1A1A1A"/>
                </a:solidFill>
                <a:latin typeface="Century Gothic" pitchFamily="34" charset="0"/>
                <a:ea typeface="Century Gothic" pitchFamily="34" charset="-122"/>
                <a:cs typeface="Century Gothic" pitchFamily="34" charset="-120"/>
              </a:rPr>
              <a:t>(ALE)</a:t>
            </a:r>
            <a:endParaRPr lang="en-US" sz="3200" dirty="0">
              <a:solidFill>
                <a:prstClr val="black"/>
              </a:solidFill>
              <a:latin typeface="Calibri" panose="020F0502020204030204"/>
              <a:cs typeface="+mn-cs"/>
            </a:endParaRPr>
          </a:p>
        </p:txBody>
      </p:sp>
      <p:sp>
        <p:nvSpPr>
          <p:cNvPr id="10" name="Text 8"/>
          <p:cNvSpPr/>
          <p:nvPr/>
        </p:nvSpPr>
        <p:spPr>
          <a:xfrm>
            <a:off x="487680" y="5547360"/>
            <a:ext cx="11460480" cy="670560"/>
          </a:xfrm>
          <a:prstGeom prst="rect">
            <a:avLst/>
          </a:prstGeom>
          <a:noFill/>
          <a:ln/>
        </p:spPr>
        <p:txBody>
          <a:bodyPr wrap="square" rtlCol="0" anchor="ctr"/>
          <a:lstStyle/>
          <a:p>
            <a:pPr defTabSz="1219170" fontAlgn="auto">
              <a:spcBef>
                <a:spcPts val="0"/>
              </a:spcBef>
              <a:spcAft>
                <a:spcPts val="0"/>
              </a:spcAft>
            </a:pPr>
            <a:r>
              <a:rPr lang="en-US" sz="3200" b="1" dirty="0">
                <a:solidFill>
                  <a:srgbClr val="1A1A1A"/>
                </a:solidFill>
                <a:latin typeface="Century Gothic" pitchFamily="34" charset="0"/>
                <a:ea typeface="Century Gothic" pitchFamily="34" charset="-122"/>
                <a:cs typeface="Century Gothic" pitchFamily="34" charset="-120"/>
              </a:rPr>
              <a:t>Safeguard evaluation</a:t>
            </a:r>
            <a:endParaRPr lang="en-US" sz="3200" dirty="0">
              <a:solidFill>
                <a:prstClr val="black"/>
              </a:solidFill>
              <a:latin typeface="Calibri" panose="020F0502020204030204"/>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2011680"/>
            <a:ext cx="11216640" cy="1463040"/>
          </a:xfrm>
          <a:prstGeom prst="rect">
            <a:avLst/>
          </a:prstGeom>
          <a:noFill/>
          <a:ln/>
        </p:spPr>
        <p:txBody>
          <a:bodyPr wrap="square" rtlCol="0" anchor="ctr"/>
          <a:lstStyle/>
          <a:p>
            <a:pPr algn="ctr" defTabSz="1219170" fontAlgn="auto">
              <a:lnSpc>
                <a:spcPct val="98000"/>
              </a:lnSpc>
              <a:spcBef>
                <a:spcPts val="0"/>
              </a:spcBef>
              <a:spcAft>
                <a:spcPts val="0"/>
              </a:spcAft>
            </a:pPr>
            <a:r>
              <a:rPr lang="en-US" sz="7733" b="1" dirty="0">
                <a:solidFill>
                  <a:srgbClr val="1CDDEB"/>
                </a:solidFill>
                <a:latin typeface="Century Gothic" pitchFamily="34" charset="0"/>
                <a:ea typeface="Century Gothic" pitchFamily="34" charset="-122"/>
                <a:cs typeface="Century Gothic" pitchFamily="34" charset="-120"/>
              </a:rPr>
              <a:t>Exposure Factor (EF)</a:t>
            </a:r>
            <a:endParaRPr lang="en-US" sz="77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877056"/>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733" u="sng" dirty="0">
                <a:solidFill>
                  <a:srgbClr val="1A1A1A"/>
                </a:solidFill>
                <a:uFill>
                  <a:solidFill>
                    <a:srgbClr val="EE1C25"/>
                  </a:solidFill>
                </a:uFill>
                <a:latin typeface="Century Gothic" pitchFamily="34" charset="0"/>
                <a:ea typeface="Century Gothic" pitchFamily="34" charset="-122"/>
                <a:cs typeface="Century Gothic" pitchFamily="34" charset="-120"/>
              </a:rPr>
              <a:t>Percentage</a:t>
            </a:r>
            <a:r>
              <a:rPr lang="en-US" sz="3733" dirty="0">
                <a:solidFill>
                  <a:srgbClr val="1A1A1A"/>
                </a:solidFill>
                <a:latin typeface="Century Gothic" pitchFamily="34" charset="0"/>
                <a:ea typeface="Century Gothic" pitchFamily="34" charset="-122"/>
                <a:cs typeface="Century Gothic" pitchFamily="34" charset="-120"/>
              </a:rPr>
              <a:t> of loss that an organization</a:t>
            </a:r>
            <a:endParaRPr lang="en-US" sz="3733"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733" dirty="0">
                <a:solidFill>
                  <a:srgbClr val="1A1A1A"/>
                </a:solidFill>
                <a:latin typeface="Century Gothic" pitchFamily="34" charset="0"/>
                <a:ea typeface="Century Gothic" pitchFamily="34" charset="-122"/>
                <a:cs typeface="Century Gothic" pitchFamily="34" charset="-120"/>
              </a:rPr>
              <a:t>would experience if a specific asset</a:t>
            </a:r>
            <a:endParaRPr lang="en-US" sz="3733"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733" dirty="0">
                <a:solidFill>
                  <a:srgbClr val="1A1A1A"/>
                </a:solidFill>
                <a:latin typeface="Century Gothic" pitchFamily="34" charset="0"/>
                <a:ea typeface="Century Gothic" pitchFamily="34" charset="-122"/>
                <a:cs typeface="Century Gothic" pitchFamily="34" charset="-120"/>
              </a:rPr>
              <a:t>were violated by a realized risk</a:t>
            </a:r>
            <a:endParaRPr lang="en-US" sz="3733" dirty="0">
              <a:solidFill>
                <a:prstClr val="black"/>
              </a:solidFill>
              <a:latin typeface="Calibri" panose="020F0502020204030204"/>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Single Loss</a:t>
            </a:r>
            <a:endParaRPr lang="en-US" sz="6933"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Expectancy (SLE)</a:t>
            </a:r>
            <a:endParaRPr lang="en-US" sz="69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414528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4389120"/>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733" dirty="0">
                <a:solidFill>
                  <a:srgbClr val="1A1A1A"/>
                </a:solidFill>
                <a:latin typeface="Century Gothic" pitchFamily="34" charset="0"/>
                <a:ea typeface="Century Gothic" pitchFamily="34" charset="-122"/>
                <a:cs typeface="Century Gothic" pitchFamily="34" charset="-120"/>
              </a:rPr>
              <a:t>Represents the cost associated with a
</a:t>
            </a:r>
            <a:r>
              <a:rPr lang="en-US" sz="3733" u="sng" dirty="0">
                <a:solidFill>
                  <a:srgbClr val="1A1A1A"/>
                </a:solidFill>
                <a:uFill>
                  <a:solidFill>
                    <a:srgbClr val="EE1C25"/>
                  </a:solidFill>
                </a:uFill>
                <a:latin typeface="Century Gothic" pitchFamily="34" charset="0"/>
                <a:ea typeface="Century Gothic" pitchFamily="34" charset="-122"/>
                <a:cs typeface="Century Gothic" pitchFamily="34" charset="-120"/>
              </a:rPr>
              <a:t>single</a:t>
            </a:r>
            <a:r>
              <a:rPr lang="en-US" sz="3733" dirty="0">
                <a:solidFill>
                  <a:srgbClr val="1A1A1A"/>
                </a:solidFill>
                <a:latin typeface="Century Gothic" pitchFamily="34" charset="0"/>
                <a:ea typeface="Century Gothic" pitchFamily="34" charset="-122"/>
                <a:cs typeface="Century Gothic" pitchFamily="34" charset="-120"/>
              </a:rPr>
              <a:t> realized risk against a </a:t>
            </a:r>
            <a:r>
              <a:rPr lang="en-US" sz="3733" u="sng" dirty="0">
                <a:solidFill>
                  <a:srgbClr val="1A1A1A"/>
                </a:solidFill>
                <a:uFill>
                  <a:solidFill>
                    <a:srgbClr val="EE1C25"/>
                  </a:solidFill>
                </a:uFill>
                <a:latin typeface="Century Gothic" pitchFamily="34" charset="0"/>
                <a:ea typeface="Century Gothic" pitchFamily="34" charset="-122"/>
                <a:cs typeface="Century Gothic" pitchFamily="34" charset="-120"/>
              </a:rPr>
              <a:t>specific asset</a:t>
            </a:r>
            <a:endParaRPr lang="en-US" sz="3733" dirty="0">
              <a:solidFill>
                <a:prstClr val="black"/>
              </a:solidFill>
              <a:latin typeface="Calibri" panose="020F0502020204030204"/>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Single Loss</a:t>
            </a:r>
            <a:endParaRPr lang="en-US" sz="6933"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Expectancy (SLE)</a:t>
            </a:r>
            <a:endParaRPr lang="en-US" sz="69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414528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507436" y="4953000"/>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467" b="1" dirty="0">
                <a:solidFill>
                  <a:srgbClr val="EE1C25"/>
                </a:solidFill>
                <a:latin typeface="Century Gothic" pitchFamily="34" charset="0"/>
                <a:ea typeface="Century Gothic" pitchFamily="34" charset="-122"/>
                <a:cs typeface="Century Gothic" pitchFamily="34" charset="-120"/>
              </a:rPr>
              <a:t>SLE</a:t>
            </a:r>
            <a:r>
              <a:rPr lang="en-US" sz="3467" dirty="0">
                <a:solidFill>
                  <a:srgbClr val="EE1C25"/>
                </a:solidFill>
                <a:latin typeface="Century Gothic" pitchFamily="34" charset="0"/>
                <a:ea typeface="Century Gothic" pitchFamily="34" charset="-122"/>
                <a:cs typeface="Century Gothic" pitchFamily="34" charset="-120"/>
              </a:rPr>
              <a:t> = Asset Value (AV) X Exposure Factor (EF)</a:t>
            </a:r>
            <a:endParaRPr lang="en-US" sz="3467" dirty="0">
              <a:solidFill>
                <a:prstClr val="black"/>
              </a:solidFill>
              <a:latin typeface="Calibri" panose="020F0502020204030204"/>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Single Loss</a:t>
            </a:r>
            <a:endParaRPr lang="en-US" sz="6933"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Expectancy (SLE)</a:t>
            </a:r>
            <a:endParaRPr lang="en-US" sz="69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414528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4730496"/>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467" b="1" dirty="0">
                <a:solidFill>
                  <a:srgbClr val="EE1C25"/>
                </a:solidFill>
                <a:latin typeface="Century Gothic" pitchFamily="34" charset="0"/>
                <a:ea typeface="Century Gothic" pitchFamily="34" charset="-122"/>
                <a:cs typeface="Century Gothic" pitchFamily="34" charset="-120"/>
              </a:rPr>
              <a:t>AV               EF              SLE
</a:t>
            </a:r>
            <a:r>
              <a:rPr lang="en-US" sz="3467" dirty="0">
                <a:solidFill>
                  <a:srgbClr val="EE1C25"/>
                </a:solidFill>
                <a:latin typeface="Century Gothic" pitchFamily="34" charset="0"/>
                <a:ea typeface="Century Gothic" pitchFamily="34" charset="-122"/>
                <a:cs typeface="Century Gothic" pitchFamily="34" charset="-120"/>
              </a:rPr>
              <a:t>$100,000   X   .3 (30%)   =   $30,000</a:t>
            </a:r>
            <a:endParaRPr lang="en-US" sz="3467" dirty="0">
              <a:solidFill>
                <a:prstClr val="black"/>
              </a:solidFill>
              <a:latin typeface="Calibri" panose="020F0502020204030204"/>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Annualized Rate</a:t>
            </a:r>
            <a:endParaRPr lang="en-US" sz="6933"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of Occurrence (ARO)</a:t>
            </a:r>
            <a:endParaRPr lang="en-US" sz="69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414528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4389120"/>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467" dirty="0">
                <a:solidFill>
                  <a:srgbClr val="1A1A1A"/>
                </a:solidFill>
                <a:latin typeface="Century Gothic" pitchFamily="34" charset="0"/>
                <a:ea typeface="Century Gothic" pitchFamily="34" charset="-122"/>
                <a:cs typeface="Century Gothic" pitchFamily="34" charset="-120"/>
              </a:rPr>
              <a:t>The expected frequency with which a specific</a:t>
            </a:r>
            <a:endParaRPr lang="en-US" sz="34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467" dirty="0">
                <a:solidFill>
                  <a:srgbClr val="1A1A1A"/>
                </a:solidFill>
                <a:latin typeface="Century Gothic" pitchFamily="34" charset="0"/>
                <a:ea typeface="Century Gothic" pitchFamily="34" charset="-122"/>
                <a:cs typeface="Century Gothic" pitchFamily="34" charset="-120"/>
              </a:rPr>
              <a:t>threat or risk will occur </a:t>
            </a:r>
            <a:endParaRPr lang="en-US" sz="34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467" u="sng" dirty="0">
                <a:solidFill>
                  <a:srgbClr val="1A1A1A"/>
                </a:solidFill>
                <a:uFill>
                  <a:solidFill>
                    <a:srgbClr val="EE1C25"/>
                  </a:solidFill>
                </a:uFill>
                <a:latin typeface="Century Gothic" pitchFamily="34" charset="0"/>
                <a:ea typeface="Century Gothic" pitchFamily="34" charset="-122"/>
                <a:cs typeface="Century Gothic" pitchFamily="34" charset="-120"/>
              </a:rPr>
              <a:t>within a single year.</a:t>
            </a:r>
            <a:endParaRPr lang="en-US" sz="3467" dirty="0">
              <a:solidFill>
                <a:prstClr val="black"/>
              </a:solidFill>
              <a:latin typeface="Calibri" panose="020F0502020204030204"/>
              <a:cs typeface="+mn-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9AB1B5-F091-C003-09A1-EDDB3B10801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0E4A2FA-4C11-2D8E-7754-0742F162FCE9}"/>
              </a:ext>
            </a:extLst>
          </p:cNvPr>
          <p:cNvPicPr>
            <a:picLocks noChangeAspect="1"/>
          </p:cNvPicPr>
          <p:nvPr/>
        </p:nvPicPr>
        <p:blipFill rotWithShape="1">
          <a:blip r:embed="rId2">
            <a:duotone>
              <a:schemeClr val="bg2">
                <a:shade val="45000"/>
                <a:satMod val="135000"/>
              </a:schemeClr>
              <a:prstClr val="white"/>
            </a:duotone>
          </a:blip>
          <a:srcRect t="25000"/>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DC4F2F8F-DF88-2B5F-35A0-7F293197E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6518760F-732F-BAC4-15CE-8C6086FB878F}"/>
              </a:ext>
            </a:extLst>
          </p:cNvPr>
          <p:cNvSpPr>
            <a:spLocks noGrp="1"/>
          </p:cNvSpPr>
          <p:nvPr>
            <p:ph type="title"/>
          </p:nvPr>
        </p:nvSpPr>
        <p:spPr>
          <a:xfrm>
            <a:off x="838200" y="365125"/>
            <a:ext cx="10515600" cy="1325563"/>
          </a:xfrm>
        </p:spPr>
        <p:txBody>
          <a:bodyPr>
            <a:normAutofit/>
          </a:bodyPr>
          <a:lstStyle/>
          <a:p>
            <a:r>
              <a:rPr lang="en-US"/>
              <a:t>Annual Rate of Occurrence (ARO)</a:t>
            </a:r>
          </a:p>
        </p:txBody>
      </p:sp>
      <p:graphicFrame>
        <p:nvGraphicFramePr>
          <p:cNvPr id="6" name="Content Placeholder 2">
            <a:extLst>
              <a:ext uri="{FF2B5EF4-FFF2-40B4-BE49-F238E27FC236}">
                <a16:creationId xmlns:a16="http://schemas.microsoft.com/office/drawing/2014/main" id="{7F857A3C-F6B1-2CDA-E194-683D081A0CEC}"/>
              </a:ext>
            </a:extLst>
          </p:cNvPr>
          <p:cNvGraphicFramePr>
            <a:graphicFrameLocks noGrp="1"/>
          </p:cNvGraphicFramePr>
          <p:nvPr>
            <p:ph idx="1"/>
            <p:extLst>
              <p:ext uri="{D42A27DB-BD31-4B8C-83A1-F6EECF244321}">
                <p14:modId xmlns:p14="http://schemas.microsoft.com/office/powerpoint/2010/main" val="307732436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005897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Annualized Loss</a:t>
            </a:r>
            <a:endParaRPr lang="en-US" sz="6933"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Expectancy (ALE)</a:t>
            </a:r>
            <a:endParaRPr lang="en-US" sz="69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414528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4389120"/>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333" dirty="0">
                <a:solidFill>
                  <a:srgbClr val="1A1A1A"/>
                </a:solidFill>
                <a:latin typeface="Century Gothic" pitchFamily="34" charset="0"/>
                <a:ea typeface="Century Gothic" pitchFamily="34" charset="-122"/>
                <a:cs typeface="Century Gothic" pitchFamily="34" charset="-120"/>
              </a:rPr>
              <a:t>The possible </a:t>
            </a:r>
            <a:r>
              <a:rPr lang="en-US" sz="3333" u="sng" dirty="0">
                <a:solidFill>
                  <a:srgbClr val="1A1A1A"/>
                </a:solidFill>
                <a:uFill>
                  <a:solidFill>
                    <a:srgbClr val="EE1C25"/>
                  </a:solidFill>
                </a:uFill>
                <a:latin typeface="Century Gothic" pitchFamily="34" charset="0"/>
                <a:ea typeface="Century Gothic" pitchFamily="34" charset="-122"/>
                <a:cs typeface="Century Gothic" pitchFamily="34" charset="-120"/>
              </a:rPr>
              <a:t>yearly cost</a:t>
            </a:r>
            <a:r>
              <a:rPr lang="en-US" sz="3333" dirty="0">
                <a:solidFill>
                  <a:srgbClr val="1A1A1A"/>
                </a:solidFill>
                <a:latin typeface="Century Gothic" pitchFamily="34" charset="0"/>
                <a:ea typeface="Century Gothic" pitchFamily="34" charset="-122"/>
                <a:cs typeface="Century Gothic" pitchFamily="34" charset="-120"/>
              </a:rPr>
              <a:t> of all instances of a</a:t>
            </a:r>
            <a:endParaRPr lang="en-US" sz="3333"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333" dirty="0">
                <a:solidFill>
                  <a:srgbClr val="1A1A1A"/>
                </a:solidFill>
                <a:latin typeface="Century Gothic" pitchFamily="34" charset="0"/>
                <a:ea typeface="Century Gothic" pitchFamily="34" charset="-122"/>
                <a:cs typeface="Century Gothic" pitchFamily="34" charset="-120"/>
              </a:rPr>
              <a:t>specific realized threat against a specific asset.</a:t>
            </a:r>
            <a:endParaRPr lang="en-US" sz="3333" dirty="0">
              <a:solidFill>
                <a:prstClr val="black"/>
              </a:solidFill>
              <a:latin typeface="Calibri" panose="020F0502020204030204"/>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Annualized Loss</a:t>
            </a:r>
            <a:endParaRPr lang="en-US" sz="6933"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Expectancy (ALE)</a:t>
            </a:r>
            <a:endParaRPr lang="en-US" sz="69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414528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4648200"/>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467" b="1" dirty="0">
                <a:solidFill>
                  <a:srgbClr val="EE1C25"/>
                </a:solidFill>
                <a:latin typeface="Century Gothic" pitchFamily="34" charset="0"/>
                <a:ea typeface="Century Gothic" pitchFamily="34" charset="-122"/>
                <a:cs typeface="Century Gothic" pitchFamily="34" charset="-120"/>
              </a:rPr>
              <a:t>ALE = </a:t>
            </a:r>
            <a:r>
              <a:rPr lang="en-US" sz="3467" dirty="0">
                <a:solidFill>
                  <a:srgbClr val="EE1C25"/>
                </a:solidFill>
                <a:latin typeface="Century Gothic" pitchFamily="34" charset="0"/>
                <a:ea typeface="Century Gothic" pitchFamily="34" charset="-122"/>
                <a:cs typeface="Century Gothic" pitchFamily="34" charset="-120"/>
              </a:rPr>
              <a:t>single loss expectancy (SLE) *</a:t>
            </a:r>
            <a:endParaRPr lang="en-US" sz="34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467" dirty="0">
                <a:solidFill>
                  <a:srgbClr val="EE1C25"/>
                </a:solidFill>
                <a:latin typeface="Century Gothic" pitchFamily="34" charset="0"/>
                <a:ea typeface="Century Gothic" pitchFamily="34" charset="-122"/>
                <a:cs typeface="Century Gothic" pitchFamily="34" charset="-120"/>
              </a:rPr>
              <a:t>annualized rate of occurrence (ARO)</a:t>
            </a:r>
            <a:endParaRPr lang="en-US" sz="3467" dirty="0">
              <a:solidFill>
                <a:prstClr val="black"/>
              </a:solidFill>
              <a:latin typeface="Calibri" panose="020F0502020204030204"/>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999744"/>
            <a:ext cx="11216640" cy="1219200"/>
          </a:xfrm>
          <a:prstGeom prst="rect">
            <a:avLst/>
          </a:prstGeom>
          <a:noFill/>
          <a:ln/>
        </p:spPr>
        <p:txBody>
          <a:bodyPr wrap="square" rtlCol="0" anchor="ctr"/>
          <a:lstStyle/>
          <a:p>
            <a:pPr algn="ctr" defTabSz="1219170" fontAlgn="auto">
              <a:spcBef>
                <a:spcPts val="0"/>
              </a:spcBef>
              <a:spcAft>
                <a:spcPts val="0"/>
              </a:spcAft>
            </a:pPr>
            <a:r>
              <a:rPr lang="en-US" sz="7200" b="1" dirty="0">
                <a:solidFill>
                  <a:srgbClr val="1CDDEB"/>
                </a:solidFill>
                <a:latin typeface="Century Gothic" pitchFamily="34" charset="0"/>
                <a:ea typeface="Century Gothic" pitchFamily="34" charset="-122"/>
                <a:cs typeface="Century Gothic" pitchFamily="34" charset="-120"/>
              </a:rPr>
              <a:t>ALE Example</a:t>
            </a:r>
            <a:endParaRPr lang="en-US" sz="7200" dirty="0">
              <a:solidFill>
                <a:prstClr val="black"/>
              </a:solidFill>
              <a:latin typeface="Calibri" panose="020F0502020204030204"/>
              <a:cs typeface="+mn-cs"/>
            </a:endParaRPr>
          </a:p>
        </p:txBody>
      </p:sp>
      <p:sp>
        <p:nvSpPr>
          <p:cNvPr id="5" name="Text 3"/>
          <p:cNvSpPr/>
          <p:nvPr/>
        </p:nvSpPr>
        <p:spPr>
          <a:xfrm>
            <a:off x="487680" y="2377440"/>
            <a:ext cx="11460480" cy="1828800"/>
          </a:xfrm>
          <a:prstGeom prst="rect">
            <a:avLst/>
          </a:prstGeom>
          <a:noFill/>
          <a:ln/>
        </p:spPr>
        <p:txBody>
          <a:bodyPr wrap="square" rtlCol="0" anchor="t"/>
          <a:lstStyle/>
          <a:p>
            <a:pPr defTabSz="1219170" fontAlgn="auto">
              <a:lnSpc>
                <a:spcPct val="110000"/>
              </a:lnSpc>
              <a:spcBef>
                <a:spcPts val="0"/>
              </a:spcBef>
              <a:spcAft>
                <a:spcPts val="0"/>
              </a:spcAft>
            </a:pPr>
            <a:r>
              <a:rPr lang="en-US" sz="3067" dirty="0">
                <a:solidFill>
                  <a:srgbClr val="1A1A1A"/>
                </a:solidFill>
                <a:latin typeface="Century Gothic" pitchFamily="34" charset="0"/>
                <a:ea typeface="Century Gothic" pitchFamily="34" charset="-122"/>
                <a:cs typeface="Century Gothic" pitchFamily="34" charset="-120"/>
              </a:rPr>
              <a:t>Office Building = </a:t>
            </a:r>
            <a:r>
              <a:rPr lang="en-US" sz="3067" b="1" dirty="0">
                <a:solidFill>
                  <a:srgbClr val="1A1A1A"/>
                </a:solidFill>
                <a:latin typeface="Century Gothic" pitchFamily="34" charset="0"/>
                <a:ea typeface="Century Gothic" pitchFamily="34" charset="-122"/>
                <a:cs typeface="Century Gothic" pitchFamily="34" charset="-120"/>
              </a:rPr>
              <a:t>$200,000</a:t>
            </a:r>
            <a:endParaRPr lang="en-US" sz="3067" dirty="0">
              <a:solidFill>
                <a:prstClr val="black"/>
              </a:solidFill>
              <a:latin typeface="Calibri" panose="020F0502020204030204"/>
              <a:cs typeface="+mn-cs"/>
            </a:endParaRPr>
          </a:p>
          <a:p>
            <a:pPr defTabSz="1219170" fontAlgn="auto">
              <a:lnSpc>
                <a:spcPct val="110000"/>
              </a:lnSpc>
              <a:spcBef>
                <a:spcPts val="0"/>
              </a:spcBef>
              <a:spcAft>
                <a:spcPts val="0"/>
              </a:spcAft>
            </a:pPr>
            <a:r>
              <a:rPr lang="en-US" sz="3067" dirty="0">
                <a:solidFill>
                  <a:srgbClr val="1A1A1A"/>
                </a:solidFill>
                <a:latin typeface="Century Gothic" pitchFamily="34" charset="0"/>
                <a:ea typeface="Century Gothic" pitchFamily="34" charset="-122"/>
                <a:cs typeface="Century Gothic" pitchFamily="34" charset="-120"/>
              </a:rPr>
              <a:t>Hurricane damage estimate </a:t>
            </a:r>
            <a:r>
              <a:rPr lang="en-US" sz="3067" b="1" dirty="0">
                <a:solidFill>
                  <a:srgbClr val="1A1A1A"/>
                </a:solidFill>
                <a:latin typeface="Century Gothic" pitchFamily="34" charset="0"/>
                <a:ea typeface="Century Gothic" pitchFamily="34" charset="-122"/>
                <a:cs typeface="Century Gothic" pitchFamily="34" charset="-120"/>
              </a:rPr>
              <a:t>50%</a:t>
            </a:r>
            <a:endParaRPr lang="en-US" sz="3067" dirty="0">
              <a:solidFill>
                <a:prstClr val="black"/>
              </a:solidFill>
              <a:latin typeface="Calibri" panose="020F0502020204030204"/>
              <a:cs typeface="+mn-cs"/>
            </a:endParaRPr>
          </a:p>
          <a:p>
            <a:pPr defTabSz="1219170" fontAlgn="auto">
              <a:lnSpc>
                <a:spcPct val="110000"/>
              </a:lnSpc>
              <a:spcBef>
                <a:spcPts val="0"/>
              </a:spcBef>
              <a:spcAft>
                <a:spcPts val="0"/>
              </a:spcAft>
            </a:pPr>
            <a:r>
              <a:rPr lang="en-US" sz="3067" dirty="0">
                <a:solidFill>
                  <a:srgbClr val="1A1A1A"/>
                </a:solidFill>
                <a:latin typeface="Century Gothic" pitchFamily="34" charset="0"/>
                <a:ea typeface="Century Gothic" pitchFamily="34" charset="-122"/>
                <a:cs typeface="Century Gothic" pitchFamily="34" charset="-120"/>
              </a:rPr>
              <a:t>Hurricane probability is one every 10 years </a:t>
            </a:r>
            <a:r>
              <a:rPr lang="en-US" sz="3067" b="1" dirty="0">
                <a:solidFill>
                  <a:srgbClr val="1A1A1A"/>
                </a:solidFill>
                <a:latin typeface="Century Gothic" pitchFamily="34" charset="0"/>
                <a:ea typeface="Century Gothic" pitchFamily="34" charset="-122"/>
                <a:cs typeface="Century Gothic" pitchFamily="34" charset="-120"/>
              </a:rPr>
              <a:t>10%</a:t>
            </a:r>
            <a:endParaRPr lang="en-US" sz="3067" dirty="0">
              <a:solidFill>
                <a:prstClr val="black"/>
              </a:solidFill>
              <a:latin typeface="Calibri" panose="020F0502020204030204"/>
              <a:cs typeface="+mn-cs"/>
            </a:endParaRPr>
          </a:p>
        </p:txBody>
      </p:sp>
      <p:sp>
        <p:nvSpPr>
          <p:cNvPr id="6" name="Text 4"/>
          <p:cNvSpPr/>
          <p:nvPr/>
        </p:nvSpPr>
        <p:spPr>
          <a:xfrm>
            <a:off x="1097280" y="4328160"/>
            <a:ext cx="10363200" cy="609600"/>
          </a:xfrm>
          <a:prstGeom prst="rect">
            <a:avLst/>
          </a:prstGeom>
          <a:noFill/>
          <a:ln/>
        </p:spPr>
        <p:txBody>
          <a:bodyPr wrap="square" rtlCol="0" anchor="ctr"/>
          <a:lstStyle/>
          <a:p>
            <a:pPr defTabSz="1219170" fontAlgn="auto">
              <a:spcBef>
                <a:spcPts val="0"/>
              </a:spcBef>
              <a:spcAft>
                <a:spcPts val="0"/>
              </a:spcAft>
            </a:pPr>
            <a:r>
              <a:rPr lang="en-US" sz="3067" dirty="0">
                <a:solidFill>
                  <a:srgbClr val="EE1C25"/>
                </a:solidFill>
                <a:latin typeface="Century Gothic" pitchFamily="34" charset="0"/>
                <a:ea typeface="Century Gothic" pitchFamily="34" charset="-122"/>
                <a:cs typeface="Century Gothic" pitchFamily="34" charset="-120"/>
              </a:rPr>
              <a:t>(AV x EF = SLE) $200,000 x .50 = </a:t>
            </a:r>
            <a:r>
              <a:rPr lang="en-US" sz="3067" b="1" dirty="0">
                <a:solidFill>
                  <a:srgbClr val="EE1C25"/>
                </a:solidFill>
                <a:latin typeface="Century Gothic" pitchFamily="34" charset="0"/>
                <a:ea typeface="Century Gothic" pitchFamily="34" charset="-122"/>
                <a:cs typeface="Century Gothic" pitchFamily="34" charset="-120"/>
              </a:rPr>
              <a:t>$100,000</a:t>
            </a:r>
            <a:endParaRPr lang="en-US" sz="3067" dirty="0">
              <a:solidFill>
                <a:prstClr val="black"/>
              </a:solidFill>
              <a:latin typeface="Calibri" panose="020F0502020204030204"/>
              <a:cs typeface="+mn-cs"/>
            </a:endParaRPr>
          </a:p>
        </p:txBody>
      </p:sp>
      <p:sp>
        <p:nvSpPr>
          <p:cNvPr id="7" name="Text 5"/>
          <p:cNvSpPr/>
          <p:nvPr/>
        </p:nvSpPr>
        <p:spPr>
          <a:xfrm>
            <a:off x="1097280" y="5303520"/>
            <a:ext cx="10363200" cy="609600"/>
          </a:xfrm>
          <a:prstGeom prst="rect">
            <a:avLst/>
          </a:prstGeom>
          <a:noFill/>
          <a:ln/>
        </p:spPr>
        <p:txBody>
          <a:bodyPr wrap="square" rtlCol="0" anchor="ctr"/>
          <a:lstStyle/>
          <a:p>
            <a:pPr defTabSz="1219170" fontAlgn="auto">
              <a:spcBef>
                <a:spcPts val="0"/>
              </a:spcBef>
              <a:spcAft>
                <a:spcPts val="0"/>
              </a:spcAft>
            </a:pPr>
            <a:r>
              <a:rPr lang="en-US" sz="3067" dirty="0">
                <a:solidFill>
                  <a:srgbClr val="EE1C25"/>
                </a:solidFill>
                <a:latin typeface="Century Gothic" pitchFamily="34" charset="0"/>
                <a:ea typeface="Century Gothic" pitchFamily="34" charset="-122"/>
                <a:cs typeface="Century Gothic" pitchFamily="34" charset="-120"/>
              </a:rPr>
              <a:t>(SLE x ARO = ALE) $100,000 x .10 = </a:t>
            </a:r>
            <a:r>
              <a:rPr lang="en-US" sz="3067" b="1" dirty="0">
                <a:solidFill>
                  <a:srgbClr val="EE1C25"/>
                </a:solidFill>
                <a:latin typeface="Century Gothic" pitchFamily="34" charset="0"/>
                <a:ea typeface="Century Gothic" pitchFamily="34" charset="-122"/>
                <a:cs typeface="Century Gothic" pitchFamily="34" charset="-120"/>
              </a:rPr>
              <a:t>$10,000</a:t>
            </a:r>
            <a:endParaRPr lang="en-US" sz="3067" dirty="0">
              <a:solidFill>
                <a:prstClr val="black"/>
              </a:solidFill>
              <a:latin typeface="Calibri" panose="020F0502020204030204"/>
              <a:cs typeface="+mn-cs"/>
            </a:endParaRPr>
          </a:p>
        </p:txBody>
      </p:sp>
      <p:sp>
        <p:nvSpPr>
          <p:cNvPr id="8" name="highlight">
            <a:extLst>
              <a:ext uri="{C183D7F6-B498-43B3-948B-1728B52AA6E4}">
                <adec:decorative xmlns:adec="http://schemas.microsoft.com/office/drawing/2017/decorative" val="1"/>
              </a:ext>
            </a:extLst>
          </p:cNvPr>
          <p:cNvSpPr/>
          <p:nvPr/>
        </p:nvSpPr>
        <p:spPr>
          <a:xfrm>
            <a:off x="7467600" y="5157216"/>
            <a:ext cx="1981200" cy="877824"/>
          </a:xfrm>
          <a:prstGeom prst="ellipse">
            <a:avLst/>
          </a:prstGeom>
          <a:ln w="31750">
            <a:solidFill>
              <a:srgbClr val="1466C7"/>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9" name="Text 7"/>
          <p:cNvSpPr/>
          <p:nvPr/>
        </p:nvSpPr>
        <p:spPr>
          <a:xfrm>
            <a:off x="609600" y="6035040"/>
            <a:ext cx="5486400" cy="548640"/>
          </a:xfrm>
          <a:prstGeom prst="rect">
            <a:avLst/>
          </a:prstGeom>
          <a:noFill/>
          <a:ln/>
        </p:spPr>
        <p:txBody>
          <a:bodyPr wrap="square" rtlCol="0" anchor="ctr"/>
          <a:lstStyle/>
          <a:p>
            <a:pPr defTabSz="1219170" fontAlgn="auto">
              <a:spcBef>
                <a:spcPts val="0"/>
              </a:spcBef>
              <a:spcAft>
                <a:spcPts val="0"/>
              </a:spcAft>
            </a:pPr>
            <a:r>
              <a:rPr lang="en-US" sz="2267" dirty="0">
                <a:solidFill>
                  <a:srgbClr val="1A1A1A"/>
                </a:solidFill>
                <a:latin typeface="Ink Free" pitchFamily="34" charset="0"/>
                <a:ea typeface="Ink Free" pitchFamily="34" charset="-122"/>
                <a:cs typeface="Ink Free" pitchFamily="34" charset="-120"/>
              </a:rPr>
              <a:t>value of the safeguard (annually)</a:t>
            </a:r>
            <a:endParaRPr lang="en-US" sz="2267" dirty="0">
              <a:solidFill>
                <a:prstClr val="black"/>
              </a:solidFill>
              <a:latin typeface="Calibri" panose="020F0502020204030204"/>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77D873-C023-A81C-23AB-72C954043E0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8992A3-6A28-9CA3-CAB4-8F904AD335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6B96360D-5422-73A5-A4DE-3F5585350D28}"/>
              </a:ext>
            </a:extLst>
          </p:cNvPr>
          <p:cNvSpPr>
            <a:spLocks noGrp="1"/>
          </p:cNvSpPr>
          <p:nvPr>
            <p:ph type="title"/>
          </p:nvPr>
        </p:nvSpPr>
        <p:spPr>
          <a:xfrm>
            <a:off x="838200" y="365125"/>
            <a:ext cx="10515600" cy="1325563"/>
          </a:xfrm>
        </p:spPr>
        <p:txBody>
          <a:bodyPr>
            <a:normAutofit/>
          </a:bodyPr>
          <a:lstStyle/>
          <a:p>
            <a:r>
              <a:rPr lang="en-US" sz="5400"/>
              <a:t>Quantitative Risk Calculation</a:t>
            </a:r>
          </a:p>
        </p:txBody>
      </p:sp>
      <p:sp>
        <p:nvSpPr>
          <p:cNvPr id="11" name="sketch line">
            <a:extLst>
              <a:ext uri="{FF2B5EF4-FFF2-40B4-BE49-F238E27FC236}">
                <a16:creationId xmlns:a16="http://schemas.microsoft.com/office/drawing/2014/main" id="{9D64EE3F-3077-C764-3B4F-88AB556F95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 name="Content Placeholder 2">
            <a:extLst>
              <a:ext uri="{FF2B5EF4-FFF2-40B4-BE49-F238E27FC236}">
                <a16:creationId xmlns:a16="http://schemas.microsoft.com/office/drawing/2014/main" id="{F0E7B529-F51B-96CB-E665-AAF420B38E52}"/>
              </a:ext>
            </a:extLst>
          </p:cNvPr>
          <p:cNvSpPr>
            <a:spLocks noGrp="1"/>
          </p:cNvSpPr>
          <p:nvPr>
            <p:ph idx="1"/>
          </p:nvPr>
        </p:nvSpPr>
        <p:spPr>
          <a:xfrm>
            <a:off x="838200" y="1929384"/>
            <a:ext cx="10515600" cy="4251960"/>
          </a:xfrm>
        </p:spPr>
        <p:txBody>
          <a:bodyPr>
            <a:normAutofit/>
          </a:bodyPr>
          <a:lstStyle/>
          <a:p>
            <a:pPr marR="0" rtl="0"/>
            <a:r>
              <a:rPr lang="de-DE" sz="2200" b="0" i="0" u="none" strike="noStrike" baseline="0" dirty="0">
                <a:latin typeface="Arial" panose="020B0604020202020204" pitchFamily="34" charset="0"/>
              </a:rPr>
              <a:t>Tornado </a:t>
            </a:r>
            <a:r>
              <a:rPr lang="en-US" sz="2200" b="0" i="0" u="none" strike="noStrike" baseline="0" dirty="0">
                <a:latin typeface="Arial" panose="020B0604020202020204" pitchFamily="34" charset="0"/>
              </a:rPr>
              <a:t>is estimated to damage 50% (.50) of a facility if it hits</a:t>
            </a:r>
          </a:p>
          <a:p>
            <a:pPr marR="0" rtl="0"/>
            <a:r>
              <a:rPr lang="en-US" sz="2200" b="0" i="0" u="none" strike="noStrike" baseline="0" dirty="0">
                <a:latin typeface="Arial" panose="020B0604020202020204" pitchFamily="34" charset="0"/>
              </a:rPr>
              <a:t>The value of the facility is $200,000.</a:t>
            </a:r>
          </a:p>
          <a:p>
            <a:pPr marR="0" rtl="0"/>
            <a:r>
              <a:rPr lang="en-US" sz="2200" b="0" i="0" u="none" strike="noStrike" baseline="0" dirty="0">
                <a:latin typeface="Arial" panose="020B0604020202020204" pitchFamily="34" charset="0"/>
              </a:rPr>
              <a:t>The probability is one tornado in ten (.10) years:</a:t>
            </a:r>
            <a:br>
              <a:rPr lang="en-US" sz="2200" b="0" i="0" u="none" strike="noStrike" baseline="0" dirty="0">
                <a:latin typeface="Arial" panose="020B0604020202020204" pitchFamily="34" charset="0"/>
              </a:rPr>
            </a:br>
            <a:endParaRPr lang="en-US" sz="2200" b="0" i="0" u="none" strike="noStrike" baseline="0" dirty="0">
              <a:latin typeface="Arial" panose="020B0604020202020204" pitchFamily="34" charset="0"/>
            </a:endParaRPr>
          </a:p>
          <a:p>
            <a:pPr lvl="1"/>
            <a:r>
              <a:rPr lang="fr-FR" sz="2200" b="0" i="0" u="none" strike="noStrike" baseline="0" dirty="0">
                <a:latin typeface="Arial" panose="020B0604020202020204" pitchFamily="34" charset="0"/>
              </a:rPr>
              <a:t>AV </a:t>
            </a:r>
            <a:r>
              <a:rPr lang="nn-NO" sz="2200" b="0" i="0" u="none" strike="noStrike" baseline="0" dirty="0">
                <a:latin typeface="Arial" panose="020B0604020202020204" pitchFamily="34" charset="0"/>
              </a:rPr>
              <a:t>X EF = SLE = $200,000 x .50 = $100,000</a:t>
            </a:r>
          </a:p>
          <a:p>
            <a:pPr marR="50400" lvl="1"/>
            <a:r>
              <a:rPr lang="en-US" sz="2200" b="0" i="0" u="none" strike="noStrike" baseline="0" dirty="0">
                <a:latin typeface="Arial" panose="020B0604020202020204" pitchFamily="34" charset="0"/>
              </a:rPr>
              <a:t>SLE </a:t>
            </a:r>
            <a:r>
              <a:rPr lang="fr-FR" sz="2200" b="0" i="0" u="none" strike="noStrike" baseline="0" dirty="0">
                <a:latin typeface="Arial" panose="020B0604020202020204" pitchFamily="34" charset="0"/>
              </a:rPr>
              <a:t>x </a:t>
            </a:r>
            <a:r>
              <a:rPr lang="es-ES" sz="2200" b="0" i="0" u="none" strike="noStrike" baseline="0" dirty="0">
                <a:latin typeface="Arial" panose="020B0604020202020204" pitchFamily="34" charset="0"/>
              </a:rPr>
              <a:t>ARO </a:t>
            </a:r>
            <a:r>
              <a:rPr lang="en-US" sz="2200" b="0" i="0" u="none" strike="noStrike" baseline="0" dirty="0">
                <a:latin typeface="Arial" panose="020B0604020202020204" pitchFamily="34" charset="0"/>
              </a:rPr>
              <a:t>= ALE = $100,000 x .10 = $10,000 </a:t>
            </a:r>
          </a:p>
          <a:p>
            <a:pPr marR="50400" lvl="1"/>
            <a:r>
              <a:rPr lang="en-US" sz="2200" b="0" i="0" u="none" strike="noStrike" baseline="0" dirty="0">
                <a:latin typeface="Arial" panose="020B0604020202020204" pitchFamily="34" charset="0"/>
              </a:rPr>
              <a:t>Averaged over ten years the ALE is $10,000</a:t>
            </a:r>
            <a:br>
              <a:rPr lang="en-US" sz="2200" b="0" i="0" u="none" strike="noStrike" baseline="0" dirty="0">
                <a:latin typeface="Arial" panose="020B0604020202020204" pitchFamily="34" charset="0"/>
              </a:rPr>
            </a:br>
            <a:endParaRPr lang="en-US" sz="2200" b="0" i="0" u="none" strike="noStrike" baseline="0" dirty="0">
              <a:latin typeface="Arial" panose="020B0604020202020204" pitchFamily="34" charset="0"/>
            </a:endParaRPr>
          </a:p>
          <a:p>
            <a:pPr marR="0" rtl="0"/>
            <a:r>
              <a:rPr lang="en-US" sz="2200" b="0" i="0" u="none" strike="noStrike" baseline="0" dirty="0">
                <a:latin typeface="Arial" panose="020B0604020202020204" pitchFamily="34" charset="0"/>
              </a:rPr>
              <a:t>Management should not spend over $10,000 per year in countermeasures trying to protect against this risk</a:t>
            </a:r>
          </a:p>
          <a:p>
            <a:pPr marR="0" rtl="0"/>
            <a:endParaRPr lang="en-US" sz="2200" b="0" i="0" u="none" strike="noStrike" baseline="0" dirty="0">
              <a:latin typeface="Times New Roman" panose="02020603050405020304" pitchFamily="18" charset="0"/>
            </a:endParaRPr>
          </a:p>
          <a:p>
            <a:endParaRPr lang="en-US" sz="2200" dirty="0"/>
          </a:p>
        </p:txBody>
      </p:sp>
      <p:sp>
        <p:nvSpPr>
          <p:cNvPr id="4" name="Slide Number Placeholder 3">
            <a:extLst>
              <a:ext uri="{FF2B5EF4-FFF2-40B4-BE49-F238E27FC236}">
                <a16:creationId xmlns:a16="http://schemas.microsoft.com/office/drawing/2014/main" id="{77A9D178-CC28-B47B-6210-5CDFE1BEC60E}"/>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5E43E96E-F1A9-4EF5-B2C9-961A48B39CF1}" type="slidenum">
              <a:rPr kumimoji="0" lang="en-US" sz="1200" b="0" i="0" u="none" strike="noStrike" kern="1200" cap="none" spc="0" normalizeH="0" baseline="0" noProof="0" smtClean="0">
                <a:ln>
                  <a:noFill/>
                </a:ln>
                <a:solidFill>
                  <a:prstClr val="black">
                    <a:tint val="75000"/>
                  </a:prstClr>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ts val="600"/>
                </a:spcAft>
                <a:buClrTx/>
                <a:buSzTx/>
                <a:buFontTx/>
                <a:buNone/>
                <a:tabLst/>
                <a:defRPr/>
              </a:pPr>
              <a:t>70</a:t>
            </a:fld>
            <a:endParaRPr kumimoji="0" lang="en-US" sz="1200" b="0" i="0" u="none" strike="noStrike" kern="1200" cap="none" spc="0" normalizeH="0" baseline="0" noProof="0">
              <a:ln>
                <a:noFill/>
              </a:ln>
              <a:solidFill>
                <a:prstClr val="black">
                  <a:tint val="75000"/>
                </a:prstClr>
              </a:solidFill>
              <a:effectLst/>
              <a:uLnTx/>
              <a:uFillTx/>
              <a:latin typeface="Arial" charset="0"/>
              <a:ea typeface="+mn-ea"/>
              <a:cs typeface="Arial" charset="0"/>
            </a:endParaRPr>
          </a:p>
        </p:txBody>
      </p:sp>
    </p:spTree>
    <p:extLst>
      <p:ext uri="{BB962C8B-B14F-4D97-AF65-F5344CB8AC3E}">
        <p14:creationId xmlns:p14="http://schemas.microsoft.com/office/powerpoint/2010/main" val="23069291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3" name="Text 1"/>
          <p:cNvSpPr/>
          <p:nvPr/>
        </p:nvSpPr>
        <p:spPr>
          <a:xfrm>
            <a:off x="426720" y="0"/>
            <a:ext cx="11338560" cy="877824"/>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3200" b="0" i="0" u="none" strike="noStrike" kern="0" cap="none" spc="133" normalizeH="0" baseline="0" noProof="0" dirty="0">
                <a:ln>
                  <a:noFill/>
                </a:ln>
                <a:solidFill>
                  <a:srgbClr val="FFFFFF"/>
                </a:solidFill>
                <a:effectLst/>
                <a:uLnTx/>
                <a:uFillTx/>
                <a:latin typeface="Impact" pitchFamily="34" charset="0"/>
                <a:ea typeface="Impact" pitchFamily="34" charset="-122"/>
                <a:cs typeface="Impact" pitchFamily="34" charset="-120"/>
              </a:rPr>
              <a:t>DOMAIN 1: </a:t>
            </a:r>
            <a:r>
              <a:rPr kumimoji="0" lang="en-US" sz="3200" b="0" i="0" u="none" strike="noStrike" kern="0" cap="none" spc="133" normalizeH="0" baseline="0" noProof="0" dirty="0">
                <a:ln>
                  <a:noFill/>
                </a:ln>
                <a:solidFill>
                  <a:srgbClr val="1CDDEB"/>
                </a:solidFill>
                <a:effectLst/>
                <a:uLnTx/>
                <a:uFillTx/>
                <a:latin typeface="Impact" pitchFamily="34" charset="0"/>
                <a:ea typeface="Impact" pitchFamily="34" charset="-122"/>
                <a:cs typeface="Impact" pitchFamily="34" charset="-120"/>
              </a:rPr>
              <a:t>RISK ANALYSIS STEPS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4" name="Text 2"/>
          <p:cNvSpPr/>
          <p:nvPr/>
        </p:nvSpPr>
        <p:spPr>
          <a:xfrm>
            <a:off x="487680" y="975360"/>
            <a:ext cx="11338560" cy="10363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5333" b="0" i="0" u="none" strike="noStrike" kern="0" cap="none" spc="133" normalizeH="0" baseline="0" noProof="0" dirty="0">
                <a:ln>
                  <a:noFill/>
                </a:ln>
                <a:solidFill>
                  <a:srgbClr val="1CDDEB"/>
                </a:solidFill>
                <a:effectLst/>
                <a:uLnTx/>
                <a:uFillTx/>
                <a:latin typeface="Impact" pitchFamily="34" charset="0"/>
                <a:ea typeface="Impact" pitchFamily="34" charset="-122"/>
                <a:cs typeface="Impact" pitchFamily="34" charset="-120"/>
              </a:rPr>
              <a:t>Risk Analysis Steps</a:t>
            </a:r>
            <a:endParaRPr kumimoji="0" lang="en-US" sz="53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5" name="Text 3"/>
          <p:cNvSpPr/>
          <p:nvPr/>
        </p:nvSpPr>
        <p:spPr>
          <a:xfrm>
            <a:off x="426720" y="1828800"/>
            <a:ext cx="11460480" cy="54864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The six major steps in </a:t>
            </a:r>
            <a:r>
              <a:rPr kumimoji="0" lang="en-US" sz="2667" b="0" i="0" u="sng" strike="noStrike" kern="1200" cap="none" spc="0" normalizeH="0" baseline="0" noProof="0" dirty="0">
                <a:ln>
                  <a:noFill/>
                </a:ln>
                <a:solidFill>
                  <a:srgbClr val="1A1A1A"/>
                </a:solidFill>
                <a:effectLst/>
                <a:uLnTx/>
                <a:uFill>
                  <a:solidFill>
                    <a:srgbClr val="EE1C25"/>
                  </a:solidFill>
                </a:uFill>
                <a:latin typeface="Century Gothic" pitchFamily="34" charset="0"/>
                <a:ea typeface="Century Gothic" pitchFamily="34" charset="-122"/>
                <a:cs typeface="Century Gothic" pitchFamily="34" charset="-120"/>
              </a:rPr>
              <a:t>quantitative</a:t>
            </a:r>
            <a:r>
              <a:rPr kumimoji="0" lang="en-US" sz="2667"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risk analysis</a:t>
            </a:r>
            <a:endParaRPr kumimoji="0" lang="en-US" sz="2667"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
        <p:nvSpPr>
          <p:cNvPr id="6" name="Text 4"/>
          <p:cNvSpPr/>
          <p:nvPr/>
        </p:nvSpPr>
        <p:spPr>
          <a:xfrm>
            <a:off x="426720" y="2377440"/>
            <a:ext cx="11521440" cy="438912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1.  </a:t>
            </a:r>
            <a:r>
              <a:rPr kumimoji="0" lang="en-US" sz="2133"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Inventory assets</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and assign a value </a:t>
            </a:r>
            <a:r>
              <a:rPr kumimoji="0" lang="en-US" sz="2133" b="0"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(asset value, or </a:t>
            </a:r>
            <a:r>
              <a:rPr kumimoji="0" lang="en-US" sz="2133" b="1"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AV</a:t>
            </a:r>
            <a:r>
              <a:rPr kumimoji="0" lang="en-US" sz="2133" b="0"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2.  </a:t>
            </a:r>
            <a:r>
              <a:rPr kumimoji="0" lang="en-US" sz="2133"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Identify threats.</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Research each asset and produce a list of all possible threats of each asset. </a:t>
            </a:r>
            <a:r>
              <a:rPr kumimoji="0" lang="en-US" sz="2133" b="0"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(and calculate </a:t>
            </a:r>
            <a:r>
              <a:rPr kumimoji="0" lang="en-US" sz="2133" b="1"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EF</a:t>
            </a:r>
            <a:r>
              <a:rPr kumimoji="0" lang="en-US" sz="2133" b="0"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 and </a:t>
            </a:r>
            <a:r>
              <a:rPr kumimoji="0" lang="en-US" sz="2133" b="1"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SLE</a:t>
            </a:r>
            <a:r>
              <a:rPr kumimoji="0" lang="en-US" sz="2133" b="0"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3.  </a:t>
            </a:r>
            <a:r>
              <a:rPr kumimoji="0" lang="en-US" sz="2133"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Perform a threat analysis</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to calculate the likelihood of each threat being realized within a single year. </a:t>
            </a:r>
            <a:r>
              <a:rPr kumimoji="0" lang="en-US" sz="2133" b="0"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(the </a:t>
            </a:r>
            <a:r>
              <a:rPr kumimoji="0" lang="en-US" sz="2133" b="1"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ARO</a:t>
            </a:r>
            <a:r>
              <a:rPr kumimoji="0" lang="en-US" sz="2133" b="0"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4.  </a:t>
            </a:r>
            <a:r>
              <a:rPr kumimoji="0" lang="en-US" sz="2133"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Estimate the potential loss</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by calculating the </a:t>
            </a:r>
            <a:r>
              <a:rPr kumimoji="0" lang="en-US" sz="2133" b="0" i="1"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annualized loss expectancy</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a:t>
            </a:r>
            <a:r>
              <a:rPr kumimoji="0" lang="en-US" sz="2133" b="1"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(ALE)</a:t>
            </a:r>
            <a:r>
              <a:rPr kumimoji="0" lang="en-US" sz="2133" b="0" i="1"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5.  </a:t>
            </a:r>
            <a:r>
              <a:rPr kumimoji="0" lang="en-US" sz="2133"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Research countermeasures for each threat</a:t>
            </a:r>
            <a:r>
              <a:rPr lang="en-US" sz="2133" b="1" dirty="0">
                <a:solidFill>
                  <a:srgbClr val="1A1A1A"/>
                </a:solidFill>
                <a:latin typeface="Century Gothic" pitchFamily="34" charset="0"/>
                <a:ea typeface="Century Gothic" pitchFamily="34" charset="-122"/>
                <a:cs typeface="Century Gothic" pitchFamily="34" charset="-120"/>
              </a:rPr>
              <a:t> </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and then calculate the changes to </a:t>
            </a:r>
            <a:r>
              <a:rPr kumimoji="0" lang="en-US" sz="2133" b="1" i="0"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ARO</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and </a:t>
            </a:r>
            <a:r>
              <a:rPr kumimoji="0" lang="en-US" sz="2133" b="1" i="0" u="none" strike="noStrike" kern="1200" cap="none" spc="0" normalizeH="0" baseline="0" noProof="0" dirty="0">
                <a:ln>
                  <a:noFill/>
                </a:ln>
                <a:solidFill>
                  <a:srgbClr val="EE1C25"/>
                </a:solidFill>
                <a:effectLst/>
                <a:uLnTx/>
                <a:uFillTx/>
                <a:latin typeface="Century Gothic" pitchFamily="34" charset="0"/>
                <a:ea typeface="Century Gothic" pitchFamily="34" charset="-122"/>
                <a:cs typeface="Century Gothic" pitchFamily="34" charset="-120"/>
              </a:rPr>
              <a:t>ALE</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based on an applied countermeasure.</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6.  </a:t>
            </a:r>
            <a:r>
              <a:rPr kumimoji="0" lang="en-US" sz="2133" b="1"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Perform a cost/benefit analysis</a:t>
            </a:r>
            <a:r>
              <a:rPr kumimoji="0" lang="en-US" sz="2133" b="0" i="0" u="none" strike="noStrike" kern="1200" cap="none" spc="0" normalizeH="0" baseline="0" noProof="0" dirty="0">
                <a:ln>
                  <a:noFill/>
                </a:ln>
                <a:solidFill>
                  <a:srgbClr val="1A1A1A"/>
                </a:solidFill>
                <a:effectLst/>
                <a:uLnTx/>
                <a:uFillTx/>
                <a:latin typeface="Century Gothic" pitchFamily="34" charset="0"/>
                <a:ea typeface="Century Gothic" pitchFamily="34" charset="-122"/>
                <a:cs typeface="Century Gothic" pitchFamily="34" charset="-120"/>
              </a:rPr>
              <a:t> of each countermeasure for each threat for each asset.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3168222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548640" y="1231392"/>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Safeguard</a:t>
            </a:r>
            <a:endParaRPr lang="en-US" sz="6933"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Evaluation</a:t>
            </a:r>
            <a:endParaRPr lang="en-US" sz="69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133600" y="373380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4038600"/>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067" dirty="0">
                <a:solidFill>
                  <a:srgbClr val="1A1A1A"/>
                </a:solidFill>
                <a:latin typeface="Century Gothic" pitchFamily="34" charset="0"/>
                <a:ea typeface="Century Gothic" pitchFamily="34" charset="-122"/>
                <a:cs typeface="Century Gothic" pitchFamily="34" charset="-120"/>
              </a:rPr>
              <a:t>Good security controls </a:t>
            </a:r>
            <a:r>
              <a:rPr lang="en-US" sz="3067" b="1" dirty="0">
                <a:solidFill>
                  <a:srgbClr val="F39B12"/>
                </a:solidFill>
                <a:latin typeface="Century Gothic" pitchFamily="34" charset="0"/>
                <a:ea typeface="Century Gothic" pitchFamily="34" charset="-122"/>
                <a:cs typeface="Century Gothic" pitchFamily="34" charset="-120"/>
              </a:rPr>
              <a:t>mitigate risk</a:t>
            </a:r>
            <a:r>
              <a:rPr lang="en-US" sz="3067" dirty="0">
                <a:solidFill>
                  <a:srgbClr val="1A1A1A"/>
                </a:solidFill>
                <a:latin typeface="Century Gothic" pitchFamily="34" charset="0"/>
                <a:ea typeface="Century Gothic" pitchFamily="34" charset="-122"/>
                <a:cs typeface="Century Gothic" pitchFamily="34" charset="-120"/>
              </a:rPr>
              <a:t>,</a:t>
            </a:r>
            <a:endParaRPr lang="en-US" sz="30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067" dirty="0">
                <a:solidFill>
                  <a:srgbClr val="1A1A1A"/>
                </a:solidFill>
                <a:latin typeface="Century Gothic" pitchFamily="34" charset="0"/>
                <a:ea typeface="Century Gothic" pitchFamily="34" charset="-122"/>
                <a:cs typeface="Century Gothic" pitchFamily="34" charset="-120"/>
              </a:rPr>
              <a:t>are </a:t>
            </a:r>
            <a:r>
              <a:rPr lang="en-US" sz="3067" b="1" dirty="0">
                <a:solidFill>
                  <a:srgbClr val="F39B12"/>
                </a:solidFill>
                <a:latin typeface="Century Gothic" pitchFamily="34" charset="0"/>
                <a:ea typeface="Century Gothic" pitchFamily="34" charset="-122"/>
                <a:cs typeface="Century Gothic" pitchFamily="34" charset="-120"/>
              </a:rPr>
              <a:t>transparent</a:t>
            </a:r>
            <a:r>
              <a:rPr lang="en-US" sz="3067" dirty="0">
                <a:solidFill>
                  <a:srgbClr val="1A1A1A"/>
                </a:solidFill>
                <a:latin typeface="Century Gothic" pitchFamily="34" charset="0"/>
                <a:ea typeface="Century Gothic" pitchFamily="34" charset="-122"/>
                <a:cs typeface="Century Gothic" pitchFamily="34" charset="-120"/>
              </a:rPr>
              <a:t> to users, </a:t>
            </a:r>
            <a:r>
              <a:rPr lang="en-US" sz="3067" b="1" dirty="0">
                <a:solidFill>
                  <a:srgbClr val="F39B12"/>
                </a:solidFill>
                <a:latin typeface="Century Gothic" pitchFamily="34" charset="0"/>
                <a:ea typeface="Century Gothic" pitchFamily="34" charset="-122"/>
                <a:cs typeface="Century Gothic" pitchFamily="34" charset="-120"/>
              </a:rPr>
              <a:t>difficult to</a:t>
            </a:r>
            <a:endParaRPr lang="en-US" sz="30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067" b="1" dirty="0">
                <a:solidFill>
                  <a:srgbClr val="F39B12"/>
                </a:solidFill>
                <a:latin typeface="Century Gothic" pitchFamily="34" charset="0"/>
                <a:ea typeface="Century Gothic" pitchFamily="34" charset="-122"/>
                <a:cs typeface="Century Gothic" pitchFamily="34" charset="-120"/>
              </a:rPr>
              <a:t>Bypass</a:t>
            </a:r>
            <a:r>
              <a:rPr lang="en-US" sz="3067" b="1" dirty="0">
                <a:solidFill>
                  <a:prstClr val="black"/>
                </a:solidFill>
                <a:latin typeface="Calibri" panose="020F0502020204030204"/>
                <a:cs typeface="+mn-cs"/>
              </a:rPr>
              <a:t> </a:t>
            </a:r>
            <a:r>
              <a:rPr lang="en-US" sz="3067" dirty="0">
                <a:solidFill>
                  <a:srgbClr val="1A1A1A"/>
                </a:solidFill>
                <a:latin typeface="Century Gothic" pitchFamily="34" charset="0"/>
                <a:ea typeface="Century Gothic" pitchFamily="34" charset="-122"/>
                <a:cs typeface="Century Gothic" pitchFamily="34" charset="-120"/>
              </a:rPr>
              <a:t>and are </a:t>
            </a:r>
            <a:r>
              <a:rPr lang="en-US" sz="3067" b="1" dirty="0">
                <a:solidFill>
                  <a:srgbClr val="F39B12"/>
                </a:solidFill>
                <a:latin typeface="Century Gothic" pitchFamily="34" charset="0"/>
                <a:ea typeface="Century Gothic" pitchFamily="34" charset="-122"/>
                <a:cs typeface="Century Gothic" pitchFamily="34" charset="-120"/>
              </a:rPr>
              <a:t>cost effective</a:t>
            </a:r>
            <a:endParaRPr lang="en-US" sz="3067" dirty="0">
              <a:solidFill>
                <a:prstClr val="black"/>
              </a:solidFill>
              <a:latin typeface="Calibri" panose="020F0502020204030204"/>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Safeguard</a:t>
            </a:r>
            <a:endParaRPr lang="en-US" sz="6933"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Evaluation</a:t>
            </a:r>
            <a:endParaRPr lang="en-US" sz="69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414528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554284" y="4495800"/>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467" dirty="0">
                <a:solidFill>
                  <a:srgbClr val="EE1C25"/>
                </a:solidFill>
                <a:latin typeface="Century Gothic" pitchFamily="34" charset="0"/>
                <a:ea typeface="Century Gothic" pitchFamily="34" charset="-122"/>
                <a:cs typeface="Century Gothic" pitchFamily="34" charset="-120"/>
              </a:rPr>
              <a:t>ALE before safeguard – ALE after safeguard</a:t>
            </a:r>
            <a:endParaRPr lang="en-US" sz="34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467" dirty="0">
                <a:solidFill>
                  <a:srgbClr val="EE1C25"/>
                </a:solidFill>
                <a:latin typeface="Century Gothic" pitchFamily="34" charset="0"/>
                <a:ea typeface="Century Gothic" pitchFamily="34" charset="-122"/>
                <a:cs typeface="Century Gothic" pitchFamily="34" charset="-120"/>
              </a:rPr>
              <a:t>– annual cost of safeguard = </a:t>
            </a:r>
            <a:endParaRPr lang="en-US" sz="3467"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467" b="1" dirty="0">
                <a:solidFill>
                  <a:srgbClr val="EE1C25"/>
                </a:solidFill>
                <a:latin typeface="Century Gothic" pitchFamily="34" charset="0"/>
                <a:ea typeface="Century Gothic" pitchFamily="34" charset="-122"/>
                <a:cs typeface="Century Gothic" pitchFamily="34" charset="-120"/>
              </a:rPr>
              <a:t>value of safeguard</a:t>
            </a:r>
            <a:endParaRPr lang="en-US" sz="3467" dirty="0">
              <a:solidFill>
                <a:prstClr val="black"/>
              </a:solidFill>
              <a:latin typeface="Calibri" panose="020F0502020204030204"/>
              <a:cs typeface="+mn-cs"/>
            </a:endParaRPr>
          </a:p>
        </p:txBody>
      </p:sp>
      <p:sp>
        <p:nvSpPr>
          <p:cNvPr id="7" name="Text 5"/>
          <p:cNvSpPr/>
          <p:nvPr/>
        </p:nvSpPr>
        <p:spPr>
          <a:xfrm rot="20520000">
            <a:off x="380063" y="1476793"/>
            <a:ext cx="3048000" cy="1463040"/>
          </a:xfrm>
          <a:prstGeom prst="rect">
            <a:avLst/>
          </a:prstGeom>
          <a:noFill/>
          <a:ln/>
        </p:spPr>
        <p:txBody>
          <a:bodyPr wrap="square" rtlCol="0" anchor="ctr"/>
          <a:lstStyle/>
          <a:p>
            <a:pPr algn="ctr" defTabSz="1219170" fontAlgn="auto">
              <a:spcBef>
                <a:spcPts val="0"/>
              </a:spcBef>
              <a:spcAft>
                <a:spcPts val="0"/>
              </a:spcAft>
            </a:pPr>
            <a:r>
              <a:rPr lang="en-US" sz="4000" dirty="0">
                <a:solidFill>
                  <a:srgbClr val="EE1C25"/>
                </a:solidFill>
                <a:latin typeface="Ink Free" pitchFamily="34" charset="0"/>
                <a:ea typeface="Ink Free" pitchFamily="34" charset="-122"/>
                <a:cs typeface="Ink Free" pitchFamily="34" charset="-120"/>
              </a:rPr>
              <a:t>cost</a:t>
            </a:r>
            <a:endParaRPr lang="en-US" sz="4000" dirty="0">
              <a:solidFill>
                <a:prstClr val="black"/>
              </a:solidFill>
              <a:latin typeface="Calibri" panose="020F0502020204030204"/>
              <a:cs typeface="+mn-cs"/>
            </a:endParaRPr>
          </a:p>
          <a:p>
            <a:pPr algn="ctr" defTabSz="1219170" fontAlgn="auto">
              <a:spcBef>
                <a:spcPts val="0"/>
              </a:spcBef>
              <a:spcAft>
                <a:spcPts val="0"/>
              </a:spcAft>
            </a:pPr>
            <a:r>
              <a:rPr lang="en-US" sz="4000" dirty="0">
                <a:solidFill>
                  <a:srgbClr val="EE1C25"/>
                </a:solidFill>
                <a:latin typeface="Ink Free" pitchFamily="34" charset="0"/>
                <a:ea typeface="Ink Free" pitchFamily="34" charset="-122"/>
                <a:cs typeface="Ink Free" pitchFamily="34" charset="-120"/>
              </a:rPr>
              <a:t>effective?</a:t>
            </a:r>
            <a:endParaRPr lang="en-US" sz="4000" dirty="0">
              <a:solidFill>
                <a:prstClr val="black"/>
              </a:solidFill>
              <a:latin typeface="Calibri" panose="020F0502020204030204"/>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CALCULATING RISK</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Safeguard</a:t>
            </a:r>
            <a:endParaRPr lang="en-US" sz="6933"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933" b="1" dirty="0">
                <a:solidFill>
                  <a:srgbClr val="1CDDEB"/>
                </a:solidFill>
                <a:latin typeface="Century Gothic" pitchFamily="34" charset="0"/>
                <a:ea typeface="Century Gothic" pitchFamily="34" charset="-122"/>
                <a:cs typeface="Century Gothic" pitchFamily="34" charset="-120"/>
              </a:rPr>
              <a:t>Evaluation</a:t>
            </a:r>
            <a:endParaRPr lang="en-US" sz="69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414528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5181600"/>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733" b="1" dirty="0">
                <a:solidFill>
                  <a:srgbClr val="EE1C25"/>
                </a:solidFill>
                <a:latin typeface="Century Gothic" pitchFamily="34" charset="0"/>
                <a:ea typeface="Century Gothic" pitchFamily="34" charset="-122"/>
                <a:cs typeface="Century Gothic" pitchFamily="34" charset="-120"/>
              </a:rPr>
              <a:t>value of safeguard</a:t>
            </a:r>
            <a:r>
              <a:rPr lang="en-US" sz="3733" dirty="0">
                <a:solidFill>
                  <a:srgbClr val="EE1C25"/>
                </a:solidFill>
                <a:latin typeface="Century Gothic" pitchFamily="34" charset="0"/>
                <a:ea typeface="Century Gothic" pitchFamily="34" charset="-122"/>
                <a:cs typeface="Century Gothic" pitchFamily="34" charset="-120"/>
              </a:rPr>
              <a:t> = ALE1 – ALE2 - ACS</a:t>
            </a:r>
            <a:endParaRPr lang="en-US" sz="3733" dirty="0">
              <a:solidFill>
                <a:prstClr val="black"/>
              </a:solidFill>
              <a:latin typeface="Calibri" panose="020F0502020204030204"/>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RESPONSE TO RISK</a:t>
            </a:r>
            <a:endParaRPr lang="en-US" sz="3200" dirty="0">
              <a:solidFill>
                <a:prstClr val="black"/>
              </a:solidFill>
              <a:latin typeface="Calibri" panose="020F0502020204030204"/>
              <a:cs typeface="+mn-cs"/>
            </a:endParaRPr>
          </a:p>
        </p:txBody>
      </p:sp>
      <p:sp>
        <p:nvSpPr>
          <p:cNvPr id="4" name="Text 2"/>
          <p:cNvSpPr/>
          <p:nvPr/>
        </p:nvSpPr>
        <p:spPr>
          <a:xfrm>
            <a:off x="487680" y="975360"/>
            <a:ext cx="11338560" cy="1036320"/>
          </a:xfrm>
          <a:prstGeom prst="rect">
            <a:avLst/>
          </a:prstGeom>
          <a:noFill/>
          <a:ln/>
        </p:spPr>
        <p:txBody>
          <a:bodyPr wrap="square" rtlCol="0" anchor="ctr"/>
          <a:lstStyle/>
          <a:p>
            <a:pPr defTabSz="1219170" fontAlgn="auto">
              <a:spcBef>
                <a:spcPts val="0"/>
              </a:spcBef>
              <a:spcAft>
                <a:spcPts val="0"/>
              </a:spcAft>
            </a:pPr>
            <a:r>
              <a:rPr lang="en-US" sz="5333" kern="0" spc="133" dirty="0">
                <a:solidFill>
                  <a:srgbClr val="1CDDEB"/>
                </a:solidFill>
                <a:latin typeface="Impact" pitchFamily="34" charset="0"/>
                <a:ea typeface="Impact" pitchFamily="34" charset="-122"/>
                <a:cs typeface="Impact" pitchFamily="34" charset="-120"/>
              </a:rPr>
              <a:t>Response to Risk</a:t>
            </a:r>
            <a:endParaRPr lang="en-US" sz="5333" dirty="0">
              <a:solidFill>
                <a:prstClr val="black"/>
              </a:solidFill>
              <a:latin typeface="Calibri" panose="020F0502020204030204"/>
              <a:cs typeface="+mn-cs"/>
            </a:endParaRPr>
          </a:p>
        </p:txBody>
      </p:sp>
      <p:sp>
        <p:nvSpPr>
          <p:cNvPr id="5" name="Text 3"/>
          <p:cNvSpPr/>
          <p:nvPr/>
        </p:nvSpPr>
        <p:spPr>
          <a:xfrm>
            <a:off x="487680" y="2072640"/>
            <a:ext cx="11460480" cy="1097280"/>
          </a:xfrm>
          <a:prstGeom prst="rect">
            <a:avLst/>
          </a:prstGeom>
          <a:noFill/>
          <a:ln/>
        </p:spPr>
        <p:txBody>
          <a:bodyPr wrap="square" rtlCol="0" anchor="ctr"/>
          <a:lstStyle/>
          <a:p>
            <a:pPr defTabSz="1219170" fontAlgn="auto">
              <a:spcBef>
                <a:spcPts val="0"/>
              </a:spcBef>
              <a:spcAft>
                <a:spcPts val="0"/>
              </a:spcAft>
            </a:pPr>
            <a:r>
              <a:rPr lang="en-US" sz="2533" b="1" dirty="0">
                <a:solidFill>
                  <a:srgbClr val="1A1A1A"/>
                </a:solidFill>
                <a:latin typeface="Century Gothic" pitchFamily="34" charset="0"/>
                <a:ea typeface="Century Gothic" pitchFamily="34" charset="-122"/>
                <a:cs typeface="Century Gothic" pitchFamily="34" charset="-120"/>
              </a:rPr>
              <a:t>Risk Acceptance</a:t>
            </a:r>
            <a:r>
              <a:rPr lang="en-US" sz="2533" dirty="0">
                <a:solidFill>
                  <a:srgbClr val="1A1A1A"/>
                </a:solidFill>
                <a:latin typeface="Century Gothic" pitchFamily="34" charset="0"/>
                <a:ea typeface="Century Gothic" pitchFamily="34" charset="-122"/>
                <a:cs typeface="Century Gothic" pitchFamily="34" charset="-120"/>
              </a:rPr>
              <a:t>. Do nothing, and you must</a:t>
            </a:r>
            <a:endParaRPr lang="en-US" sz="2533" dirty="0">
              <a:solidFill>
                <a:prstClr val="black"/>
              </a:solidFill>
              <a:latin typeface="Calibri" panose="020F0502020204030204"/>
              <a:cs typeface="+mn-cs"/>
            </a:endParaRPr>
          </a:p>
          <a:p>
            <a:pPr defTabSz="1219170" fontAlgn="auto">
              <a:spcBef>
                <a:spcPts val="0"/>
              </a:spcBef>
              <a:spcAft>
                <a:spcPts val="0"/>
              </a:spcAft>
            </a:pPr>
            <a:r>
              <a:rPr lang="en-US" sz="2533" dirty="0">
                <a:solidFill>
                  <a:srgbClr val="1A1A1A"/>
                </a:solidFill>
                <a:latin typeface="Century Gothic" pitchFamily="34" charset="0"/>
                <a:ea typeface="Century Gothic" pitchFamily="34" charset="-122"/>
                <a:cs typeface="Century Gothic" pitchFamily="34" charset="-120"/>
              </a:rPr>
              <a:t>accept the risk and potential loss if threat occurs.</a:t>
            </a:r>
            <a:endParaRPr lang="en-US" sz="2533" dirty="0">
              <a:solidFill>
                <a:prstClr val="black"/>
              </a:solidFill>
              <a:latin typeface="Calibri" panose="020F0502020204030204"/>
              <a:cs typeface="+mn-cs"/>
            </a:endParaRPr>
          </a:p>
        </p:txBody>
      </p:sp>
      <p:sp>
        <p:nvSpPr>
          <p:cNvPr id="6" name="Text 4"/>
          <p:cNvSpPr/>
          <p:nvPr/>
        </p:nvSpPr>
        <p:spPr>
          <a:xfrm>
            <a:off x="487680" y="3230880"/>
            <a:ext cx="11460480" cy="1097280"/>
          </a:xfrm>
          <a:prstGeom prst="rect">
            <a:avLst/>
          </a:prstGeom>
          <a:noFill/>
          <a:ln/>
        </p:spPr>
        <p:txBody>
          <a:bodyPr wrap="square" rtlCol="0" anchor="ctr"/>
          <a:lstStyle/>
          <a:p>
            <a:pPr defTabSz="1219170" fontAlgn="auto">
              <a:spcBef>
                <a:spcPts val="0"/>
              </a:spcBef>
              <a:spcAft>
                <a:spcPts val="0"/>
              </a:spcAft>
            </a:pPr>
            <a:r>
              <a:rPr lang="en-US" sz="2533" b="1" dirty="0">
                <a:solidFill>
                  <a:srgbClr val="1A1A1A"/>
                </a:solidFill>
                <a:latin typeface="Century Gothic" pitchFamily="34" charset="0"/>
                <a:ea typeface="Century Gothic" pitchFamily="34" charset="-122"/>
                <a:cs typeface="Century Gothic" pitchFamily="34" charset="-120"/>
              </a:rPr>
              <a:t>Risk Mitigation</a:t>
            </a:r>
            <a:r>
              <a:rPr lang="en-US" sz="2533" dirty="0">
                <a:solidFill>
                  <a:srgbClr val="1A1A1A"/>
                </a:solidFill>
                <a:latin typeface="Century Gothic" pitchFamily="34" charset="0"/>
                <a:ea typeface="Century Gothic" pitchFamily="34" charset="-122"/>
                <a:cs typeface="Century Gothic" pitchFamily="34" charset="-120"/>
              </a:rPr>
              <a:t>. You do this by implementing a</a:t>
            </a:r>
            <a:endParaRPr lang="en-US" sz="2533" dirty="0">
              <a:solidFill>
                <a:prstClr val="black"/>
              </a:solidFill>
              <a:latin typeface="Calibri" panose="020F0502020204030204"/>
              <a:cs typeface="+mn-cs"/>
            </a:endParaRPr>
          </a:p>
          <a:p>
            <a:pPr defTabSz="1219170" fontAlgn="auto">
              <a:spcBef>
                <a:spcPts val="0"/>
              </a:spcBef>
              <a:spcAft>
                <a:spcPts val="0"/>
              </a:spcAft>
            </a:pPr>
            <a:r>
              <a:rPr lang="en-US" sz="2533" dirty="0">
                <a:solidFill>
                  <a:srgbClr val="1A1A1A"/>
                </a:solidFill>
                <a:latin typeface="Century Gothic" pitchFamily="34" charset="0"/>
                <a:ea typeface="Century Gothic" pitchFamily="34" charset="-122"/>
                <a:cs typeface="Century Gothic" pitchFamily="34" charset="-120"/>
              </a:rPr>
              <a:t>countermeasure and accepting the residual risk.</a:t>
            </a:r>
            <a:endParaRPr lang="en-US" sz="2533" dirty="0">
              <a:solidFill>
                <a:prstClr val="black"/>
              </a:solidFill>
              <a:latin typeface="Calibri" panose="020F0502020204030204"/>
              <a:cs typeface="+mn-cs"/>
            </a:endParaRPr>
          </a:p>
        </p:txBody>
      </p:sp>
      <p:sp>
        <p:nvSpPr>
          <p:cNvPr id="7" name="Text 5"/>
          <p:cNvSpPr/>
          <p:nvPr/>
        </p:nvSpPr>
        <p:spPr>
          <a:xfrm>
            <a:off x="487680" y="4389120"/>
            <a:ext cx="11460480" cy="1097280"/>
          </a:xfrm>
          <a:prstGeom prst="rect">
            <a:avLst/>
          </a:prstGeom>
          <a:noFill/>
          <a:ln/>
        </p:spPr>
        <p:txBody>
          <a:bodyPr wrap="square" rtlCol="0" anchor="ctr"/>
          <a:lstStyle/>
          <a:p>
            <a:pPr defTabSz="1219170" fontAlgn="auto">
              <a:spcBef>
                <a:spcPts val="0"/>
              </a:spcBef>
              <a:spcAft>
                <a:spcPts val="0"/>
              </a:spcAft>
            </a:pPr>
            <a:r>
              <a:rPr lang="en-US" sz="2533" b="1" dirty="0">
                <a:solidFill>
                  <a:srgbClr val="1A1A1A"/>
                </a:solidFill>
                <a:latin typeface="Century Gothic" pitchFamily="34" charset="0"/>
                <a:ea typeface="Century Gothic" pitchFamily="34" charset="-122"/>
                <a:cs typeface="Century Gothic" pitchFamily="34" charset="-120"/>
              </a:rPr>
              <a:t>Risk Assignment</a:t>
            </a:r>
            <a:r>
              <a:rPr lang="en-US" sz="2533" dirty="0">
                <a:solidFill>
                  <a:srgbClr val="1A1A1A"/>
                </a:solidFill>
                <a:latin typeface="Century Gothic" pitchFamily="34" charset="0"/>
                <a:ea typeface="Century Gothic" pitchFamily="34" charset="-122"/>
                <a:cs typeface="Century Gothic" pitchFamily="34" charset="-120"/>
              </a:rPr>
              <a:t>. Transfer (assign) risk to 3rd party,</a:t>
            </a:r>
            <a:endParaRPr lang="en-US" sz="2533" dirty="0">
              <a:solidFill>
                <a:prstClr val="black"/>
              </a:solidFill>
              <a:latin typeface="Calibri" panose="020F0502020204030204"/>
              <a:cs typeface="+mn-cs"/>
            </a:endParaRPr>
          </a:p>
          <a:p>
            <a:pPr defTabSz="1219170" fontAlgn="auto">
              <a:spcBef>
                <a:spcPts val="0"/>
              </a:spcBef>
              <a:spcAft>
                <a:spcPts val="0"/>
              </a:spcAft>
            </a:pPr>
            <a:r>
              <a:rPr lang="en-US" sz="2533" dirty="0">
                <a:solidFill>
                  <a:srgbClr val="1A1A1A"/>
                </a:solidFill>
                <a:latin typeface="Century Gothic" pitchFamily="34" charset="0"/>
                <a:ea typeface="Century Gothic" pitchFamily="34" charset="-122"/>
                <a:cs typeface="Century Gothic" pitchFamily="34" charset="-120"/>
              </a:rPr>
              <a:t>like by purchasing insurance against damage.</a:t>
            </a:r>
            <a:endParaRPr lang="en-US" sz="2533" dirty="0">
              <a:solidFill>
                <a:prstClr val="black"/>
              </a:solidFill>
              <a:latin typeface="Calibri" panose="020F0502020204030204"/>
              <a:cs typeface="+mn-cs"/>
            </a:endParaRPr>
          </a:p>
        </p:txBody>
      </p:sp>
      <p:sp>
        <p:nvSpPr>
          <p:cNvPr id="8" name="Text 6"/>
          <p:cNvSpPr/>
          <p:nvPr/>
        </p:nvSpPr>
        <p:spPr>
          <a:xfrm>
            <a:off x="487680" y="5547360"/>
            <a:ext cx="11460480" cy="1097280"/>
          </a:xfrm>
          <a:prstGeom prst="rect">
            <a:avLst/>
          </a:prstGeom>
          <a:noFill/>
          <a:ln/>
        </p:spPr>
        <p:txBody>
          <a:bodyPr wrap="square" rtlCol="0" anchor="ctr"/>
          <a:lstStyle/>
          <a:p>
            <a:pPr defTabSz="1219170" fontAlgn="auto">
              <a:spcBef>
                <a:spcPts val="0"/>
              </a:spcBef>
              <a:spcAft>
                <a:spcPts val="0"/>
              </a:spcAft>
            </a:pPr>
            <a:r>
              <a:rPr lang="en-US" sz="2533" b="1" dirty="0">
                <a:solidFill>
                  <a:srgbClr val="1A1A1A"/>
                </a:solidFill>
                <a:latin typeface="Century Gothic" pitchFamily="34" charset="0"/>
                <a:ea typeface="Century Gothic" pitchFamily="34" charset="-122"/>
                <a:cs typeface="Century Gothic" pitchFamily="34" charset="-120"/>
              </a:rPr>
              <a:t>Risk Avoidance</a:t>
            </a:r>
            <a:r>
              <a:rPr lang="en-US" sz="2533" dirty="0">
                <a:solidFill>
                  <a:srgbClr val="1A1A1A"/>
                </a:solidFill>
                <a:latin typeface="Century Gothic" pitchFamily="34" charset="0"/>
                <a:ea typeface="Century Gothic" pitchFamily="34" charset="-122"/>
                <a:cs typeface="Century Gothic" pitchFamily="34" charset="-120"/>
              </a:rPr>
              <a:t>. When costs of mitigating or</a:t>
            </a:r>
            <a:endParaRPr lang="en-US" sz="2533" dirty="0">
              <a:solidFill>
                <a:prstClr val="black"/>
              </a:solidFill>
              <a:latin typeface="Calibri" panose="020F0502020204030204"/>
              <a:cs typeface="+mn-cs"/>
            </a:endParaRPr>
          </a:p>
          <a:p>
            <a:pPr defTabSz="1219170" fontAlgn="auto">
              <a:spcBef>
                <a:spcPts val="0"/>
              </a:spcBef>
              <a:spcAft>
                <a:spcPts val="0"/>
              </a:spcAft>
            </a:pPr>
            <a:r>
              <a:rPr lang="en-US" sz="2533" dirty="0">
                <a:solidFill>
                  <a:srgbClr val="1A1A1A"/>
                </a:solidFill>
                <a:latin typeface="Century Gothic" pitchFamily="34" charset="0"/>
                <a:ea typeface="Century Gothic" pitchFamily="34" charset="-122"/>
                <a:cs typeface="Century Gothic" pitchFamily="34" charset="-120"/>
              </a:rPr>
              <a:t>accepting are higher than benefits of the service</a:t>
            </a:r>
            <a:endParaRPr lang="en-US" sz="2533" dirty="0">
              <a:solidFill>
                <a:prstClr val="black"/>
              </a:solidFill>
              <a:latin typeface="Calibri" panose="020F0502020204030204"/>
              <a:cs typeface="+mn-c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RESPONSE TO RISK</a:t>
            </a:r>
            <a:endParaRPr lang="en-US" sz="3200" dirty="0">
              <a:solidFill>
                <a:prstClr val="black"/>
              </a:solidFill>
              <a:latin typeface="Calibri" panose="020F0502020204030204"/>
              <a:cs typeface="+mn-cs"/>
            </a:endParaRPr>
          </a:p>
        </p:txBody>
      </p:sp>
      <p:sp>
        <p:nvSpPr>
          <p:cNvPr id="4" name="Text 2"/>
          <p:cNvSpPr/>
          <p:nvPr/>
        </p:nvSpPr>
        <p:spPr>
          <a:xfrm>
            <a:off x="487680" y="975360"/>
            <a:ext cx="11338560" cy="1036320"/>
          </a:xfrm>
          <a:prstGeom prst="rect">
            <a:avLst/>
          </a:prstGeom>
          <a:noFill/>
          <a:ln/>
        </p:spPr>
        <p:txBody>
          <a:bodyPr wrap="square" rtlCol="0" anchor="ctr"/>
          <a:lstStyle/>
          <a:p>
            <a:pPr defTabSz="1219170" fontAlgn="auto">
              <a:spcBef>
                <a:spcPts val="0"/>
              </a:spcBef>
              <a:spcAft>
                <a:spcPts val="0"/>
              </a:spcAft>
            </a:pPr>
            <a:r>
              <a:rPr lang="en-US" sz="5333" kern="0" spc="133" dirty="0">
                <a:solidFill>
                  <a:srgbClr val="1CDDEB"/>
                </a:solidFill>
                <a:latin typeface="Impact" pitchFamily="34" charset="0"/>
                <a:ea typeface="Impact" pitchFamily="34" charset="-122"/>
                <a:cs typeface="Impact" pitchFamily="34" charset="-120"/>
              </a:rPr>
              <a:t>Response to Risk (cont)</a:t>
            </a:r>
            <a:endParaRPr lang="en-US" sz="5333" dirty="0">
              <a:solidFill>
                <a:prstClr val="black"/>
              </a:solidFill>
              <a:latin typeface="Calibri" panose="020F0502020204030204"/>
              <a:cs typeface="+mn-cs"/>
            </a:endParaRPr>
          </a:p>
        </p:txBody>
      </p:sp>
      <p:sp>
        <p:nvSpPr>
          <p:cNvPr id="5" name="Text 3"/>
          <p:cNvSpPr/>
          <p:nvPr/>
        </p:nvSpPr>
        <p:spPr>
          <a:xfrm>
            <a:off x="487680" y="1950720"/>
            <a:ext cx="11460480" cy="1097280"/>
          </a:xfrm>
          <a:prstGeom prst="rect">
            <a:avLst/>
          </a:prstGeom>
          <a:noFill/>
          <a:ln/>
        </p:spPr>
        <p:txBody>
          <a:bodyPr wrap="square" rtlCol="0" anchor="ctr"/>
          <a:lstStyle/>
          <a:p>
            <a:pPr defTabSz="1219170" fontAlgn="auto">
              <a:spcBef>
                <a:spcPts val="0"/>
              </a:spcBef>
              <a:spcAft>
                <a:spcPts val="0"/>
              </a:spcAft>
            </a:pPr>
            <a:r>
              <a:rPr lang="en-US" sz="2933" b="1" dirty="0">
                <a:solidFill>
                  <a:srgbClr val="1A1A1A"/>
                </a:solidFill>
                <a:latin typeface="Century Gothic" pitchFamily="34" charset="0"/>
                <a:ea typeface="Century Gothic" pitchFamily="34" charset="-122"/>
                <a:cs typeface="Century Gothic" pitchFamily="34" charset="-120"/>
              </a:rPr>
              <a:t>Risk Deterrence</a:t>
            </a:r>
            <a:r>
              <a:rPr lang="en-US" sz="2933" dirty="0">
                <a:solidFill>
                  <a:srgbClr val="1A1A1A"/>
                </a:solidFill>
                <a:latin typeface="Century Gothic" pitchFamily="34" charset="0"/>
                <a:ea typeface="Century Gothic" pitchFamily="34" charset="-122"/>
                <a:cs typeface="Century Gothic" pitchFamily="34" charset="-120"/>
              </a:rPr>
              <a:t>. Implementing deterrents to</a:t>
            </a:r>
            <a:endParaRPr lang="en-US" sz="2933" dirty="0">
              <a:solidFill>
                <a:prstClr val="black"/>
              </a:solidFill>
              <a:latin typeface="Calibri" panose="020F0502020204030204"/>
              <a:cs typeface="+mn-cs"/>
            </a:endParaRPr>
          </a:p>
          <a:p>
            <a:pPr defTabSz="1219170" fontAlgn="auto">
              <a:spcBef>
                <a:spcPts val="0"/>
              </a:spcBef>
              <a:spcAft>
                <a:spcPts val="0"/>
              </a:spcAft>
            </a:pPr>
            <a:r>
              <a:rPr lang="en-US" sz="2933" dirty="0">
                <a:solidFill>
                  <a:srgbClr val="1A1A1A"/>
                </a:solidFill>
                <a:latin typeface="Century Gothic" pitchFamily="34" charset="0"/>
                <a:ea typeface="Century Gothic" pitchFamily="34" charset="-122"/>
                <a:cs typeface="Century Gothic" pitchFamily="34" charset="-120"/>
              </a:rPr>
              <a:t>would-be violators of security and policy</a:t>
            </a:r>
            <a:endParaRPr lang="en-US" sz="2933" dirty="0">
              <a:solidFill>
                <a:prstClr val="black"/>
              </a:solidFill>
              <a:latin typeface="Calibri" panose="020F0502020204030204"/>
              <a:cs typeface="+mn-cs"/>
            </a:endParaRPr>
          </a:p>
        </p:txBody>
      </p:sp>
      <p:sp>
        <p:nvSpPr>
          <p:cNvPr id="6" name="Text 4"/>
          <p:cNvSpPr/>
          <p:nvPr/>
        </p:nvSpPr>
        <p:spPr>
          <a:xfrm>
            <a:off x="487680" y="3230880"/>
            <a:ext cx="11460480" cy="1097280"/>
          </a:xfrm>
          <a:prstGeom prst="rect">
            <a:avLst/>
          </a:prstGeom>
          <a:noFill/>
          <a:ln/>
        </p:spPr>
        <p:txBody>
          <a:bodyPr wrap="square" rtlCol="0" anchor="ctr"/>
          <a:lstStyle/>
          <a:p>
            <a:pPr defTabSz="1219170" fontAlgn="auto">
              <a:spcBef>
                <a:spcPts val="0"/>
              </a:spcBef>
              <a:spcAft>
                <a:spcPts val="0"/>
              </a:spcAft>
            </a:pPr>
            <a:r>
              <a:rPr lang="en-US" sz="2933" b="1" dirty="0">
                <a:solidFill>
                  <a:srgbClr val="1A1A1A"/>
                </a:solidFill>
                <a:latin typeface="Century Gothic" pitchFamily="34" charset="0"/>
                <a:ea typeface="Century Gothic" pitchFamily="34" charset="-122"/>
                <a:cs typeface="Century Gothic" pitchFamily="34" charset="-120"/>
              </a:rPr>
              <a:t>Risk Rejection</a:t>
            </a:r>
            <a:r>
              <a:rPr lang="en-US" sz="2933" dirty="0">
                <a:solidFill>
                  <a:srgbClr val="1A1A1A"/>
                </a:solidFill>
                <a:latin typeface="Century Gothic" pitchFamily="34" charset="0"/>
                <a:ea typeface="Century Gothic" pitchFamily="34" charset="-122"/>
                <a:cs typeface="Century Gothic" pitchFamily="34" charset="-120"/>
              </a:rPr>
              <a:t>. An </a:t>
            </a:r>
            <a:r>
              <a:rPr lang="en-US" sz="2933" u="sng" dirty="0">
                <a:solidFill>
                  <a:srgbClr val="1A1A1A"/>
                </a:solidFill>
                <a:uFill>
                  <a:solidFill>
                    <a:srgbClr val="EE1C25"/>
                  </a:solidFill>
                </a:uFill>
                <a:latin typeface="Century Gothic" pitchFamily="34" charset="0"/>
                <a:ea typeface="Century Gothic" pitchFamily="34" charset="-122"/>
                <a:cs typeface="Century Gothic" pitchFamily="34" charset="-120"/>
              </a:rPr>
              <a:t>unacceptable</a:t>
            </a:r>
            <a:r>
              <a:rPr lang="en-US" sz="2933" dirty="0">
                <a:solidFill>
                  <a:srgbClr val="1A1A1A"/>
                </a:solidFill>
                <a:latin typeface="Century Gothic" pitchFamily="34" charset="0"/>
                <a:ea typeface="Century Gothic" pitchFamily="34" charset="-122"/>
                <a:cs typeface="Century Gothic" pitchFamily="34" charset="-120"/>
              </a:rPr>
              <a:t> possible</a:t>
            </a:r>
            <a:endParaRPr lang="en-US" sz="2933" dirty="0">
              <a:solidFill>
                <a:prstClr val="black"/>
              </a:solidFill>
              <a:latin typeface="Calibri" panose="020F0502020204030204"/>
              <a:cs typeface="+mn-cs"/>
            </a:endParaRPr>
          </a:p>
          <a:p>
            <a:pPr defTabSz="1219170" fontAlgn="auto">
              <a:spcBef>
                <a:spcPts val="0"/>
              </a:spcBef>
              <a:spcAft>
                <a:spcPts val="0"/>
              </a:spcAft>
            </a:pPr>
            <a:r>
              <a:rPr lang="en-US" sz="2933" dirty="0">
                <a:solidFill>
                  <a:srgbClr val="1A1A1A"/>
                </a:solidFill>
                <a:latin typeface="Century Gothic" pitchFamily="34" charset="0"/>
                <a:ea typeface="Century Gothic" pitchFamily="34" charset="-122"/>
                <a:cs typeface="Century Gothic" pitchFamily="34" charset="-120"/>
              </a:rPr>
              <a:t>response to risk is to </a:t>
            </a:r>
            <a:endParaRPr lang="en-US" sz="2933" dirty="0">
              <a:solidFill>
                <a:prstClr val="black"/>
              </a:solidFill>
              <a:latin typeface="Calibri" panose="020F0502020204030204"/>
              <a:cs typeface="+mn-cs"/>
            </a:endParaRPr>
          </a:p>
          <a:p>
            <a:pPr defTabSz="1219170" fontAlgn="auto">
              <a:spcBef>
                <a:spcPts val="0"/>
              </a:spcBef>
              <a:spcAft>
                <a:spcPts val="0"/>
              </a:spcAft>
            </a:pPr>
            <a:r>
              <a:rPr lang="en-US" sz="2933" i="1" dirty="0">
                <a:solidFill>
                  <a:srgbClr val="1A1A1A"/>
                </a:solidFill>
                <a:latin typeface="Century Gothic" pitchFamily="34" charset="0"/>
                <a:ea typeface="Century Gothic" pitchFamily="34" charset="-122"/>
                <a:cs typeface="Century Gothic" pitchFamily="34" charset="-120"/>
              </a:rPr>
              <a:t>reject</a:t>
            </a:r>
            <a:r>
              <a:rPr lang="en-US" sz="2933" dirty="0">
                <a:solidFill>
                  <a:srgbClr val="1A1A1A"/>
                </a:solidFill>
                <a:latin typeface="Century Gothic" pitchFamily="34" charset="0"/>
                <a:ea typeface="Century Gothic" pitchFamily="34" charset="-122"/>
                <a:cs typeface="Century Gothic" pitchFamily="34" charset="-120"/>
              </a:rPr>
              <a:t> risk or </a:t>
            </a:r>
            <a:r>
              <a:rPr lang="en-US" sz="2933" i="1" dirty="0">
                <a:solidFill>
                  <a:srgbClr val="1A1A1A"/>
                </a:solidFill>
                <a:latin typeface="Century Gothic" pitchFamily="34" charset="0"/>
                <a:ea typeface="Century Gothic" pitchFamily="34" charset="-122"/>
                <a:cs typeface="Century Gothic" pitchFamily="34" charset="-120"/>
              </a:rPr>
              <a:t>ignore</a:t>
            </a:r>
            <a:r>
              <a:rPr lang="en-US" sz="2933" dirty="0">
                <a:solidFill>
                  <a:srgbClr val="1A1A1A"/>
                </a:solidFill>
                <a:latin typeface="Century Gothic" pitchFamily="34" charset="0"/>
                <a:ea typeface="Century Gothic" pitchFamily="34" charset="-122"/>
                <a:cs typeface="Century Gothic" pitchFamily="34" charset="-120"/>
              </a:rPr>
              <a:t> risk.</a:t>
            </a:r>
            <a:endParaRPr lang="en-US" sz="2933" dirty="0">
              <a:solidFill>
                <a:prstClr val="black"/>
              </a:solidFill>
              <a:latin typeface="Calibri" panose="020F0502020204030204"/>
              <a:cs typeface="+mn-cs"/>
            </a:endParaRPr>
          </a:p>
        </p:txBody>
      </p:sp>
      <p:sp>
        <p:nvSpPr>
          <p:cNvPr id="7" name="Text 5"/>
          <p:cNvSpPr/>
          <p:nvPr/>
        </p:nvSpPr>
        <p:spPr>
          <a:xfrm>
            <a:off x="670560" y="4800600"/>
            <a:ext cx="10972800" cy="1341120"/>
          </a:xfrm>
          <a:prstGeom prst="rect">
            <a:avLst/>
          </a:prstGeom>
          <a:noFill/>
          <a:ln/>
        </p:spPr>
        <p:txBody>
          <a:bodyPr wrap="square" rtlCol="0" anchor="ctr"/>
          <a:lstStyle/>
          <a:p>
            <a:pPr defTabSz="1219170" fontAlgn="auto">
              <a:spcBef>
                <a:spcPts val="0"/>
              </a:spcBef>
              <a:spcAft>
                <a:spcPts val="0"/>
              </a:spcAft>
            </a:pPr>
            <a:r>
              <a:rPr lang="en-US" sz="3733" dirty="0">
                <a:solidFill>
                  <a:srgbClr val="EE1C25"/>
                </a:solidFill>
                <a:latin typeface="Ink Free" pitchFamily="34" charset="0"/>
                <a:ea typeface="Ink Free" pitchFamily="34" charset="-122"/>
                <a:cs typeface="Ink Free" pitchFamily="34" charset="-120"/>
              </a:rPr>
              <a:t>REMEMBER:</a:t>
            </a:r>
            <a:endParaRPr lang="en-US" sz="3733" dirty="0">
              <a:solidFill>
                <a:prstClr val="black"/>
              </a:solidFill>
              <a:latin typeface="Calibri" panose="020F0502020204030204"/>
              <a:cs typeface="+mn-cs"/>
            </a:endParaRPr>
          </a:p>
          <a:p>
            <a:pPr defTabSz="1219170" fontAlgn="auto">
              <a:spcBef>
                <a:spcPts val="0"/>
              </a:spcBef>
              <a:spcAft>
                <a:spcPts val="0"/>
              </a:spcAft>
            </a:pPr>
            <a:r>
              <a:rPr lang="en-US" sz="3733" dirty="0">
                <a:solidFill>
                  <a:srgbClr val="EE1C25"/>
                </a:solidFill>
                <a:latin typeface="Ink Free" pitchFamily="34" charset="0"/>
                <a:ea typeface="Ink Free" pitchFamily="34" charset="-122"/>
                <a:cs typeface="Ink Free" pitchFamily="34" charset="-120"/>
              </a:rPr>
              <a:t>Handling risk is not a one-time process!</a:t>
            </a:r>
            <a:endParaRPr lang="en-US" sz="3733" dirty="0">
              <a:solidFill>
                <a:prstClr val="black"/>
              </a:solidFill>
              <a:latin typeface="Calibri" panose="020F0502020204030204"/>
              <a:cs typeface="+mn-c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487680" y="2499360"/>
            <a:ext cx="3169920" cy="670560"/>
          </a:xfrm>
          <a:prstGeom prst="rect">
            <a:avLst/>
          </a:prstGeom>
          <a:noFill/>
          <a:ln/>
        </p:spPr>
        <p:txBody>
          <a:bodyPr wrap="square" rtlCol="0" anchor="ctr"/>
          <a:lstStyle/>
          <a:p>
            <a:pPr defTabSz="1219170" fontAlgn="auto">
              <a:spcBef>
                <a:spcPts val="0"/>
              </a:spcBef>
              <a:spcAft>
                <a:spcPts val="0"/>
              </a:spcAft>
            </a:pPr>
            <a:r>
              <a:rPr lang="en-US" sz="4000" kern="0" spc="133" dirty="0">
                <a:solidFill>
                  <a:srgbClr val="FFFFFF"/>
                </a:solidFill>
                <a:latin typeface="Impact" pitchFamily="34" charset="0"/>
                <a:ea typeface="Impact" pitchFamily="34" charset="-122"/>
                <a:cs typeface="Impact" pitchFamily="34" charset="-120"/>
              </a:rPr>
              <a:t>FOR THE</a:t>
            </a:r>
            <a:endParaRPr lang="en-US" sz="4000" dirty="0">
              <a:solidFill>
                <a:prstClr val="black"/>
              </a:solidFill>
              <a:latin typeface="Calibri" panose="020F0502020204030204"/>
              <a:cs typeface="+mn-cs"/>
            </a:endParaRPr>
          </a:p>
        </p:txBody>
      </p:sp>
      <p:sp>
        <p:nvSpPr>
          <p:cNvPr id="3" name="exam badge">
            <a:extLst>
              <a:ext uri="{C183D7F6-B498-43B3-948B-1728B52AA6E4}">
                <adec:decorative xmlns:adec="http://schemas.microsoft.com/office/drawing/2017/decorative" val="1"/>
              </a:ext>
            </a:extLst>
          </p:cNvPr>
          <p:cNvSpPr/>
          <p:nvPr/>
        </p:nvSpPr>
        <p:spPr>
          <a:xfrm>
            <a:off x="487680" y="3194304"/>
            <a:ext cx="3108960" cy="877824"/>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4" name="Text 2"/>
          <p:cNvSpPr/>
          <p:nvPr/>
        </p:nvSpPr>
        <p:spPr>
          <a:xfrm>
            <a:off x="487680" y="3194304"/>
            <a:ext cx="3108960" cy="877824"/>
          </a:xfrm>
          <a:prstGeom prst="rect">
            <a:avLst/>
          </a:prstGeom>
          <a:noFill/>
          <a:ln/>
        </p:spPr>
        <p:txBody>
          <a:bodyPr wrap="square" rtlCol="0" anchor="ctr"/>
          <a:lstStyle/>
          <a:p>
            <a:pPr algn="ctr" defTabSz="1219170" fontAlgn="auto">
              <a:spcBef>
                <a:spcPts val="0"/>
              </a:spcBef>
              <a:spcAft>
                <a:spcPts val="0"/>
              </a:spcAft>
            </a:pPr>
            <a:r>
              <a:rPr lang="en-US" sz="4533" kern="0" spc="133" dirty="0">
                <a:solidFill>
                  <a:srgbClr val="141414"/>
                </a:solidFill>
                <a:latin typeface="Impact" pitchFamily="34" charset="0"/>
                <a:ea typeface="Impact" pitchFamily="34" charset="-122"/>
                <a:cs typeface="Impact" pitchFamily="34" charset="-120"/>
              </a:rPr>
              <a:t>EXAM</a:t>
            </a:r>
            <a:endParaRPr lang="en-US" sz="4533" dirty="0">
              <a:solidFill>
                <a:prstClr val="black"/>
              </a:solidFill>
              <a:latin typeface="Calibri" panose="020F0502020204030204"/>
              <a:cs typeface="+mn-cs"/>
            </a:endParaRPr>
          </a:p>
        </p:txBody>
      </p:sp>
      <p:sp>
        <p:nvSpPr>
          <p:cNvPr id="5" name="divider">
            <a:extLst>
              <a:ext uri="{C183D7F6-B498-43B3-948B-1728B52AA6E4}">
                <adec:decorative xmlns:adec="http://schemas.microsoft.com/office/drawing/2017/decorative" val="1"/>
              </a:ext>
            </a:extLst>
          </p:cNvPr>
          <p:cNvSpPr/>
          <p:nvPr/>
        </p:nvSpPr>
        <p:spPr>
          <a:xfrm>
            <a:off x="3962400" y="2499360"/>
            <a:ext cx="0" cy="1889760"/>
          </a:xfrm>
          <a:prstGeom prst="line">
            <a:avLst/>
          </a:prstGeom>
          <a:noFill/>
          <a:ln w="25400">
            <a:solidFill>
              <a:srgbClr val="BBBBBB"/>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328160" y="2438400"/>
            <a:ext cx="7437120" cy="2072640"/>
          </a:xfrm>
          <a:prstGeom prst="rect">
            <a:avLst/>
          </a:prstGeom>
          <a:noFill/>
          <a:ln/>
        </p:spPr>
        <p:txBody>
          <a:bodyPr wrap="square" rtlCol="0" anchor="ctr"/>
          <a:lstStyle/>
          <a:p>
            <a:pPr defTabSz="1219170" fontAlgn="auto">
              <a:lnSpc>
                <a:spcPct val="112000"/>
              </a:lnSpc>
              <a:spcBef>
                <a:spcPts val="0"/>
              </a:spcBef>
              <a:spcAft>
                <a:spcPts val="0"/>
              </a:spcAft>
            </a:pPr>
            <a:r>
              <a:rPr lang="en-US" sz="3467" dirty="0">
                <a:solidFill>
                  <a:srgbClr val="FFFFFF"/>
                </a:solidFill>
                <a:latin typeface="Century Gothic" pitchFamily="34" charset="0"/>
                <a:ea typeface="Century Gothic" pitchFamily="34" charset="-122"/>
                <a:cs typeface="Century Gothic" pitchFamily="34" charset="-120"/>
              </a:rPr>
              <a:t>You should remember that</a:t>
            </a:r>
            <a:endParaRPr lang="en-US" sz="3467" dirty="0">
              <a:solidFill>
                <a:prstClr val="black"/>
              </a:solidFill>
              <a:latin typeface="Calibri" panose="020F0502020204030204"/>
              <a:cs typeface="+mn-cs"/>
            </a:endParaRPr>
          </a:p>
          <a:p>
            <a:pPr defTabSz="1219170" fontAlgn="auto">
              <a:lnSpc>
                <a:spcPct val="112000"/>
              </a:lnSpc>
              <a:spcBef>
                <a:spcPts val="0"/>
              </a:spcBef>
              <a:spcAft>
                <a:spcPts val="0"/>
              </a:spcAft>
            </a:pPr>
            <a:r>
              <a:rPr lang="en-US" sz="3467" b="1" dirty="0">
                <a:solidFill>
                  <a:srgbClr val="F4FF3B"/>
                </a:solidFill>
                <a:latin typeface="Century Gothic" pitchFamily="34" charset="0"/>
                <a:ea typeface="Century Gothic" pitchFamily="34" charset="-122"/>
                <a:cs typeface="Century Gothic" pitchFamily="34" charset="-120"/>
              </a:rPr>
              <a:t>not every risk can be mitigated</a:t>
            </a:r>
            <a:endParaRPr lang="en-US" sz="3467" dirty="0">
              <a:solidFill>
                <a:prstClr val="black"/>
              </a:solidFill>
              <a:latin typeface="Calibri" panose="020F0502020204030204"/>
              <a:cs typeface="+mn-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487680" y="2499360"/>
            <a:ext cx="3169920" cy="670560"/>
          </a:xfrm>
          <a:prstGeom prst="rect">
            <a:avLst/>
          </a:prstGeom>
          <a:noFill/>
          <a:ln/>
        </p:spPr>
        <p:txBody>
          <a:bodyPr wrap="square" rtlCol="0" anchor="ctr"/>
          <a:lstStyle/>
          <a:p>
            <a:pPr defTabSz="1219170" fontAlgn="auto">
              <a:spcBef>
                <a:spcPts val="0"/>
              </a:spcBef>
              <a:spcAft>
                <a:spcPts val="0"/>
              </a:spcAft>
            </a:pPr>
            <a:r>
              <a:rPr lang="en-US" sz="4000" kern="0" spc="133" dirty="0">
                <a:solidFill>
                  <a:srgbClr val="FFFFFF"/>
                </a:solidFill>
                <a:latin typeface="Impact" pitchFamily="34" charset="0"/>
                <a:ea typeface="Impact" pitchFamily="34" charset="-122"/>
                <a:cs typeface="Impact" pitchFamily="34" charset="-120"/>
              </a:rPr>
              <a:t>FOR THE</a:t>
            </a:r>
            <a:endParaRPr lang="en-US" sz="4000" dirty="0">
              <a:solidFill>
                <a:prstClr val="black"/>
              </a:solidFill>
              <a:latin typeface="Calibri" panose="020F0502020204030204"/>
              <a:cs typeface="+mn-cs"/>
            </a:endParaRPr>
          </a:p>
        </p:txBody>
      </p:sp>
      <p:sp>
        <p:nvSpPr>
          <p:cNvPr id="3" name="exam badge">
            <a:extLst>
              <a:ext uri="{C183D7F6-B498-43B3-948B-1728B52AA6E4}">
                <adec:decorative xmlns:adec="http://schemas.microsoft.com/office/drawing/2017/decorative" val="1"/>
              </a:ext>
            </a:extLst>
          </p:cNvPr>
          <p:cNvSpPr/>
          <p:nvPr/>
        </p:nvSpPr>
        <p:spPr>
          <a:xfrm>
            <a:off x="487680" y="3194304"/>
            <a:ext cx="3108960" cy="877824"/>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4" name="Text 2"/>
          <p:cNvSpPr/>
          <p:nvPr/>
        </p:nvSpPr>
        <p:spPr>
          <a:xfrm>
            <a:off x="487680" y="3194304"/>
            <a:ext cx="3108960" cy="877824"/>
          </a:xfrm>
          <a:prstGeom prst="rect">
            <a:avLst/>
          </a:prstGeom>
          <a:noFill/>
          <a:ln/>
        </p:spPr>
        <p:txBody>
          <a:bodyPr wrap="square" rtlCol="0" anchor="ctr"/>
          <a:lstStyle/>
          <a:p>
            <a:pPr algn="ctr" defTabSz="1219170" fontAlgn="auto">
              <a:spcBef>
                <a:spcPts val="0"/>
              </a:spcBef>
              <a:spcAft>
                <a:spcPts val="0"/>
              </a:spcAft>
            </a:pPr>
            <a:r>
              <a:rPr lang="en-US" sz="4533" kern="0" spc="133" dirty="0">
                <a:solidFill>
                  <a:srgbClr val="141414"/>
                </a:solidFill>
                <a:latin typeface="Impact" pitchFamily="34" charset="0"/>
                <a:ea typeface="Impact" pitchFamily="34" charset="-122"/>
                <a:cs typeface="Impact" pitchFamily="34" charset="-120"/>
              </a:rPr>
              <a:t>EXAM</a:t>
            </a:r>
            <a:endParaRPr lang="en-US" sz="4533" dirty="0">
              <a:solidFill>
                <a:prstClr val="black"/>
              </a:solidFill>
              <a:latin typeface="Calibri" panose="020F0502020204030204"/>
              <a:cs typeface="+mn-cs"/>
            </a:endParaRPr>
          </a:p>
        </p:txBody>
      </p:sp>
      <p:sp>
        <p:nvSpPr>
          <p:cNvPr id="5" name="divider">
            <a:extLst>
              <a:ext uri="{C183D7F6-B498-43B3-948B-1728B52AA6E4}">
                <adec:decorative xmlns:adec="http://schemas.microsoft.com/office/drawing/2017/decorative" val="1"/>
              </a:ext>
            </a:extLst>
          </p:cNvPr>
          <p:cNvSpPr/>
          <p:nvPr/>
        </p:nvSpPr>
        <p:spPr>
          <a:xfrm>
            <a:off x="3962400" y="2499360"/>
            <a:ext cx="0" cy="1889760"/>
          </a:xfrm>
          <a:prstGeom prst="line">
            <a:avLst/>
          </a:prstGeom>
          <a:noFill/>
          <a:ln w="25400">
            <a:solidFill>
              <a:srgbClr val="BBBBBB"/>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328160" y="2438400"/>
            <a:ext cx="7437120" cy="2072640"/>
          </a:xfrm>
          <a:prstGeom prst="rect">
            <a:avLst/>
          </a:prstGeom>
          <a:noFill/>
          <a:ln/>
        </p:spPr>
        <p:txBody>
          <a:bodyPr wrap="square" rtlCol="0" anchor="ctr"/>
          <a:lstStyle/>
          <a:p>
            <a:pPr defTabSz="1219170" fontAlgn="auto">
              <a:lnSpc>
                <a:spcPct val="112000"/>
              </a:lnSpc>
              <a:spcBef>
                <a:spcPts val="0"/>
              </a:spcBef>
              <a:spcAft>
                <a:spcPts val="0"/>
              </a:spcAft>
            </a:pPr>
            <a:r>
              <a:rPr lang="en-US" sz="3467" dirty="0">
                <a:solidFill>
                  <a:srgbClr val="FFFFFF"/>
                </a:solidFill>
                <a:latin typeface="Century Gothic" pitchFamily="34" charset="0"/>
                <a:ea typeface="Century Gothic" pitchFamily="34" charset="-122"/>
                <a:cs typeface="Century Gothic" pitchFamily="34" charset="-120"/>
              </a:rPr>
              <a:t>It is management’s job to</a:t>
            </a:r>
            <a:endParaRPr lang="en-US" sz="3467" dirty="0">
              <a:solidFill>
                <a:prstClr val="black"/>
              </a:solidFill>
              <a:latin typeface="Calibri" panose="020F0502020204030204"/>
              <a:cs typeface="+mn-cs"/>
            </a:endParaRPr>
          </a:p>
          <a:p>
            <a:pPr defTabSz="1219170" fontAlgn="auto">
              <a:lnSpc>
                <a:spcPct val="112000"/>
              </a:lnSpc>
              <a:spcBef>
                <a:spcPts val="0"/>
              </a:spcBef>
              <a:spcAft>
                <a:spcPts val="0"/>
              </a:spcAft>
            </a:pPr>
            <a:r>
              <a:rPr lang="en-US" sz="3467" b="1" dirty="0">
                <a:solidFill>
                  <a:srgbClr val="F4FF3B"/>
                </a:solidFill>
                <a:latin typeface="Century Gothic" pitchFamily="34" charset="0"/>
                <a:ea typeface="Century Gothic" pitchFamily="34" charset="-122"/>
                <a:cs typeface="Century Gothic" pitchFamily="34" charset="-120"/>
              </a:rPr>
              <a:t>decide how that risk is handled</a:t>
            </a:r>
            <a:endParaRPr lang="en-US" sz="3467" dirty="0">
              <a:solidFill>
                <a:prstClr val="black"/>
              </a:solidFill>
              <a:latin typeface="Calibri" panose="020F0502020204030204"/>
              <a:cs typeface="+mn-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487680" y="2499360"/>
            <a:ext cx="3169920" cy="670560"/>
          </a:xfrm>
          <a:prstGeom prst="rect">
            <a:avLst/>
          </a:prstGeom>
          <a:noFill/>
          <a:ln/>
        </p:spPr>
        <p:txBody>
          <a:bodyPr wrap="square" rtlCol="0" anchor="ctr"/>
          <a:lstStyle/>
          <a:p>
            <a:pPr defTabSz="1219170" fontAlgn="auto">
              <a:spcBef>
                <a:spcPts val="0"/>
              </a:spcBef>
              <a:spcAft>
                <a:spcPts val="0"/>
              </a:spcAft>
            </a:pPr>
            <a:r>
              <a:rPr lang="en-US" sz="4000" kern="0" spc="133" dirty="0">
                <a:solidFill>
                  <a:srgbClr val="FFFFFF"/>
                </a:solidFill>
                <a:latin typeface="Impact" pitchFamily="34" charset="0"/>
                <a:ea typeface="Impact" pitchFamily="34" charset="-122"/>
                <a:cs typeface="Impact" pitchFamily="34" charset="-120"/>
              </a:rPr>
              <a:t>FOR THE</a:t>
            </a:r>
            <a:endParaRPr lang="en-US" sz="4000" dirty="0">
              <a:solidFill>
                <a:prstClr val="black"/>
              </a:solidFill>
              <a:latin typeface="Calibri" panose="020F0502020204030204"/>
              <a:cs typeface="+mn-cs"/>
            </a:endParaRPr>
          </a:p>
        </p:txBody>
      </p:sp>
      <p:sp>
        <p:nvSpPr>
          <p:cNvPr id="3" name="exam badge">
            <a:extLst>
              <a:ext uri="{C183D7F6-B498-43B3-948B-1728B52AA6E4}">
                <adec:decorative xmlns:adec="http://schemas.microsoft.com/office/drawing/2017/decorative" val="1"/>
              </a:ext>
            </a:extLst>
          </p:cNvPr>
          <p:cNvSpPr/>
          <p:nvPr/>
        </p:nvSpPr>
        <p:spPr>
          <a:xfrm>
            <a:off x="487680" y="3194304"/>
            <a:ext cx="3108960" cy="877824"/>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4" name="Text 2"/>
          <p:cNvSpPr/>
          <p:nvPr/>
        </p:nvSpPr>
        <p:spPr>
          <a:xfrm>
            <a:off x="487680" y="3194304"/>
            <a:ext cx="3108960" cy="877824"/>
          </a:xfrm>
          <a:prstGeom prst="rect">
            <a:avLst/>
          </a:prstGeom>
          <a:noFill/>
          <a:ln/>
        </p:spPr>
        <p:txBody>
          <a:bodyPr wrap="square" rtlCol="0" anchor="ctr"/>
          <a:lstStyle/>
          <a:p>
            <a:pPr algn="ctr" defTabSz="1219170" fontAlgn="auto">
              <a:spcBef>
                <a:spcPts val="0"/>
              </a:spcBef>
              <a:spcAft>
                <a:spcPts val="0"/>
              </a:spcAft>
            </a:pPr>
            <a:r>
              <a:rPr lang="en-US" sz="4533" kern="0" spc="133" dirty="0">
                <a:solidFill>
                  <a:srgbClr val="141414"/>
                </a:solidFill>
                <a:latin typeface="Impact" pitchFamily="34" charset="0"/>
                <a:ea typeface="Impact" pitchFamily="34" charset="-122"/>
                <a:cs typeface="Impact" pitchFamily="34" charset="-120"/>
              </a:rPr>
              <a:t>EXAM</a:t>
            </a:r>
            <a:endParaRPr lang="en-US" sz="4533" dirty="0">
              <a:solidFill>
                <a:prstClr val="black"/>
              </a:solidFill>
              <a:latin typeface="Calibri" panose="020F0502020204030204"/>
              <a:cs typeface="+mn-cs"/>
            </a:endParaRPr>
          </a:p>
        </p:txBody>
      </p:sp>
      <p:sp>
        <p:nvSpPr>
          <p:cNvPr id="5" name="divider">
            <a:extLst>
              <a:ext uri="{C183D7F6-B498-43B3-948B-1728B52AA6E4}">
                <adec:decorative xmlns:adec="http://schemas.microsoft.com/office/drawing/2017/decorative" val="1"/>
              </a:ext>
            </a:extLst>
          </p:cNvPr>
          <p:cNvSpPr/>
          <p:nvPr/>
        </p:nvSpPr>
        <p:spPr>
          <a:xfrm>
            <a:off x="3962400" y="2499360"/>
            <a:ext cx="0" cy="1889760"/>
          </a:xfrm>
          <a:prstGeom prst="line">
            <a:avLst/>
          </a:prstGeom>
          <a:noFill/>
          <a:ln w="25400">
            <a:solidFill>
              <a:srgbClr val="BBBBBB"/>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328160" y="2438400"/>
            <a:ext cx="7437120" cy="2072640"/>
          </a:xfrm>
          <a:prstGeom prst="rect">
            <a:avLst/>
          </a:prstGeom>
          <a:noFill/>
          <a:ln/>
        </p:spPr>
        <p:txBody>
          <a:bodyPr wrap="square" rtlCol="0" anchor="ctr"/>
          <a:lstStyle/>
          <a:p>
            <a:pPr defTabSz="1219170" fontAlgn="auto">
              <a:lnSpc>
                <a:spcPct val="112000"/>
              </a:lnSpc>
              <a:spcBef>
                <a:spcPts val="0"/>
              </a:spcBef>
              <a:spcAft>
                <a:spcPts val="0"/>
              </a:spcAft>
            </a:pPr>
            <a:r>
              <a:rPr lang="en-US" sz="3467" dirty="0">
                <a:solidFill>
                  <a:srgbClr val="FFFFFF"/>
                </a:solidFill>
                <a:latin typeface="Century Gothic" pitchFamily="34" charset="0"/>
                <a:ea typeface="Century Gothic" pitchFamily="34" charset="-122"/>
                <a:cs typeface="Century Gothic" pitchFamily="34" charset="-120"/>
              </a:rPr>
              <a:t>When multiple priorities present,</a:t>
            </a:r>
            <a:endParaRPr lang="en-US" sz="3467" dirty="0">
              <a:solidFill>
                <a:prstClr val="black"/>
              </a:solidFill>
              <a:latin typeface="Calibri" panose="020F0502020204030204"/>
              <a:cs typeface="+mn-cs"/>
            </a:endParaRPr>
          </a:p>
          <a:p>
            <a:pPr defTabSz="1219170" fontAlgn="auto">
              <a:lnSpc>
                <a:spcPct val="112000"/>
              </a:lnSpc>
              <a:spcBef>
                <a:spcPts val="0"/>
              </a:spcBef>
              <a:spcAft>
                <a:spcPts val="0"/>
              </a:spcAft>
            </a:pPr>
            <a:r>
              <a:rPr lang="en-US" sz="3467" b="1" dirty="0">
                <a:solidFill>
                  <a:srgbClr val="F4FF3B"/>
                </a:solidFill>
                <a:latin typeface="Century Gothic" pitchFamily="34" charset="0"/>
                <a:ea typeface="Century Gothic" pitchFamily="34" charset="-122"/>
                <a:cs typeface="Century Gothic" pitchFamily="34" charset="-120"/>
              </a:rPr>
              <a:t>human safety is most important</a:t>
            </a:r>
            <a:endParaRPr lang="en-US" sz="3467" dirty="0">
              <a:solidFill>
                <a:prstClr val="black"/>
              </a:solidFill>
              <a:latin typeface="Calibri" panose="020F0502020204030204"/>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487680" y="2499360"/>
            <a:ext cx="3169920" cy="670560"/>
          </a:xfrm>
          <a:prstGeom prst="rect">
            <a:avLst/>
          </a:prstGeom>
          <a:noFill/>
          <a:ln/>
        </p:spPr>
        <p:txBody>
          <a:bodyPr wrap="square" rtlCol="0" anchor="ctr"/>
          <a:lstStyle/>
          <a:p>
            <a:pPr defTabSz="1219170" fontAlgn="auto">
              <a:spcBef>
                <a:spcPts val="0"/>
              </a:spcBef>
              <a:spcAft>
                <a:spcPts val="0"/>
              </a:spcAft>
            </a:pPr>
            <a:r>
              <a:rPr lang="en-US" sz="4000" kern="0" spc="133" dirty="0">
                <a:solidFill>
                  <a:srgbClr val="FFFFFF"/>
                </a:solidFill>
                <a:latin typeface="Impact" pitchFamily="34" charset="0"/>
                <a:ea typeface="Impact" pitchFamily="34" charset="-122"/>
                <a:cs typeface="Impact" pitchFamily="34" charset="-120"/>
              </a:rPr>
              <a:t>FOR THE</a:t>
            </a:r>
            <a:endParaRPr lang="en-US" sz="4000" dirty="0">
              <a:solidFill>
                <a:prstClr val="black"/>
              </a:solidFill>
              <a:latin typeface="Calibri" panose="020F0502020204030204"/>
              <a:cs typeface="+mn-cs"/>
            </a:endParaRPr>
          </a:p>
        </p:txBody>
      </p:sp>
      <p:sp>
        <p:nvSpPr>
          <p:cNvPr id="3" name="exam badge">
            <a:extLst>
              <a:ext uri="{C183D7F6-B498-43B3-948B-1728B52AA6E4}">
                <adec:decorative xmlns:adec="http://schemas.microsoft.com/office/drawing/2017/decorative" val="1"/>
              </a:ext>
            </a:extLst>
          </p:cNvPr>
          <p:cNvSpPr/>
          <p:nvPr/>
        </p:nvSpPr>
        <p:spPr>
          <a:xfrm>
            <a:off x="487680" y="3194304"/>
            <a:ext cx="3108960" cy="877824"/>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4" name="Text 2"/>
          <p:cNvSpPr/>
          <p:nvPr/>
        </p:nvSpPr>
        <p:spPr>
          <a:xfrm>
            <a:off x="487680" y="3194304"/>
            <a:ext cx="3108960" cy="877824"/>
          </a:xfrm>
          <a:prstGeom prst="rect">
            <a:avLst/>
          </a:prstGeom>
          <a:noFill/>
          <a:ln/>
        </p:spPr>
        <p:txBody>
          <a:bodyPr wrap="square" rtlCol="0" anchor="ctr"/>
          <a:lstStyle/>
          <a:p>
            <a:pPr algn="ctr" defTabSz="1219170" fontAlgn="auto">
              <a:spcBef>
                <a:spcPts val="0"/>
              </a:spcBef>
              <a:spcAft>
                <a:spcPts val="0"/>
              </a:spcAft>
            </a:pPr>
            <a:r>
              <a:rPr lang="en-US" sz="4533" kern="0" spc="133" dirty="0">
                <a:solidFill>
                  <a:srgbClr val="141414"/>
                </a:solidFill>
                <a:latin typeface="Impact" pitchFamily="34" charset="0"/>
                <a:ea typeface="Impact" pitchFamily="34" charset="-122"/>
                <a:cs typeface="Impact" pitchFamily="34" charset="-120"/>
              </a:rPr>
              <a:t>EXAM</a:t>
            </a:r>
            <a:endParaRPr lang="en-US" sz="4533" dirty="0">
              <a:solidFill>
                <a:prstClr val="black"/>
              </a:solidFill>
              <a:latin typeface="Calibri" panose="020F0502020204030204"/>
              <a:cs typeface="+mn-cs"/>
            </a:endParaRPr>
          </a:p>
        </p:txBody>
      </p:sp>
      <p:sp>
        <p:nvSpPr>
          <p:cNvPr id="5" name="divider">
            <a:extLst>
              <a:ext uri="{C183D7F6-B498-43B3-948B-1728B52AA6E4}">
                <adec:decorative xmlns:adec="http://schemas.microsoft.com/office/drawing/2017/decorative" val="1"/>
              </a:ext>
            </a:extLst>
          </p:cNvPr>
          <p:cNvSpPr/>
          <p:nvPr/>
        </p:nvSpPr>
        <p:spPr>
          <a:xfrm>
            <a:off x="3962400" y="2499360"/>
            <a:ext cx="0" cy="1889760"/>
          </a:xfrm>
          <a:prstGeom prst="line">
            <a:avLst/>
          </a:prstGeom>
          <a:noFill/>
          <a:ln w="25400">
            <a:solidFill>
              <a:srgbClr val="BBBBBB"/>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328160" y="2438400"/>
            <a:ext cx="7437120" cy="2072640"/>
          </a:xfrm>
          <a:prstGeom prst="rect">
            <a:avLst/>
          </a:prstGeom>
          <a:noFill/>
          <a:ln/>
        </p:spPr>
        <p:txBody>
          <a:bodyPr wrap="square" rtlCol="0" anchor="ctr"/>
          <a:lstStyle/>
          <a:p>
            <a:pPr defTabSz="1219170" fontAlgn="auto">
              <a:lnSpc>
                <a:spcPct val="112000"/>
              </a:lnSpc>
              <a:spcBef>
                <a:spcPts val="0"/>
              </a:spcBef>
              <a:spcAft>
                <a:spcPts val="0"/>
              </a:spcAft>
            </a:pPr>
            <a:r>
              <a:rPr lang="en-US" sz="3467" dirty="0">
                <a:solidFill>
                  <a:srgbClr val="FFFFFF"/>
                </a:solidFill>
                <a:latin typeface="Century Gothic" pitchFamily="34" charset="0"/>
                <a:ea typeface="Century Gothic" pitchFamily="34" charset="-122"/>
                <a:cs typeface="Century Gothic" pitchFamily="34" charset="-120"/>
              </a:rPr>
              <a:t>When legal issues are involved,</a:t>
            </a:r>
            <a:endParaRPr lang="en-US" sz="3467" dirty="0">
              <a:solidFill>
                <a:prstClr val="black"/>
              </a:solidFill>
              <a:latin typeface="Calibri" panose="020F0502020204030204"/>
              <a:cs typeface="+mn-cs"/>
            </a:endParaRPr>
          </a:p>
          <a:p>
            <a:pPr defTabSz="1219170" fontAlgn="auto">
              <a:lnSpc>
                <a:spcPct val="112000"/>
              </a:lnSpc>
              <a:spcBef>
                <a:spcPts val="0"/>
              </a:spcBef>
              <a:spcAft>
                <a:spcPts val="0"/>
              </a:spcAft>
            </a:pPr>
            <a:r>
              <a:rPr lang="en-US" sz="3467" b="1" dirty="0">
                <a:solidFill>
                  <a:srgbClr val="F4FF3B"/>
                </a:solidFill>
                <a:latin typeface="Century Gothic" pitchFamily="34" charset="0"/>
                <a:ea typeface="Century Gothic" pitchFamily="34" charset="-122"/>
                <a:cs typeface="Century Gothic" pitchFamily="34" charset="-120"/>
              </a:rPr>
              <a:t>“call an attorney” is a valid choice</a:t>
            </a:r>
            <a:endParaRPr lang="en-US" sz="3467" dirty="0">
              <a:solidFill>
                <a:prstClr val="black"/>
              </a:solidFill>
              <a:latin typeface="Calibri" panose="020F0502020204030204"/>
              <a:cs typeface="+mn-c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2E3338"/>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RISK MANAGEMENT FRAMEWORK</a:t>
            </a:r>
            <a:endParaRPr lang="en-US" sz="3200" dirty="0">
              <a:solidFill>
                <a:prstClr val="black"/>
              </a:solidFill>
              <a:latin typeface="Calibri" panose="020F0502020204030204"/>
              <a:cs typeface="+mn-cs"/>
            </a:endParaRPr>
          </a:p>
        </p:txBody>
      </p:sp>
      <p:sp>
        <p:nvSpPr>
          <p:cNvPr id="4" name="Text 2"/>
          <p:cNvSpPr/>
          <p:nvPr/>
        </p:nvSpPr>
        <p:spPr>
          <a:xfrm>
            <a:off x="609600" y="1645920"/>
            <a:ext cx="10972800" cy="1828800"/>
          </a:xfrm>
          <a:prstGeom prst="rect">
            <a:avLst/>
          </a:prstGeom>
          <a:noFill/>
          <a:ln/>
        </p:spPr>
        <p:txBody>
          <a:bodyPr wrap="square" rtlCol="0" anchor="ctr"/>
          <a:lstStyle/>
          <a:p>
            <a:pPr algn="ctr" defTabSz="1219170" fontAlgn="auto">
              <a:lnSpc>
                <a:spcPct val="105000"/>
              </a:lnSpc>
              <a:spcBef>
                <a:spcPts val="0"/>
              </a:spcBef>
              <a:spcAft>
                <a:spcPts val="0"/>
              </a:spcAft>
            </a:pPr>
            <a:r>
              <a:rPr lang="en-US" sz="4533" dirty="0">
                <a:solidFill>
                  <a:srgbClr val="3B3B3B"/>
                </a:solidFill>
                <a:latin typeface="Century Gothic" pitchFamily="34" charset="0"/>
                <a:ea typeface="Century Gothic" pitchFamily="34" charset="-122"/>
                <a:cs typeface="Century Gothic" pitchFamily="34" charset="-120"/>
              </a:rPr>
              <a:t>The primary risk management</a:t>
            </a:r>
            <a:endParaRPr lang="en-US" sz="4533"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4533" dirty="0">
                <a:solidFill>
                  <a:srgbClr val="3B3B3B"/>
                </a:solidFill>
                <a:latin typeface="Century Gothic" pitchFamily="34" charset="0"/>
                <a:ea typeface="Century Gothic" pitchFamily="34" charset="-122"/>
                <a:cs typeface="Century Gothic" pitchFamily="34" charset="-120"/>
              </a:rPr>
              <a:t>framework referenced in CISSP is</a:t>
            </a:r>
            <a:endParaRPr lang="en-US" sz="45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438400" y="3657600"/>
            <a:ext cx="7315200" cy="0"/>
          </a:xfrm>
          <a:prstGeom prst="line">
            <a:avLst/>
          </a:prstGeom>
          <a:noFill/>
          <a:ln w="25400">
            <a:solidFill>
              <a:srgbClr val="3B3B3B"/>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609600" y="3901440"/>
            <a:ext cx="10972800" cy="2072640"/>
          </a:xfrm>
          <a:prstGeom prst="rect">
            <a:avLst/>
          </a:prstGeom>
          <a:noFill/>
          <a:ln/>
        </p:spPr>
        <p:txBody>
          <a:bodyPr wrap="square" rtlCol="0" anchor="ctr"/>
          <a:lstStyle/>
          <a:p>
            <a:pPr algn="ctr" defTabSz="1219170" fontAlgn="auto">
              <a:spcBef>
                <a:spcPts val="0"/>
              </a:spcBef>
              <a:spcAft>
                <a:spcPts val="0"/>
              </a:spcAft>
            </a:pPr>
            <a:r>
              <a:rPr lang="en-US" sz="12800" kern="0" spc="133" dirty="0">
                <a:solidFill>
                  <a:srgbClr val="1CDDEB"/>
                </a:solidFill>
                <a:latin typeface="Impact" pitchFamily="34" charset="0"/>
                <a:ea typeface="Impact" pitchFamily="34" charset="-122"/>
                <a:cs typeface="Impact" pitchFamily="34" charset="-120"/>
              </a:rPr>
              <a:t>NIST 800-37</a:t>
            </a:r>
            <a:endParaRPr lang="en-US" sz="12800" dirty="0">
              <a:solidFill>
                <a:prstClr val="black"/>
              </a:solidFill>
              <a:latin typeface="Calibri" panose="020F0502020204030204"/>
              <a:cs typeface="+mn-c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RISK MANAGEMENT FRAMEWORK</a:t>
            </a:r>
            <a:endParaRPr lang="en-US" sz="3200" dirty="0">
              <a:solidFill>
                <a:prstClr val="black"/>
              </a:solidFill>
              <a:latin typeface="Calibri" panose="020F0502020204030204"/>
              <a:cs typeface="+mn-cs"/>
            </a:endParaRPr>
          </a:p>
        </p:txBody>
      </p:sp>
      <p:sp>
        <p:nvSpPr>
          <p:cNvPr id="4" name="emphasis">
            <a:extLst>
              <a:ext uri="{C183D7F6-B498-43B3-948B-1728B52AA6E4}">
                <adec:decorative xmlns:adec="http://schemas.microsoft.com/office/drawing/2017/decorative" val="1"/>
              </a:ext>
            </a:extLst>
          </p:cNvPr>
          <p:cNvSpPr/>
          <p:nvPr/>
        </p:nvSpPr>
        <p:spPr>
          <a:xfrm>
            <a:off x="304800" y="993648"/>
            <a:ext cx="7239000" cy="999744"/>
          </a:xfrm>
          <a:prstGeom prst="roundRect">
            <a:avLst>
              <a:gd name="adj" fmla="val 12195"/>
            </a:avLst>
          </a:prstGeom>
          <a:solidFill>
            <a:srgbClr val="FFFFFF"/>
          </a:solidFill>
          <a:ln w="31750">
            <a:solidFill>
              <a:srgbClr val="EE1C25"/>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5" name="Text 3"/>
          <p:cNvSpPr/>
          <p:nvPr/>
        </p:nvSpPr>
        <p:spPr>
          <a:xfrm>
            <a:off x="487680" y="975360"/>
            <a:ext cx="11216640" cy="1036320"/>
          </a:xfrm>
          <a:prstGeom prst="rect">
            <a:avLst/>
          </a:prstGeom>
          <a:noFill/>
          <a:ln/>
        </p:spPr>
        <p:txBody>
          <a:bodyPr wrap="square" rtlCol="0" anchor="ctr"/>
          <a:lstStyle/>
          <a:p>
            <a:pPr defTabSz="1219170" fontAlgn="auto">
              <a:spcBef>
                <a:spcPts val="0"/>
              </a:spcBef>
              <a:spcAft>
                <a:spcPts val="0"/>
              </a:spcAft>
            </a:pPr>
            <a:r>
              <a:rPr lang="en-US" sz="5333" kern="0" spc="133" dirty="0">
                <a:solidFill>
                  <a:srgbClr val="1CDDEB"/>
                </a:solidFill>
                <a:latin typeface="Impact" pitchFamily="34" charset="0"/>
                <a:ea typeface="Impact" pitchFamily="34" charset="-122"/>
                <a:cs typeface="Impact" pitchFamily="34" charset="-120"/>
              </a:rPr>
              <a:t>“7 steps of NIST 800-37”</a:t>
            </a:r>
            <a:endParaRPr lang="en-US" sz="5333" dirty="0">
              <a:solidFill>
                <a:prstClr val="black"/>
              </a:solidFill>
              <a:latin typeface="Calibri" panose="020F0502020204030204"/>
              <a:cs typeface="+mn-cs"/>
            </a:endParaRPr>
          </a:p>
        </p:txBody>
      </p:sp>
      <p:sp>
        <p:nvSpPr>
          <p:cNvPr id="6" name="Text 4"/>
          <p:cNvSpPr/>
          <p:nvPr/>
        </p:nvSpPr>
        <p:spPr>
          <a:xfrm>
            <a:off x="1767840" y="2133600"/>
            <a:ext cx="9997440" cy="4572000"/>
          </a:xfrm>
          <a:prstGeom prst="rect">
            <a:avLst/>
          </a:prstGeom>
          <a:noFill/>
          <a:ln/>
        </p:spPr>
        <p:txBody>
          <a:bodyPr wrap="square" rtlCol="0" anchor="ctr"/>
          <a:lstStyle/>
          <a:p>
            <a:pPr defTabSz="1219170" fontAlgn="auto">
              <a:lnSpc>
                <a:spcPct val="105000"/>
              </a:lnSpc>
              <a:spcBef>
                <a:spcPts val="0"/>
              </a:spcBef>
              <a:spcAft>
                <a:spcPts val="0"/>
              </a:spcAft>
            </a:pPr>
            <a:r>
              <a:rPr lang="en-US" sz="3200" dirty="0">
                <a:solidFill>
                  <a:srgbClr val="1A1A1A"/>
                </a:solidFill>
                <a:latin typeface="Century Gothic" pitchFamily="34" charset="0"/>
                <a:ea typeface="Century Gothic" pitchFamily="34" charset="-122"/>
                <a:cs typeface="Century Gothic" pitchFamily="34" charset="-120"/>
              </a:rPr>
              <a:t>1. </a:t>
            </a:r>
            <a:r>
              <a:rPr lang="en-US" sz="3200" b="1" dirty="0">
                <a:solidFill>
                  <a:srgbClr val="1A1A1A"/>
                </a:solidFill>
                <a:latin typeface="Century Gothic" pitchFamily="34" charset="0"/>
                <a:ea typeface="Century Gothic" pitchFamily="34" charset="-122"/>
                <a:cs typeface="Century Gothic" pitchFamily="34" charset="-120"/>
              </a:rPr>
              <a:t>Prepare</a:t>
            </a:r>
            <a:r>
              <a:rPr lang="en-US" sz="3200" dirty="0">
                <a:solidFill>
                  <a:srgbClr val="1A1A1A"/>
                </a:solidFill>
                <a:latin typeface="Century Gothic" pitchFamily="34" charset="0"/>
                <a:ea typeface="Century Gothic" pitchFamily="34" charset="-122"/>
                <a:cs typeface="Century Gothic" pitchFamily="34" charset="-120"/>
              </a:rPr>
              <a:t> to execute the RMF</a:t>
            </a:r>
            <a:endParaRPr lang="en-US" sz="3200" dirty="0">
              <a:solidFill>
                <a:prstClr val="black"/>
              </a:solidFill>
              <a:latin typeface="Calibri" panose="020F0502020204030204"/>
              <a:cs typeface="+mn-cs"/>
            </a:endParaRPr>
          </a:p>
          <a:p>
            <a:pPr defTabSz="1219170" fontAlgn="auto">
              <a:lnSpc>
                <a:spcPct val="105000"/>
              </a:lnSpc>
              <a:spcBef>
                <a:spcPts val="0"/>
              </a:spcBef>
              <a:spcAft>
                <a:spcPts val="0"/>
              </a:spcAft>
            </a:pPr>
            <a:r>
              <a:rPr lang="en-US" sz="3200" dirty="0">
                <a:solidFill>
                  <a:srgbClr val="1A1A1A"/>
                </a:solidFill>
                <a:latin typeface="Century Gothic" pitchFamily="34" charset="0"/>
                <a:ea typeface="Century Gothic" pitchFamily="34" charset="-122"/>
                <a:cs typeface="Century Gothic" pitchFamily="34" charset="-120"/>
              </a:rPr>
              <a:t>2. </a:t>
            </a:r>
            <a:r>
              <a:rPr lang="en-US" sz="3200" b="1" dirty="0">
                <a:solidFill>
                  <a:srgbClr val="1A1A1A"/>
                </a:solidFill>
                <a:latin typeface="Century Gothic" pitchFamily="34" charset="0"/>
                <a:ea typeface="Century Gothic" pitchFamily="34" charset="-122"/>
                <a:cs typeface="Century Gothic" pitchFamily="34" charset="-120"/>
              </a:rPr>
              <a:t>Categorize</a:t>
            </a:r>
            <a:r>
              <a:rPr lang="en-US" sz="3200" dirty="0">
                <a:solidFill>
                  <a:srgbClr val="1A1A1A"/>
                </a:solidFill>
                <a:latin typeface="Century Gothic" pitchFamily="34" charset="0"/>
                <a:ea typeface="Century Gothic" pitchFamily="34" charset="-122"/>
                <a:cs typeface="Century Gothic" pitchFamily="34" charset="-120"/>
              </a:rPr>
              <a:t> information systems</a:t>
            </a:r>
            <a:endParaRPr lang="en-US" sz="3200" dirty="0">
              <a:solidFill>
                <a:prstClr val="black"/>
              </a:solidFill>
              <a:latin typeface="Calibri" panose="020F0502020204030204"/>
              <a:cs typeface="+mn-cs"/>
            </a:endParaRPr>
          </a:p>
          <a:p>
            <a:pPr defTabSz="1219170" fontAlgn="auto">
              <a:lnSpc>
                <a:spcPct val="105000"/>
              </a:lnSpc>
              <a:spcBef>
                <a:spcPts val="0"/>
              </a:spcBef>
              <a:spcAft>
                <a:spcPts val="0"/>
              </a:spcAft>
            </a:pPr>
            <a:r>
              <a:rPr lang="en-US" sz="3200" dirty="0">
                <a:solidFill>
                  <a:srgbClr val="1A1A1A"/>
                </a:solidFill>
                <a:latin typeface="Century Gothic" pitchFamily="34" charset="0"/>
                <a:ea typeface="Century Gothic" pitchFamily="34" charset="-122"/>
                <a:cs typeface="Century Gothic" pitchFamily="34" charset="-120"/>
              </a:rPr>
              <a:t>3. </a:t>
            </a:r>
            <a:r>
              <a:rPr lang="en-US" sz="3200" b="1" dirty="0">
                <a:solidFill>
                  <a:srgbClr val="1A1A1A"/>
                </a:solidFill>
                <a:latin typeface="Century Gothic" pitchFamily="34" charset="0"/>
                <a:ea typeface="Century Gothic" pitchFamily="34" charset="-122"/>
                <a:cs typeface="Century Gothic" pitchFamily="34" charset="-120"/>
              </a:rPr>
              <a:t>Select</a:t>
            </a:r>
            <a:r>
              <a:rPr lang="en-US" sz="3200" dirty="0">
                <a:solidFill>
                  <a:srgbClr val="1A1A1A"/>
                </a:solidFill>
                <a:latin typeface="Century Gothic" pitchFamily="34" charset="0"/>
                <a:ea typeface="Century Gothic" pitchFamily="34" charset="-122"/>
                <a:cs typeface="Century Gothic" pitchFamily="34" charset="-120"/>
              </a:rPr>
              <a:t> security controls</a:t>
            </a:r>
            <a:endParaRPr lang="en-US" sz="3200" dirty="0">
              <a:solidFill>
                <a:prstClr val="black"/>
              </a:solidFill>
              <a:latin typeface="Calibri" panose="020F0502020204030204"/>
              <a:cs typeface="+mn-cs"/>
            </a:endParaRPr>
          </a:p>
          <a:p>
            <a:pPr defTabSz="1219170" fontAlgn="auto">
              <a:lnSpc>
                <a:spcPct val="105000"/>
              </a:lnSpc>
              <a:spcBef>
                <a:spcPts val="0"/>
              </a:spcBef>
              <a:spcAft>
                <a:spcPts val="0"/>
              </a:spcAft>
            </a:pPr>
            <a:r>
              <a:rPr lang="en-US" sz="3200" dirty="0">
                <a:solidFill>
                  <a:srgbClr val="1A1A1A"/>
                </a:solidFill>
                <a:latin typeface="Century Gothic" pitchFamily="34" charset="0"/>
                <a:ea typeface="Century Gothic" pitchFamily="34" charset="-122"/>
                <a:cs typeface="Century Gothic" pitchFamily="34" charset="-120"/>
              </a:rPr>
              <a:t>4. </a:t>
            </a:r>
            <a:r>
              <a:rPr lang="en-US" sz="3200" b="1" dirty="0">
                <a:solidFill>
                  <a:srgbClr val="1A1A1A"/>
                </a:solidFill>
                <a:latin typeface="Century Gothic" pitchFamily="34" charset="0"/>
                <a:ea typeface="Century Gothic" pitchFamily="34" charset="-122"/>
                <a:cs typeface="Century Gothic" pitchFamily="34" charset="-120"/>
              </a:rPr>
              <a:t>Implement</a:t>
            </a:r>
            <a:r>
              <a:rPr lang="en-US" sz="3200" dirty="0">
                <a:solidFill>
                  <a:srgbClr val="1A1A1A"/>
                </a:solidFill>
                <a:latin typeface="Century Gothic" pitchFamily="34" charset="0"/>
                <a:ea typeface="Century Gothic" pitchFamily="34" charset="-122"/>
                <a:cs typeface="Century Gothic" pitchFamily="34" charset="-120"/>
              </a:rPr>
              <a:t> security controls</a:t>
            </a:r>
            <a:endParaRPr lang="en-US" sz="3200" dirty="0">
              <a:solidFill>
                <a:prstClr val="black"/>
              </a:solidFill>
              <a:latin typeface="Calibri" panose="020F0502020204030204"/>
              <a:cs typeface="+mn-cs"/>
            </a:endParaRPr>
          </a:p>
          <a:p>
            <a:pPr defTabSz="1219170" fontAlgn="auto">
              <a:lnSpc>
                <a:spcPct val="105000"/>
              </a:lnSpc>
              <a:spcBef>
                <a:spcPts val="0"/>
              </a:spcBef>
              <a:spcAft>
                <a:spcPts val="0"/>
              </a:spcAft>
            </a:pPr>
            <a:r>
              <a:rPr lang="en-US" sz="3200" dirty="0">
                <a:solidFill>
                  <a:srgbClr val="1A1A1A"/>
                </a:solidFill>
                <a:latin typeface="Century Gothic" pitchFamily="34" charset="0"/>
                <a:ea typeface="Century Gothic" pitchFamily="34" charset="-122"/>
                <a:cs typeface="Century Gothic" pitchFamily="34" charset="-120"/>
              </a:rPr>
              <a:t>5. </a:t>
            </a:r>
            <a:r>
              <a:rPr lang="en-US" sz="3200" b="1" dirty="0">
                <a:solidFill>
                  <a:srgbClr val="1A1A1A"/>
                </a:solidFill>
                <a:latin typeface="Century Gothic" pitchFamily="34" charset="0"/>
                <a:ea typeface="Century Gothic" pitchFamily="34" charset="-122"/>
                <a:cs typeface="Century Gothic" pitchFamily="34" charset="-120"/>
              </a:rPr>
              <a:t>Assess</a:t>
            </a:r>
            <a:r>
              <a:rPr lang="en-US" sz="3200" dirty="0">
                <a:solidFill>
                  <a:srgbClr val="1A1A1A"/>
                </a:solidFill>
                <a:latin typeface="Century Gothic" pitchFamily="34" charset="0"/>
                <a:ea typeface="Century Gothic" pitchFamily="34" charset="-122"/>
                <a:cs typeface="Century Gothic" pitchFamily="34" charset="-120"/>
              </a:rPr>
              <a:t> the security controls</a:t>
            </a:r>
            <a:endParaRPr lang="en-US" sz="3200" dirty="0">
              <a:solidFill>
                <a:prstClr val="black"/>
              </a:solidFill>
              <a:latin typeface="Calibri" panose="020F0502020204030204"/>
              <a:cs typeface="+mn-cs"/>
            </a:endParaRPr>
          </a:p>
          <a:p>
            <a:pPr defTabSz="1219170" fontAlgn="auto">
              <a:lnSpc>
                <a:spcPct val="105000"/>
              </a:lnSpc>
              <a:spcBef>
                <a:spcPts val="0"/>
              </a:spcBef>
              <a:spcAft>
                <a:spcPts val="0"/>
              </a:spcAft>
            </a:pPr>
            <a:r>
              <a:rPr lang="en-US" sz="3200" dirty="0">
                <a:solidFill>
                  <a:srgbClr val="1A1A1A"/>
                </a:solidFill>
                <a:latin typeface="Century Gothic" pitchFamily="34" charset="0"/>
                <a:ea typeface="Century Gothic" pitchFamily="34" charset="-122"/>
                <a:cs typeface="Century Gothic" pitchFamily="34" charset="-120"/>
              </a:rPr>
              <a:t>6. </a:t>
            </a:r>
            <a:r>
              <a:rPr lang="en-US" sz="3200" b="1" dirty="0">
                <a:solidFill>
                  <a:srgbClr val="1A1A1A"/>
                </a:solidFill>
                <a:latin typeface="Century Gothic" pitchFamily="34" charset="0"/>
                <a:ea typeface="Century Gothic" pitchFamily="34" charset="-122"/>
                <a:cs typeface="Century Gothic" pitchFamily="34" charset="-120"/>
              </a:rPr>
              <a:t>Authorize</a:t>
            </a:r>
            <a:r>
              <a:rPr lang="en-US" sz="3200" dirty="0">
                <a:solidFill>
                  <a:srgbClr val="1A1A1A"/>
                </a:solidFill>
                <a:latin typeface="Century Gothic" pitchFamily="34" charset="0"/>
                <a:ea typeface="Century Gothic" pitchFamily="34" charset="-122"/>
                <a:cs typeface="Century Gothic" pitchFamily="34" charset="-120"/>
              </a:rPr>
              <a:t> the system</a:t>
            </a:r>
            <a:endParaRPr lang="en-US" sz="3200" dirty="0">
              <a:solidFill>
                <a:prstClr val="black"/>
              </a:solidFill>
              <a:latin typeface="Calibri" panose="020F0502020204030204"/>
              <a:cs typeface="+mn-cs"/>
            </a:endParaRPr>
          </a:p>
          <a:p>
            <a:pPr defTabSz="1219170" fontAlgn="auto">
              <a:lnSpc>
                <a:spcPct val="105000"/>
              </a:lnSpc>
              <a:spcBef>
                <a:spcPts val="0"/>
              </a:spcBef>
              <a:spcAft>
                <a:spcPts val="0"/>
              </a:spcAft>
            </a:pPr>
            <a:r>
              <a:rPr lang="en-US" sz="3200" dirty="0">
                <a:solidFill>
                  <a:srgbClr val="1A1A1A"/>
                </a:solidFill>
                <a:latin typeface="Century Gothic" pitchFamily="34" charset="0"/>
                <a:ea typeface="Century Gothic" pitchFamily="34" charset="-122"/>
                <a:cs typeface="Century Gothic" pitchFamily="34" charset="-120"/>
              </a:rPr>
              <a:t>7. </a:t>
            </a:r>
            <a:r>
              <a:rPr lang="en-US" sz="3200" b="1" dirty="0">
                <a:solidFill>
                  <a:srgbClr val="1A1A1A"/>
                </a:solidFill>
                <a:latin typeface="Century Gothic" pitchFamily="34" charset="0"/>
                <a:ea typeface="Century Gothic" pitchFamily="34" charset="-122"/>
                <a:cs typeface="Century Gothic" pitchFamily="34" charset="-120"/>
              </a:rPr>
              <a:t>Monitor</a:t>
            </a:r>
            <a:r>
              <a:rPr lang="en-US" sz="3200" dirty="0">
                <a:solidFill>
                  <a:srgbClr val="1A1A1A"/>
                </a:solidFill>
                <a:latin typeface="Century Gothic" pitchFamily="34" charset="0"/>
                <a:ea typeface="Century Gothic" pitchFamily="34" charset="-122"/>
                <a:cs typeface="Century Gothic" pitchFamily="34" charset="-120"/>
              </a:rPr>
              <a:t> security controls</a:t>
            </a:r>
            <a:endParaRPr lang="en-US" sz="3200" dirty="0">
              <a:solidFill>
                <a:prstClr val="black"/>
              </a:solidFill>
              <a:latin typeface="Calibri" panose="020F0502020204030204"/>
              <a:cs typeface="+mn-c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ECECEC"/>
        </a:solidFill>
        <a:effectLst/>
      </p:bgPr>
    </p:bg>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2E3338"/>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RISK MANAGEMENT FRAMEWORK</a:t>
            </a:r>
            <a:endParaRPr lang="en-US" sz="3200" dirty="0">
              <a:solidFill>
                <a:prstClr val="black"/>
              </a:solidFill>
              <a:latin typeface="Calibri" panose="020F0502020204030204"/>
              <a:cs typeface="+mn-cs"/>
            </a:endParaRPr>
          </a:p>
        </p:txBody>
      </p:sp>
      <p:sp>
        <p:nvSpPr>
          <p:cNvPr id="5" name="Text 3"/>
          <p:cNvSpPr/>
          <p:nvPr/>
        </p:nvSpPr>
        <p:spPr>
          <a:xfrm>
            <a:off x="533400" y="1493520"/>
            <a:ext cx="11338560" cy="609600"/>
          </a:xfrm>
          <a:prstGeom prst="rect">
            <a:avLst/>
          </a:prstGeom>
          <a:noFill/>
          <a:ln/>
        </p:spPr>
        <p:txBody>
          <a:bodyPr wrap="square" rtlCol="0" anchor="ctr"/>
          <a:lstStyle/>
          <a:p>
            <a:pPr defTabSz="1219170" fontAlgn="auto">
              <a:spcBef>
                <a:spcPts val="0"/>
              </a:spcBef>
              <a:spcAft>
                <a:spcPts val="0"/>
              </a:spcAft>
            </a:pPr>
            <a:r>
              <a:rPr lang="en-US" sz="2667" dirty="0">
                <a:solidFill>
                  <a:srgbClr val="3B3B3B"/>
                </a:solidFill>
                <a:latin typeface="Century Gothic" pitchFamily="34" charset="0"/>
                <a:ea typeface="Century Gothic" pitchFamily="34" charset="-122"/>
                <a:cs typeface="Century Gothic" pitchFamily="34" charset="-120"/>
              </a:rPr>
              <a:t>Consider the following RMFs </a:t>
            </a:r>
            <a:r>
              <a:rPr lang="en-US" sz="2667" i="1" u="sng" dirty="0">
                <a:solidFill>
                  <a:srgbClr val="3B3B3B"/>
                </a:solidFill>
                <a:uFill>
                  <a:solidFill>
                    <a:srgbClr val="EE1C25"/>
                  </a:solidFill>
                </a:uFill>
                <a:latin typeface="Century Gothic" pitchFamily="34" charset="0"/>
                <a:ea typeface="Century Gothic" pitchFamily="34" charset="-122"/>
                <a:cs typeface="Century Gothic" pitchFamily="34" charset="-120"/>
              </a:rPr>
              <a:t>“for use in the real world”</a:t>
            </a:r>
            <a:r>
              <a:rPr lang="en-US" sz="2667" dirty="0">
                <a:solidFill>
                  <a:srgbClr val="3B3B3B"/>
                </a:solidFill>
                <a:latin typeface="Century Gothic" pitchFamily="34" charset="0"/>
                <a:ea typeface="Century Gothic" pitchFamily="34" charset="-122"/>
                <a:cs typeface="Century Gothic" pitchFamily="34" charset="-120"/>
              </a:rPr>
              <a:t>:</a:t>
            </a:r>
            <a:endParaRPr lang="en-US" sz="2667" dirty="0">
              <a:solidFill>
                <a:prstClr val="black"/>
              </a:solidFill>
              <a:latin typeface="Calibri" panose="020F0502020204030204"/>
              <a:cs typeface="+mn-cs"/>
            </a:endParaRPr>
          </a:p>
        </p:txBody>
      </p:sp>
      <p:sp>
        <p:nvSpPr>
          <p:cNvPr id="6" name="Text 4"/>
          <p:cNvSpPr/>
          <p:nvPr/>
        </p:nvSpPr>
        <p:spPr>
          <a:xfrm>
            <a:off x="609600" y="2453640"/>
            <a:ext cx="10728960" cy="548640"/>
          </a:xfrm>
          <a:prstGeom prst="rect">
            <a:avLst/>
          </a:prstGeom>
          <a:noFill/>
          <a:ln/>
        </p:spPr>
        <p:txBody>
          <a:bodyPr wrap="square" rtlCol="0" anchor="ctr"/>
          <a:lstStyle/>
          <a:p>
            <a:pPr defTabSz="1219170" fontAlgn="auto">
              <a:spcBef>
                <a:spcPts val="0"/>
              </a:spcBef>
              <a:spcAft>
                <a:spcPts val="0"/>
              </a:spcAft>
            </a:pPr>
            <a:r>
              <a:rPr lang="en-US" sz="3333" b="1" dirty="0">
                <a:solidFill>
                  <a:srgbClr val="2E3338"/>
                </a:solidFill>
                <a:latin typeface="Century Gothic" pitchFamily="34" charset="0"/>
                <a:ea typeface="Century Gothic" pitchFamily="34" charset="-122"/>
                <a:cs typeface="Century Gothic" pitchFamily="34" charset="-120"/>
              </a:rPr>
              <a:t>OCTAVE</a:t>
            </a:r>
            <a:endParaRPr lang="en-US" sz="3333" dirty="0">
              <a:solidFill>
                <a:prstClr val="black"/>
              </a:solidFill>
              <a:latin typeface="Calibri" panose="020F0502020204030204"/>
              <a:cs typeface="+mn-cs"/>
            </a:endParaRPr>
          </a:p>
        </p:txBody>
      </p:sp>
      <p:sp>
        <p:nvSpPr>
          <p:cNvPr id="7" name="Text 5"/>
          <p:cNvSpPr/>
          <p:nvPr/>
        </p:nvSpPr>
        <p:spPr>
          <a:xfrm>
            <a:off x="635000" y="3115057"/>
            <a:ext cx="10728960" cy="877824"/>
          </a:xfrm>
          <a:prstGeom prst="rect">
            <a:avLst/>
          </a:prstGeom>
          <a:noFill/>
          <a:ln/>
        </p:spPr>
        <p:txBody>
          <a:bodyPr wrap="square" rtlCol="0" anchor="t"/>
          <a:lstStyle/>
          <a:p>
            <a:pPr defTabSz="1219170" fontAlgn="auto">
              <a:spcBef>
                <a:spcPts val="0"/>
              </a:spcBef>
              <a:spcAft>
                <a:spcPts val="0"/>
              </a:spcAft>
            </a:pPr>
            <a:r>
              <a:rPr lang="en-US" sz="2267" dirty="0">
                <a:solidFill>
                  <a:srgbClr val="3B3B3B"/>
                </a:solidFill>
                <a:latin typeface="Century Gothic" pitchFamily="34" charset="0"/>
                <a:ea typeface="Century Gothic" pitchFamily="34" charset="-122"/>
                <a:cs typeface="Century Gothic" pitchFamily="34" charset="-120"/>
              </a:rPr>
              <a:t>operationally critical threat, asset, and</a:t>
            </a:r>
            <a:r>
              <a:rPr lang="en-US" sz="2267" dirty="0">
                <a:solidFill>
                  <a:prstClr val="black"/>
                </a:solidFill>
                <a:latin typeface="Calibri" panose="020F0502020204030204"/>
                <a:cs typeface="+mn-cs"/>
              </a:rPr>
              <a:t>  </a:t>
            </a:r>
            <a:r>
              <a:rPr lang="en-US" sz="2267" dirty="0">
                <a:solidFill>
                  <a:srgbClr val="3B3B3B"/>
                </a:solidFill>
                <a:latin typeface="Century Gothic" pitchFamily="34" charset="0"/>
                <a:ea typeface="Century Gothic" pitchFamily="34" charset="-122"/>
                <a:cs typeface="Century Gothic" pitchFamily="34" charset="-120"/>
              </a:rPr>
              <a:t>vulnerability evaluation</a:t>
            </a:r>
            <a:endParaRPr lang="en-US" sz="2267" dirty="0">
              <a:solidFill>
                <a:prstClr val="black"/>
              </a:solidFill>
              <a:latin typeface="Calibri" panose="020F0502020204030204"/>
              <a:cs typeface="+mn-cs"/>
            </a:endParaRPr>
          </a:p>
        </p:txBody>
      </p:sp>
      <p:sp>
        <p:nvSpPr>
          <p:cNvPr id="8" name="Text 6"/>
          <p:cNvSpPr/>
          <p:nvPr/>
        </p:nvSpPr>
        <p:spPr>
          <a:xfrm>
            <a:off x="643467" y="3834385"/>
            <a:ext cx="10728960" cy="548640"/>
          </a:xfrm>
          <a:prstGeom prst="rect">
            <a:avLst/>
          </a:prstGeom>
          <a:noFill/>
          <a:ln/>
        </p:spPr>
        <p:txBody>
          <a:bodyPr wrap="square" rtlCol="0" anchor="ctr"/>
          <a:lstStyle/>
          <a:p>
            <a:pPr defTabSz="1219170" fontAlgn="auto">
              <a:spcBef>
                <a:spcPts val="0"/>
              </a:spcBef>
              <a:spcAft>
                <a:spcPts val="0"/>
              </a:spcAft>
            </a:pPr>
            <a:r>
              <a:rPr lang="en-US" sz="3333" b="1" dirty="0">
                <a:solidFill>
                  <a:srgbClr val="2E3338"/>
                </a:solidFill>
                <a:latin typeface="Century Gothic" pitchFamily="34" charset="0"/>
                <a:ea typeface="Century Gothic" pitchFamily="34" charset="-122"/>
                <a:cs typeface="Century Gothic" pitchFamily="34" charset="-120"/>
              </a:rPr>
              <a:t>FAIR</a:t>
            </a:r>
            <a:endParaRPr lang="en-US" sz="3333" dirty="0">
              <a:solidFill>
                <a:prstClr val="black"/>
              </a:solidFill>
              <a:latin typeface="Calibri" panose="020F0502020204030204"/>
              <a:cs typeface="+mn-cs"/>
            </a:endParaRPr>
          </a:p>
        </p:txBody>
      </p:sp>
      <p:sp>
        <p:nvSpPr>
          <p:cNvPr id="9" name="Text 7"/>
          <p:cNvSpPr/>
          <p:nvPr/>
        </p:nvSpPr>
        <p:spPr>
          <a:xfrm>
            <a:off x="609600" y="4450080"/>
            <a:ext cx="10728960" cy="512064"/>
          </a:xfrm>
          <a:prstGeom prst="rect">
            <a:avLst/>
          </a:prstGeom>
          <a:noFill/>
          <a:ln/>
        </p:spPr>
        <p:txBody>
          <a:bodyPr wrap="square" rtlCol="0" anchor="t"/>
          <a:lstStyle/>
          <a:p>
            <a:pPr defTabSz="1219170" fontAlgn="auto">
              <a:spcBef>
                <a:spcPts val="0"/>
              </a:spcBef>
              <a:spcAft>
                <a:spcPts val="0"/>
              </a:spcAft>
            </a:pPr>
            <a:r>
              <a:rPr lang="en-US" sz="2267" dirty="0">
                <a:solidFill>
                  <a:srgbClr val="3B3B3B"/>
                </a:solidFill>
                <a:latin typeface="Century Gothic" pitchFamily="34" charset="0"/>
                <a:ea typeface="Century Gothic" pitchFamily="34" charset="-122"/>
                <a:cs typeface="Century Gothic" pitchFamily="34" charset="-120"/>
              </a:rPr>
              <a:t>Factor Analysis of Information Risk</a:t>
            </a:r>
            <a:endParaRPr lang="en-US" sz="2267" dirty="0">
              <a:solidFill>
                <a:prstClr val="black"/>
              </a:solidFill>
              <a:latin typeface="Calibri" panose="020F0502020204030204"/>
              <a:cs typeface="+mn-cs"/>
            </a:endParaRPr>
          </a:p>
        </p:txBody>
      </p:sp>
      <p:sp>
        <p:nvSpPr>
          <p:cNvPr id="10" name="Text 8"/>
          <p:cNvSpPr/>
          <p:nvPr/>
        </p:nvSpPr>
        <p:spPr>
          <a:xfrm>
            <a:off x="609600" y="5059680"/>
            <a:ext cx="10728960" cy="548640"/>
          </a:xfrm>
          <a:prstGeom prst="rect">
            <a:avLst/>
          </a:prstGeom>
          <a:noFill/>
          <a:ln/>
        </p:spPr>
        <p:txBody>
          <a:bodyPr wrap="square" rtlCol="0" anchor="ctr"/>
          <a:lstStyle/>
          <a:p>
            <a:pPr defTabSz="1219170" fontAlgn="auto">
              <a:spcBef>
                <a:spcPts val="0"/>
              </a:spcBef>
              <a:spcAft>
                <a:spcPts val="0"/>
              </a:spcAft>
            </a:pPr>
            <a:r>
              <a:rPr lang="en-US" sz="3333" b="1" dirty="0">
                <a:solidFill>
                  <a:srgbClr val="2E3338"/>
                </a:solidFill>
                <a:latin typeface="Century Gothic" pitchFamily="34" charset="0"/>
                <a:ea typeface="Century Gothic" pitchFamily="34" charset="-122"/>
                <a:cs typeface="Century Gothic" pitchFamily="34" charset="-120"/>
              </a:rPr>
              <a:t>TARA</a:t>
            </a:r>
            <a:endParaRPr lang="en-US" sz="3333" dirty="0">
              <a:solidFill>
                <a:prstClr val="black"/>
              </a:solidFill>
              <a:latin typeface="Calibri" panose="020F0502020204030204"/>
              <a:cs typeface="+mn-cs"/>
            </a:endParaRPr>
          </a:p>
        </p:txBody>
      </p:sp>
      <p:sp>
        <p:nvSpPr>
          <p:cNvPr id="11" name="Text 9"/>
          <p:cNvSpPr/>
          <p:nvPr/>
        </p:nvSpPr>
        <p:spPr>
          <a:xfrm>
            <a:off x="609600" y="5547360"/>
            <a:ext cx="10728960" cy="512064"/>
          </a:xfrm>
          <a:prstGeom prst="rect">
            <a:avLst/>
          </a:prstGeom>
          <a:noFill/>
          <a:ln/>
        </p:spPr>
        <p:txBody>
          <a:bodyPr wrap="square" rtlCol="0" anchor="t"/>
          <a:lstStyle/>
          <a:p>
            <a:pPr defTabSz="1219170" fontAlgn="auto">
              <a:spcBef>
                <a:spcPts val="0"/>
              </a:spcBef>
              <a:spcAft>
                <a:spcPts val="0"/>
              </a:spcAft>
            </a:pPr>
            <a:r>
              <a:rPr lang="en-US" sz="2267" dirty="0">
                <a:solidFill>
                  <a:srgbClr val="3B3B3B"/>
                </a:solidFill>
                <a:latin typeface="Century Gothic" pitchFamily="34" charset="0"/>
                <a:ea typeface="Century Gothic" pitchFamily="34" charset="-122"/>
                <a:cs typeface="Century Gothic" pitchFamily="34" charset="-120"/>
              </a:rPr>
              <a:t>Threat Agent Risk Assessment</a:t>
            </a:r>
            <a:endParaRPr lang="en-US" sz="2267" dirty="0">
              <a:solidFill>
                <a:prstClr val="black"/>
              </a:solidFill>
              <a:latin typeface="Calibri" panose="020F0502020204030204"/>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SUPPLY CHAIN</a:t>
            </a:r>
            <a:endParaRPr lang="en-US" sz="3200" dirty="0">
              <a:solidFill>
                <a:prstClr val="black"/>
              </a:solidFill>
              <a:latin typeface="Calibri" panose="020F0502020204030204"/>
              <a:cs typeface="+mn-cs"/>
            </a:endParaRPr>
          </a:p>
        </p:txBody>
      </p:sp>
      <p:sp>
        <p:nvSpPr>
          <p:cNvPr id="4" name="Text 2"/>
          <p:cNvSpPr/>
          <p:nvPr/>
        </p:nvSpPr>
        <p:spPr>
          <a:xfrm>
            <a:off x="487680" y="2011680"/>
            <a:ext cx="11216640" cy="1463040"/>
          </a:xfrm>
          <a:prstGeom prst="rect">
            <a:avLst/>
          </a:prstGeom>
          <a:noFill/>
          <a:ln/>
        </p:spPr>
        <p:txBody>
          <a:bodyPr wrap="square" rtlCol="0" anchor="ctr"/>
          <a:lstStyle/>
          <a:p>
            <a:pPr algn="ctr" defTabSz="1219170" fontAlgn="auto">
              <a:lnSpc>
                <a:spcPct val="98000"/>
              </a:lnSpc>
              <a:spcBef>
                <a:spcPts val="0"/>
              </a:spcBef>
              <a:spcAft>
                <a:spcPts val="0"/>
              </a:spcAft>
            </a:pPr>
            <a:r>
              <a:rPr lang="en-US" sz="8266" b="1" dirty="0">
                <a:solidFill>
                  <a:srgbClr val="1CDDEB"/>
                </a:solidFill>
                <a:latin typeface="Century Gothic" pitchFamily="34" charset="0"/>
                <a:ea typeface="Century Gothic" pitchFamily="34" charset="-122"/>
                <a:cs typeface="Century Gothic" pitchFamily="34" charset="-120"/>
              </a:rPr>
              <a:t>Supply Chain</a:t>
            </a:r>
            <a:endParaRPr lang="en-US" sz="8266"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877056"/>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4000" dirty="0">
                <a:solidFill>
                  <a:srgbClr val="1A1A1A"/>
                </a:solidFill>
                <a:latin typeface="Century Gothic" pitchFamily="34" charset="0"/>
                <a:ea typeface="Century Gothic" pitchFamily="34" charset="-122"/>
                <a:cs typeface="Century Gothic" pitchFamily="34" charset="-120"/>
              </a:rPr>
              <a:t>Today, most services are delivered</a:t>
            </a:r>
            <a:endParaRPr lang="en-US" sz="4000"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4000" dirty="0">
                <a:solidFill>
                  <a:srgbClr val="1A1A1A"/>
                </a:solidFill>
                <a:latin typeface="Century Gothic" pitchFamily="34" charset="0"/>
                <a:ea typeface="Century Gothic" pitchFamily="34" charset="-122"/>
                <a:cs typeface="Century Gothic" pitchFamily="34" charset="-120"/>
              </a:rPr>
              <a:t>through a chain of multiple entities</a:t>
            </a:r>
            <a:endParaRPr lang="en-US" sz="4000" dirty="0">
              <a:solidFill>
                <a:prstClr val="black"/>
              </a:solidFill>
              <a:latin typeface="Calibri" panose="020F0502020204030204"/>
              <a:cs typeface="+mn-cs"/>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SUPPLY CHAIN</a:t>
            </a:r>
            <a:endParaRPr lang="en-US" sz="3200" dirty="0">
              <a:solidFill>
                <a:prstClr val="black"/>
              </a:solidFill>
              <a:latin typeface="Calibri" panose="020F0502020204030204"/>
              <a:cs typeface="+mn-cs"/>
            </a:endParaRPr>
          </a:p>
        </p:txBody>
      </p:sp>
      <p:sp>
        <p:nvSpPr>
          <p:cNvPr id="4" name="Text 2"/>
          <p:cNvSpPr/>
          <p:nvPr/>
        </p:nvSpPr>
        <p:spPr>
          <a:xfrm>
            <a:off x="487680" y="2011680"/>
            <a:ext cx="11216640" cy="1463040"/>
          </a:xfrm>
          <a:prstGeom prst="rect">
            <a:avLst/>
          </a:prstGeom>
          <a:noFill/>
          <a:ln/>
        </p:spPr>
        <p:txBody>
          <a:bodyPr wrap="square" rtlCol="0" anchor="ctr"/>
          <a:lstStyle/>
          <a:p>
            <a:pPr algn="ctr" defTabSz="1219170" fontAlgn="auto">
              <a:lnSpc>
                <a:spcPct val="98000"/>
              </a:lnSpc>
              <a:spcBef>
                <a:spcPts val="0"/>
              </a:spcBef>
              <a:spcAft>
                <a:spcPts val="0"/>
              </a:spcAft>
            </a:pPr>
            <a:r>
              <a:rPr lang="en-US" sz="8266" b="1" dirty="0">
                <a:solidFill>
                  <a:srgbClr val="1CDDEB"/>
                </a:solidFill>
                <a:latin typeface="Century Gothic" pitchFamily="34" charset="0"/>
                <a:ea typeface="Century Gothic" pitchFamily="34" charset="-122"/>
                <a:cs typeface="Century Gothic" pitchFamily="34" charset="-120"/>
              </a:rPr>
              <a:t>Supply Chain</a:t>
            </a:r>
            <a:endParaRPr lang="en-US" sz="8266"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877056"/>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600" dirty="0">
                <a:solidFill>
                  <a:srgbClr val="1A1A1A"/>
                </a:solidFill>
                <a:latin typeface="Century Gothic" pitchFamily="34" charset="0"/>
                <a:ea typeface="Century Gothic" pitchFamily="34" charset="-122"/>
                <a:cs typeface="Century Gothic" pitchFamily="34" charset="-120"/>
              </a:rPr>
              <a:t>A secure supply chain includes vendors who</a:t>
            </a:r>
            <a:endParaRPr lang="en-US" sz="3600"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600" dirty="0">
                <a:solidFill>
                  <a:srgbClr val="1A1A1A"/>
                </a:solidFill>
                <a:latin typeface="Century Gothic" pitchFamily="34" charset="0"/>
                <a:ea typeface="Century Gothic" pitchFamily="34" charset="-122"/>
                <a:cs typeface="Century Gothic" pitchFamily="34" charset="-120"/>
              </a:rPr>
              <a:t>are secure, reliable, trustworthy, reputable</a:t>
            </a:r>
            <a:endParaRPr lang="en-US" sz="3600" dirty="0">
              <a:solidFill>
                <a:prstClr val="black"/>
              </a:solidFill>
              <a:latin typeface="Calibri" panose="020F0502020204030204"/>
              <a:cs typeface="+mn-c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SUPPLY CHAIN</a:t>
            </a:r>
            <a:endParaRPr lang="en-US" sz="3200" dirty="0">
              <a:solidFill>
                <a:prstClr val="black"/>
              </a:solidFill>
              <a:latin typeface="Calibri" panose="020F0502020204030204"/>
              <a:cs typeface="+mn-cs"/>
            </a:endParaRPr>
          </a:p>
        </p:txBody>
      </p:sp>
      <p:sp>
        <p:nvSpPr>
          <p:cNvPr id="4" name="Text 2"/>
          <p:cNvSpPr/>
          <p:nvPr/>
        </p:nvSpPr>
        <p:spPr>
          <a:xfrm>
            <a:off x="487680" y="814606"/>
            <a:ext cx="11460480" cy="1158240"/>
          </a:xfrm>
          <a:prstGeom prst="rect">
            <a:avLst/>
          </a:prstGeom>
          <a:noFill/>
          <a:ln/>
        </p:spPr>
        <p:txBody>
          <a:bodyPr wrap="square" rtlCol="0" anchor="ctr"/>
          <a:lstStyle/>
          <a:p>
            <a:pPr defTabSz="1219170" fontAlgn="auto">
              <a:spcBef>
                <a:spcPts val="0"/>
              </a:spcBef>
              <a:spcAft>
                <a:spcPts val="0"/>
              </a:spcAft>
            </a:pPr>
            <a:r>
              <a:rPr lang="en-US" sz="5867" b="1" dirty="0">
                <a:solidFill>
                  <a:srgbClr val="1CDDEB"/>
                </a:solidFill>
                <a:latin typeface="Century Gothic" pitchFamily="34" charset="0"/>
                <a:ea typeface="Century Gothic" pitchFamily="34" charset="-122"/>
                <a:cs typeface="Century Gothic" pitchFamily="34" charset="-120"/>
              </a:rPr>
              <a:t>Supply Chain Evaluation</a:t>
            </a:r>
            <a:endParaRPr lang="en-US" sz="5867" dirty="0">
              <a:solidFill>
                <a:prstClr val="black"/>
              </a:solidFill>
              <a:latin typeface="Calibri" panose="020F0502020204030204"/>
              <a:cs typeface="+mn-cs"/>
            </a:endParaRPr>
          </a:p>
        </p:txBody>
      </p:sp>
      <p:sp>
        <p:nvSpPr>
          <p:cNvPr id="5" name="Text 3"/>
          <p:cNvSpPr/>
          <p:nvPr/>
        </p:nvSpPr>
        <p:spPr>
          <a:xfrm>
            <a:off x="487680" y="1950720"/>
            <a:ext cx="11460480" cy="548640"/>
          </a:xfrm>
          <a:prstGeom prst="rect">
            <a:avLst/>
          </a:prstGeom>
          <a:noFill/>
          <a:ln/>
        </p:spPr>
        <p:txBody>
          <a:bodyPr wrap="square" rtlCol="0" anchor="ctr"/>
          <a:lstStyle/>
          <a:p>
            <a:pPr defTabSz="1219170" fontAlgn="auto">
              <a:spcBef>
                <a:spcPts val="0"/>
              </a:spcBef>
              <a:spcAft>
                <a:spcPts val="0"/>
              </a:spcAft>
            </a:pPr>
            <a:r>
              <a:rPr lang="en-US" sz="2667" dirty="0">
                <a:solidFill>
                  <a:srgbClr val="1A1A1A"/>
                </a:solidFill>
                <a:latin typeface="Century Gothic" pitchFamily="34" charset="0"/>
                <a:ea typeface="Century Gothic" pitchFamily="34" charset="-122"/>
                <a:cs typeface="Century Gothic" pitchFamily="34" charset="-120"/>
              </a:rPr>
              <a:t>When evaluating 3rd parties in the chain, consider:</a:t>
            </a:r>
            <a:endParaRPr lang="en-US" sz="2667" dirty="0">
              <a:solidFill>
                <a:prstClr val="black"/>
              </a:solidFill>
              <a:latin typeface="Calibri" panose="020F0502020204030204"/>
              <a:cs typeface="+mn-cs"/>
            </a:endParaRPr>
          </a:p>
        </p:txBody>
      </p:sp>
      <p:sp>
        <p:nvSpPr>
          <p:cNvPr id="6" name="Text 4"/>
          <p:cNvSpPr/>
          <p:nvPr/>
        </p:nvSpPr>
        <p:spPr>
          <a:xfrm>
            <a:off x="487680" y="2553547"/>
            <a:ext cx="11582400" cy="975360"/>
          </a:xfrm>
          <a:prstGeom prst="rect">
            <a:avLst/>
          </a:prstGeom>
          <a:noFill/>
          <a:ln/>
        </p:spPr>
        <p:txBody>
          <a:bodyPr wrap="square" rtlCol="0" anchor="t"/>
          <a:lstStyle/>
          <a:p>
            <a:pPr defTabSz="1219170" fontAlgn="auto">
              <a:lnSpc>
                <a:spcPct val="102000"/>
              </a:lnSpc>
              <a:spcBef>
                <a:spcPts val="0"/>
              </a:spcBef>
              <a:spcAft>
                <a:spcPts val="0"/>
              </a:spcAft>
            </a:pPr>
            <a:r>
              <a:rPr lang="en-US" sz="2267" b="1" dirty="0">
                <a:solidFill>
                  <a:srgbClr val="1A1A1A"/>
                </a:solidFill>
                <a:latin typeface="Century Gothic" pitchFamily="34" charset="0"/>
                <a:ea typeface="Century Gothic" pitchFamily="34" charset="-122"/>
                <a:cs typeface="Century Gothic" pitchFamily="34" charset="-120"/>
              </a:rPr>
              <a:t>On-Site Assessment</a:t>
            </a:r>
            <a:r>
              <a:rPr lang="en-US" sz="2267" dirty="0">
                <a:solidFill>
                  <a:srgbClr val="1A1A1A"/>
                </a:solidFill>
                <a:latin typeface="Century Gothic" pitchFamily="34" charset="0"/>
                <a:ea typeface="Century Gothic" pitchFamily="34" charset="-122"/>
                <a:cs typeface="Century Gothic" pitchFamily="34" charset="-120"/>
              </a:rPr>
              <a:t>  Visit organization, interview</a:t>
            </a:r>
            <a:endParaRPr lang="en-US" sz="2267" dirty="0">
              <a:solidFill>
                <a:prstClr val="black"/>
              </a:solidFill>
              <a:latin typeface="Calibri" panose="020F0502020204030204"/>
              <a:cs typeface="+mn-cs"/>
            </a:endParaRPr>
          </a:p>
          <a:p>
            <a:pPr defTabSz="1219170" fontAlgn="auto">
              <a:lnSpc>
                <a:spcPct val="102000"/>
              </a:lnSpc>
              <a:spcBef>
                <a:spcPts val="0"/>
              </a:spcBef>
              <a:spcAft>
                <a:spcPts val="0"/>
              </a:spcAft>
            </a:pPr>
            <a:r>
              <a:rPr lang="en-US" sz="2267" dirty="0">
                <a:solidFill>
                  <a:srgbClr val="1A1A1A"/>
                </a:solidFill>
                <a:latin typeface="Century Gothic" pitchFamily="34" charset="0"/>
                <a:ea typeface="Century Gothic" pitchFamily="34" charset="-122"/>
                <a:cs typeface="Century Gothic" pitchFamily="34" charset="-120"/>
              </a:rPr>
              <a:t>personnel, and observe their operating habits.</a:t>
            </a:r>
            <a:endParaRPr lang="en-US" sz="2267" dirty="0">
              <a:solidFill>
                <a:prstClr val="black"/>
              </a:solidFill>
              <a:latin typeface="Calibri" panose="020F0502020204030204"/>
              <a:cs typeface="+mn-cs"/>
            </a:endParaRPr>
          </a:p>
        </p:txBody>
      </p:sp>
      <p:sp>
        <p:nvSpPr>
          <p:cNvPr id="7" name="Text 5"/>
          <p:cNvSpPr/>
          <p:nvPr/>
        </p:nvSpPr>
        <p:spPr>
          <a:xfrm>
            <a:off x="487680" y="3535680"/>
            <a:ext cx="11582400" cy="975360"/>
          </a:xfrm>
          <a:prstGeom prst="rect">
            <a:avLst/>
          </a:prstGeom>
          <a:noFill/>
          <a:ln/>
        </p:spPr>
        <p:txBody>
          <a:bodyPr wrap="square" rtlCol="0" anchor="t"/>
          <a:lstStyle/>
          <a:p>
            <a:pPr defTabSz="1219170" fontAlgn="auto">
              <a:lnSpc>
                <a:spcPct val="102000"/>
              </a:lnSpc>
              <a:spcBef>
                <a:spcPts val="0"/>
              </a:spcBef>
              <a:spcAft>
                <a:spcPts val="0"/>
              </a:spcAft>
            </a:pPr>
            <a:r>
              <a:rPr lang="en-US" sz="2267" b="1" dirty="0">
                <a:solidFill>
                  <a:srgbClr val="1A1A1A"/>
                </a:solidFill>
                <a:latin typeface="Century Gothic" pitchFamily="34" charset="0"/>
                <a:ea typeface="Century Gothic" pitchFamily="34" charset="-122"/>
                <a:cs typeface="Century Gothic" pitchFamily="34" charset="-120"/>
              </a:rPr>
              <a:t>Document Exchange and Review</a:t>
            </a:r>
            <a:r>
              <a:rPr lang="en-US" sz="2267" dirty="0">
                <a:solidFill>
                  <a:srgbClr val="1A1A1A"/>
                </a:solidFill>
                <a:latin typeface="Century Gothic" pitchFamily="34" charset="0"/>
                <a:ea typeface="Century Gothic" pitchFamily="34" charset="-122"/>
                <a:cs typeface="Century Gothic" pitchFamily="34" charset="-120"/>
              </a:rPr>
              <a:t>  Investigate dataset</a:t>
            </a:r>
            <a:endParaRPr lang="en-US" sz="2267" dirty="0">
              <a:solidFill>
                <a:prstClr val="black"/>
              </a:solidFill>
              <a:latin typeface="Calibri" panose="020F0502020204030204"/>
              <a:cs typeface="+mn-cs"/>
            </a:endParaRPr>
          </a:p>
          <a:p>
            <a:pPr defTabSz="1219170" fontAlgn="auto">
              <a:lnSpc>
                <a:spcPct val="102000"/>
              </a:lnSpc>
              <a:spcBef>
                <a:spcPts val="0"/>
              </a:spcBef>
              <a:spcAft>
                <a:spcPts val="0"/>
              </a:spcAft>
            </a:pPr>
            <a:r>
              <a:rPr lang="en-US" sz="2267" dirty="0">
                <a:solidFill>
                  <a:srgbClr val="1A1A1A"/>
                </a:solidFill>
                <a:latin typeface="Century Gothic" pitchFamily="34" charset="0"/>
                <a:ea typeface="Century Gothic" pitchFamily="34" charset="-122"/>
                <a:cs typeface="Century Gothic" pitchFamily="34" charset="-120"/>
              </a:rPr>
              <a:t>and doc exchange, review processes</a:t>
            </a:r>
            <a:endParaRPr lang="en-US" sz="2267" dirty="0">
              <a:solidFill>
                <a:prstClr val="black"/>
              </a:solidFill>
              <a:latin typeface="Calibri" panose="020F0502020204030204"/>
              <a:cs typeface="+mn-cs"/>
            </a:endParaRPr>
          </a:p>
        </p:txBody>
      </p:sp>
      <p:sp>
        <p:nvSpPr>
          <p:cNvPr id="8" name="Text 6"/>
          <p:cNvSpPr/>
          <p:nvPr/>
        </p:nvSpPr>
        <p:spPr>
          <a:xfrm>
            <a:off x="487680" y="4572000"/>
            <a:ext cx="11582400" cy="975360"/>
          </a:xfrm>
          <a:prstGeom prst="rect">
            <a:avLst/>
          </a:prstGeom>
          <a:noFill/>
          <a:ln/>
        </p:spPr>
        <p:txBody>
          <a:bodyPr wrap="square" rtlCol="0" anchor="t"/>
          <a:lstStyle/>
          <a:p>
            <a:pPr defTabSz="1219170" fontAlgn="auto">
              <a:lnSpc>
                <a:spcPct val="102000"/>
              </a:lnSpc>
              <a:spcBef>
                <a:spcPts val="0"/>
              </a:spcBef>
              <a:spcAft>
                <a:spcPts val="0"/>
              </a:spcAft>
            </a:pPr>
            <a:r>
              <a:rPr lang="en-US" sz="2267" b="1" dirty="0">
                <a:solidFill>
                  <a:srgbClr val="1A1A1A"/>
                </a:solidFill>
                <a:latin typeface="Century Gothic" pitchFamily="34" charset="0"/>
                <a:ea typeface="Century Gothic" pitchFamily="34" charset="-122"/>
                <a:cs typeface="Century Gothic" pitchFamily="34" charset="-120"/>
              </a:rPr>
              <a:t>Process/Policy Review</a:t>
            </a:r>
            <a:r>
              <a:rPr lang="en-US" sz="2267" dirty="0">
                <a:solidFill>
                  <a:srgbClr val="1A1A1A"/>
                </a:solidFill>
                <a:latin typeface="Century Gothic" pitchFamily="34" charset="0"/>
                <a:ea typeface="Century Gothic" pitchFamily="34" charset="-122"/>
                <a:cs typeface="Century Gothic" pitchFamily="34" charset="-120"/>
              </a:rPr>
              <a:t>  Request copies of their security</a:t>
            </a:r>
            <a:endParaRPr lang="en-US" sz="2267" dirty="0">
              <a:solidFill>
                <a:prstClr val="black"/>
              </a:solidFill>
              <a:latin typeface="Calibri" panose="020F0502020204030204"/>
              <a:cs typeface="+mn-cs"/>
            </a:endParaRPr>
          </a:p>
          <a:p>
            <a:pPr defTabSz="1219170" fontAlgn="auto">
              <a:lnSpc>
                <a:spcPct val="102000"/>
              </a:lnSpc>
              <a:spcBef>
                <a:spcPts val="0"/>
              </a:spcBef>
              <a:spcAft>
                <a:spcPts val="0"/>
              </a:spcAft>
            </a:pPr>
            <a:r>
              <a:rPr lang="en-US" sz="2267" dirty="0">
                <a:solidFill>
                  <a:srgbClr val="1A1A1A"/>
                </a:solidFill>
                <a:latin typeface="Century Gothic" pitchFamily="34" charset="0"/>
                <a:ea typeface="Century Gothic" pitchFamily="34" charset="-122"/>
                <a:cs typeface="Century Gothic" pitchFamily="34" charset="-120"/>
              </a:rPr>
              <a:t>policies, processes, or procedures.</a:t>
            </a:r>
            <a:endParaRPr lang="en-US" sz="2267" dirty="0">
              <a:solidFill>
                <a:prstClr val="black"/>
              </a:solidFill>
              <a:latin typeface="Calibri" panose="020F0502020204030204"/>
              <a:cs typeface="+mn-cs"/>
            </a:endParaRPr>
          </a:p>
        </p:txBody>
      </p:sp>
      <p:sp>
        <p:nvSpPr>
          <p:cNvPr id="9" name="Text 7"/>
          <p:cNvSpPr/>
          <p:nvPr/>
        </p:nvSpPr>
        <p:spPr>
          <a:xfrm>
            <a:off x="487680" y="5608320"/>
            <a:ext cx="11582400" cy="975360"/>
          </a:xfrm>
          <a:prstGeom prst="rect">
            <a:avLst/>
          </a:prstGeom>
          <a:noFill/>
          <a:ln/>
        </p:spPr>
        <p:txBody>
          <a:bodyPr wrap="square" rtlCol="0" anchor="t"/>
          <a:lstStyle/>
          <a:p>
            <a:pPr defTabSz="1219170" fontAlgn="auto">
              <a:lnSpc>
                <a:spcPct val="102000"/>
              </a:lnSpc>
              <a:spcBef>
                <a:spcPts val="0"/>
              </a:spcBef>
              <a:spcAft>
                <a:spcPts val="0"/>
              </a:spcAft>
            </a:pPr>
            <a:r>
              <a:rPr lang="en-US" sz="2267" b="1" dirty="0">
                <a:solidFill>
                  <a:srgbClr val="1A1A1A"/>
                </a:solidFill>
                <a:latin typeface="Century Gothic" pitchFamily="34" charset="0"/>
                <a:ea typeface="Century Gothic" pitchFamily="34" charset="-122"/>
                <a:cs typeface="Century Gothic" pitchFamily="34" charset="-120"/>
              </a:rPr>
              <a:t>Third-party Audit </a:t>
            </a:r>
            <a:r>
              <a:rPr lang="en-US" sz="2267" dirty="0">
                <a:solidFill>
                  <a:srgbClr val="1A1A1A"/>
                </a:solidFill>
                <a:latin typeface="Century Gothic" pitchFamily="34" charset="0"/>
                <a:ea typeface="Century Gothic" pitchFamily="34" charset="-122"/>
                <a:cs typeface="Century Gothic" pitchFamily="34" charset="-120"/>
              </a:rPr>
              <a:t> Having an independent auditor provide an</a:t>
            </a:r>
            <a:endParaRPr lang="en-US" sz="2267" dirty="0">
              <a:solidFill>
                <a:prstClr val="black"/>
              </a:solidFill>
              <a:latin typeface="Calibri" panose="020F0502020204030204"/>
              <a:cs typeface="+mn-cs"/>
            </a:endParaRPr>
          </a:p>
          <a:p>
            <a:pPr defTabSz="1219170" fontAlgn="auto">
              <a:lnSpc>
                <a:spcPct val="102000"/>
              </a:lnSpc>
              <a:spcBef>
                <a:spcPts val="0"/>
              </a:spcBef>
              <a:spcAft>
                <a:spcPts val="0"/>
              </a:spcAft>
            </a:pPr>
            <a:r>
              <a:rPr lang="en-US" sz="2267" dirty="0">
                <a:solidFill>
                  <a:srgbClr val="1A1A1A"/>
                </a:solidFill>
                <a:latin typeface="Century Gothic" pitchFamily="34" charset="0"/>
                <a:ea typeface="Century Gothic" pitchFamily="34" charset="-122"/>
                <a:cs typeface="Century Gothic" pitchFamily="34" charset="-120"/>
              </a:rPr>
              <a:t>unbiased review of an entity’s security infrastructure</a:t>
            </a:r>
            <a:endParaRPr lang="en-US" sz="2267" dirty="0">
              <a:solidFill>
                <a:prstClr val="black"/>
              </a:solidFill>
              <a:latin typeface="Calibri" panose="020F0502020204030204"/>
              <a:cs typeface="+mn-c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Text 2"/>
          <p:cNvSpPr/>
          <p:nvPr/>
        </p:nvSpPr>
        <p:spPr>
          <a:xfrm>
            <a:off x="487680" y="2011680"/>
            <a:ext cx="11216640" cy="1463040"/>
          </a:xfrm>
          <a:prstGeom prst="rect">
            <a:avLst/>
          </a:prstGeom>
          <a:noFill/>
          <a:ln/>
        </p:spPr>
        <p:txBody>
          <a:bodyPr wrap="square" rtlCol="0" anchor="ctr"/>
          <a:lstStyle/>
          <a:p>
            <a:pPr algn="ctr" defTabSz="1219170" fontAlgn="auto">
              <a:lnSpc>
                <a:spcPct val="98000"/>
              </a:lnSpc>
              <a:spcBef>
                <a:spcPts val="0"/>
              </a:spcBef>
              <a:spcAft>
                <a:spcPts val="0"/>
              </a:spcAft>
            </a:pPr>
            <a:r>
              <a:rPr lang="en-US" sz="7466" b="1" dirty="0">
                <a:solidFill>
                  <a:srgbClr val="1CDDEB"/>
                </a:solidFill>
                <a:latin typeface="Century Gothic" pitchFamily="34" charset="0"/>
                <a:ea typeface="Century Gothic" pitchFamily="34" charset="-122"/>
                <a:cs typeface="Century Gothic" pitchFamily="34" charset="-120"/>
              </a:rPr>
              <a:t>Threat Modeling</a:t>
            </a:r>
            <a:endParaRPr lang="en-US" sz="7466"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877056"/>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600" dirty="0">
                <a:solidFill>
                  <a:srgbClr val="1A1A1A"/>
                </a:solidFill>
                <a:latin typeface="Century Gothic" pitchFamily="34" charset="0"/>
                <a:ea typeface="Century Gothic" pitchFamily="34" charset="-122"/>
                <a:cs typeface="Century Gothic" pitchFamily="34" charset="-120"/>
              </a:rPr>
              <a:t>Can be </a:t>
            </a:r>
            <a:r>
              <a:rPr lang="en-US" sz="3600" b="1" i="1" dirty="0">
                <a:solidFill>
                  <a:srgbClr val="1A1A1A"/>
                </a:solidFill>
                <a:latin typeface="Century Gothic" pitchFamily="34" charset="0"/>
                <a:ea typeface="Century Gothic" pitchFamily="34" charset="-122"/>
                <a:cs typeface="Century Gothic" pitchFamily="34" charset="-120"/>
              </a:rPr>
              <a:t>proactive</a:t>
            </a:r>
            <a:r>
              <a:rPr lang="en-US" sz="3600" dirty="0">
                <a:solidFill>
                  <a:srgbClr val="1A1A1A"/>
                </a:solidFill>
                <a:latin typeface="Century Gothic" pitchFamily="34" charset="0"/>
                <a:ea typeface="Century Gothic" pitchFamily="34" charset="-122"/>
                <a:cs typeface="Century Gothic" pitchFamily="34" charset="-120"/>
              </a:rPr>
              <a:t> or </a:t>
            </a:r>
            <a:r>
              <a:rPr lang="en-US" sz="3600" b="1" i="1" dirty="0">
                <a:solidFill>
                  <a:srgbClr val="1A1A1A"/>
                </a:solidFill>
                <a:latin typeface="Century Gothic" pitchFamily="34" charset="0"/>
                <a:ea typeface="Century Gothic" pitchFamily="34" charset="-122"/>
                <a:cs typeface="Century Gothic" pitchFamily="34" charset="-120"/>
              </a:rPr>
              <a:t>reactive</a:t>
            </a:r>
            <a:r>
              <a:rPr lang="en-US" sz="3600" dirty="0">
                <a:solidFill>
                  <a:srgbClr val="1A1A1A"/>
                </a:solidFill>
                <a:latin typeface="Century Gothic" pitchFamily="34" charset="0"/>
                <a:ea typeface="Century Gothic" pitchFamily="34" charset="-122"/>
                <a:cs typeface="Century Gothic" pitchFamily="34" charset="-120"/>
              </a:rPr>
              <a:t>, but in either</a:t>
            </a:r>
            <a:endParaRPr lang="en-US" sz="3600"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600" dirty="0">
                <a:solidFill>
                  <a:srgbClr val="1A1A1A"/>
                </a:solidFill>
                <a:latin typeface="Century Gothic" pitchFamily="34" charset="0"/>
                <a:ea typeface="Century Gothic" pitchFamily="34" charset="-122"/>
                <a:cs typeface="Century Gothic" pitchFamily="34" charset="-120"/>
              </a:rPr>
              <a:t>case, goal is to eliminate or reduce threats</a:t>
            </a:r>
            <a:endParaRPr lang="en-US" sz="3600" dirty="0">
              <a:solidFill>
                <a:prstClr val="black"/>
              </a:solidFill>
              <a:latin typeface="Calibri" panose="020F0502020204030204"/>
              <a:cs typeface="+mn-c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Text 2"/>
          <p:cNvSpPr/>
          <p:nvPr/>
        </p:nvSpPr>
        <p:spPr>
          <a:xfrm>
            <a:off x="487680" y="975360"/>
            <a:ext cx="11582400" cy="1036320"/>
          </a:xfrm>
          <a:prstGeom prst="rect">
            <a:avLst/>
          </a:prstGeom>
          <a:noFill/>
          <a:ln/>
        </p:spPr>
        <p:txBody>
          <a:bodyPr wrap="square" rtlCol="0" anchor="ctr"/>
          <a:lstStyle/>
          <a:p>
            <a:pPr defTabSz="1219170" fontAlgn="auto">
              <a:spcBef>
                <a:spcPts val="0"/>
              </a:spcBef>
              <a:spcAft>
                <a:spcPts val="0"/>
              </a:spcAft>
            </a:pPr>
            <a:r>
              <a:rPr lang="en-US" sz="4800" b="1" dirty="0">
                <a:solidFill>
                  <a:srgbClr val="1CDDEB"/>
                </a:solidFill>
                <a:latin typeface="Century Gothic" pitchFamily="34" charset="0"/>
                <a:ea typeface="Century Gothic" pitchFamily="34" charset="-122"/>
                <a:cs typeface="Century Gothic" pitchFamily="34" charset="-120"/>
              </a:rPr>
              <a:t>3 approaches to threat modeling</a:t>
            </a:r>
            <a:endParaRPr lang="en-US" sz="4800" dirty="0">
              <a:solidFill>
                <a:prstClr val="black"/>
              </a:solidFill>
              <a:latin typeface="Calibri" panose="020F0502020204030204"/>
              <a:cs typeface="+mn-cs"/>
            </a:endParaRPr>
          </a:p>
        </p:txBody>
      </p:sp>
      <p:sp>
        <p:nvSpPr>
          <p:cNvPr id="5" name="Text 3"/>
          <p:cNvSpPr/>
          <p:nvPr/>
        </p:nvSpPr>
        <p:spPr>
          <a:xfrm>
            <a:off x="487680" y="1975104"/>
            <a:ext cx="11460480" cy="487680"/>
          </a:xfrm>
          <a:prstGeom prst="rect">
            <a:avLst/>
          </a:prstGeom>
          <a:noFill/>
          <a:ln/>
        </p:spPr>
        <p:txBody>
          <a:bodyPr wrap="square" rtlCol="0" anchor="ctr"/>
          <a:lstStyle/>
          <a:p>
            <a:pPr defTabSz="1219170" fontAlgn="auto">
              <a:spcBef>
                <a:spcPts val="0"/>
              </a:spcBef>
              <a:spcAft>
                <a:spcPts val="0"/>
              </a:spcAft>
            </a:pPr>
            <a:r>
              <a:rPr lang="en-US" sz="2667" dirty="0">
                <a:solidFill>
                  <a:srgbClr val="1A1A1A"/>
                </a:solidFill>
                <a:latin typeface="Century Gothic" pitchFamily="34" charset="0"/>
                <a:ea typeface="Century Gothic" pitchFamily="34" charset="-122"/>
                <a:cs typeface="Century Gothic" pitchFamily="34" charset="-120"/>
              </a:rPr>
              <a:t>Common approaches to threat modeling:</a:t>
            </a:r>
            <a:endParaRPr lang="en-US" sz="2667" dirty="0">
              <a:solidFill>
                <a:prstClr val="black"/>
              </a:solidFill>
              <a:latin typeface="Calibri" panose="020F0502020204030204"/>
              <a:cs typeface="+mn-cs"/>
            </a:endParaRPr>
          </a:p>
        </p:txBody>
      </p:sp>
      <p:sp>
        <p:nvSpPr>
          <p:cNvPr id="6" name="Text 4"/>
          <p:cNvSpPr/>
          <p:nvPr/>
        </p:nvSpPr>
        <p:spPr>
          <a:xfrm>
            <a:off x="487680" y="2621280"/>
            <a:ext cx="11460480" cy="1158240"/>
          </a:xfrm>
          <a:prstGeom prst="rect">
            <a:avLst/>
          </a:prstGeom>
          <a:noFill/>
          <a:ln/>
        </p:spPr>
        <p:txBody>
          <a:bodyPr wrap="square" rtlCol="0" anchor="ctr"/>
          <a:lstStyle/>
          <a:p>
            <a:pPr defTabSz="1219170" fontAlgn="auto">
              <a:lnSpc>
                <a:spcPct val="105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Focused on </a:t>
            </a:r>
            <a:r>
              <a:rPr lang="en-US" sz="2667" b="1" dirty="0">
                <a:solidFill>
                  <a:srgbClr val="EE1C25"/>
                </a:solidFill>
                <a:latin typeface="Century Gothic" pitchFamily="34" charset="0"/>
                <a:ea typeface="Century Gothic" pitchFamily="34" charset="-122"/>
                <a:cs typeface="Century Gothic" pitchFamily="34" charset="-120"/>
              </a:rPr>
              <a:t>Assets</a:t>
            </a:r>
            <a:r>
              <a:rPr lang="en-US" sz="2667" dirty="0">
                <a:solidFill>
                  <a:srgbClr val="1A1A1A"/>
                </a:solidFill>
                <a:latin typeface="Century Gothic" pitchFamily="34" charset="0"/>
                <a:ea typeface="Century Gothic" pitchFamily="34" charset="-122"/>
                <a:cs typeface="Century Gothic" pitchFamily="34" charset="-120"/>
              </a:rPr>
              <a:t>  Uses </a:t>
            </a:r>
            <a:r>
              <a:rPr lang="en-US" sz="2667" b="1" dirty="0">
                <a:solidFill>
                  <a:srgbClr val="F39B12"/>
                </a:solidFill>
                <a:latin typeface="Century Gothic" pitchFamily="34" charset="0"/>
                <a:ea typeface="Century Gothic" pitchFamily="34" charset="-122"/>
                <a:cs typeface="Century Gothic" pitchFamily="34" charset="-120"/>
              </a:rPr>
              <a:t>asset valuation</a:t>
            </a:r>
            <a:r>
              <a:rPr lang="en-US" sz="2667" dirty="0">
                <a:solidFill>
                  <a:srgbClr val="1A1A1A"/>
                </a:solidFill>
                <a:latin typeface="Century Gothic" pitchFamily="34" charset="0"/>
                <a:ea typeface="Century Gothic" pitchFamily="34" charset="-122"/>
                <a:cs typeface="Century Gothic" pitchFamily="34" charset="-120"/>
              </a:rPr>
              <a:t> results</a:t>
            </a:r>
            <a:endParaRPr lang="en-US" sz="2667" dirty="0">
              <a:solidFill>
                <a:prstClr val="black"/>
              </a:solidFill>
              <a:latin typeface="Calibri" panose="020F0502020204030204"/>
              <a:cs typeface="+mn-cs"/>
            </a:endParaRPr>
          </a:p>
          <a:p>
            <a:pPr defTabSz="1219170" fontAlgn="auto">
              <a:lnSpc>
                <a:spcPct val="105000"/>
              </a:lnSpc>
              <a:spcBef>
                <a:spcPts val="0"/>
              </a:spcBef>
              <a:spcAft>
                <a:spcPts val="0"/>
              </a:spcAft>
            </a:pPr>
            <a:r>
              <a:rPr lang="en-US" sz="2667" dirty="0">
                <a:solidFill>
                  <a:srgbClr val="1A1A1A"/>
                </a:solidFill>
                <a:latin typeface="Century Gothic" pitchFamily="34" charset="0"/>
                <a:ea typeface="Century Gothic" pitchFamily="34" charset="-122"/>
                <a:cs typeface="Century Gothic" pitchFamily="34" charset="-120"/>
              </a:rPr>
              <a:t>to identify threats to the valuable assets.</a:t>
            </a:r>
            <a:endParaRPr lang="en-US" sz="2667" dirty="0">
              <a:solidFill>
                <a:prstClr val="black"/>
              </a:solidFill>
              <a:latin typeface="Calibri" panose="020F0502020204030204"/>
              <a:cs typeface="+mn-cs"/>
            </a:endParaRPr>
          </a:p>
        </p:txBody>
      </p:sp>
      <p:sp>
        <p:nvSpPr>
          <p:cNvPr id="7" name="Text 5"/>
          <p:cNvSpPr/>
          <p:nvPr/>
        </p:nvSpPr>
        <p:spPr>
          <a:xfrm>
            <a:off x="487680" y="3901440"/>
            <a:ext cx="11460480" cy="1158240"/>
          </a:xfrm>
          <a:prstGeom prst="rect">
            <a:avLst/>
          </a:prstGeom>
          <a:noFill/>
          <a:ln/>
        </p:spPr>
        <p:txBody>
          <a:bodyPr wrap="square" rtlCol="0" anchor="ctr"/>
          <a:lstStyle/>
          <a:p>
            <a:pPr defTabSz="1219170" fontAlgn="auto">
              <a:lnSpc>
                <a:spcPct val="105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Focused on </a:t>
            </a:r>
            <a:r>
              <a:rPr lang="en-US" sz="2667" b="1" dirty="0">
                <a:solidFill>
                  <a:srgbClr val="EE1C25"/>
                </a:solidFill>
                <a:latin typeface="Century Gothic" pitchFamily="34" charset="0"/>
                <a:ea typeface="Century Gothic" pitchFamily="34" charset="-122"/>
                <a:cs typeface="Century Gothic" pitchFamily="34" charset="-120"/>
              </a:rPr>
              <a:t>Attackers</a:t>
            </a:r>
            <a:r>
              <a:rPr lang="en-US" sz="2667" dirty="0">
                <a:solidFill>
                  <a:srgbClr val="1A1A1A"/>
                </a:solidFill>
                <a:latin typeface="Century Gothic" pitchFamily="34" charset="0"/>
                <a:ea typeface="Century Gothic" pitchFamily="34" charset="-122"/>
                <a:cs typeface="Century Gothic" pitchFamily="34" charset="-120"/>
              </a:rPr>
              <a:t>  Identify potential attackers</a:t>
            </a:r>
            <a:endParaRPr lang="en-US" sz="2667" dirty="0">
              <a:solidFill>
                <a:prstClr val="black"/>
              </a:solidFill>
              <a:latin typeface="Calibri" panose="020F0502020204030204"/>
              <a:cs typeface="+mn-cs"/>
            </a:endParaRPr>
          </a:p>
          <a:p>
            <a:pPr defTabSz="1219170" fontAlgn="auto">
              <a:lnSpc>
                <a:spcPct val="105000"/>
              </a:lnSpc>
              <a:spcBef>
                <a:spcPts val="0"/>
              </a:spcBef>
              <a:spcAft>
                <a:spcPts val="0"/>
              </a:spcAft>
            </a:pPr>
            <a:r>
              <a:rPr lang="en-US" sz="2667" dirty="0">
                <a:solidFill>
                  <a:srgbClr val="1A1A1A"/>
                </a:solidFill>
                <a:latin typeface="Century Gothic" pitchFamily="34" charset="0"/>
                <a:ea typeface="Century Gothic" pitchFamily="34" charset="-122"/>
                <a:cs typeface="Century Gothic" pitchFamily="34" charset="-120"/>
              </a:rPr>
              <a:t>and identify threats based on the </a:t>
            </a:r>
            <a:r>
              <a:rPr lang="en-US" sz="2667" b="1" dirty="0">
                <a:solidFill>
                  <a:srgbClr val="F39B12"/>
                </a:solidFill>
                <a:latin typeface="Century Gothic" pitchFamily="34" charset="0"/>
                <a:ea typeface="Century Gothic" pitchFamily="34" charset="-122"/>
                <a:cs typeface="Century Gothic" pitchFamily="34" charset="-120"/>
              </a:rPr>
              <a:t>attacker’s goals</a:t>
            </a:r>
            <a:endParaRPr lang="en-US" sz="2667" dirty="0">
              <a:solidFill>
                <a:prstClr val="black"/>
              </a:solidFill>
              <a:latin typeface="Calibri" panose="020F0502020204030204"/>
              <a:cs typeface="+mn-cs"/>
            </a:endParaRPr>
          </a:p>
        </p:txBody>
      </p:sp>
      <p:sp>
        <p:nvSpPr>
          <p:cNvPr id="8" name="Text 6"/>
          <p:cNvSpPr/>
          <p:nvPr/>
        </p:nvSpPr>
        <p:spPr>
          <a:xfrm>
            <a:off x="487680" y="5181600"/>
            <a:ext cx="11460480" cy="1158240"/>
          </a:xfrm>
          <a:prstGeom prst="rect">
            <a:avLst/>
          </a:prstGeom>
          <a:noFill/>
          <a:ln/>
        </p:spPr>
        <p:txBody>
          <a:bodyPr wrap="square" rtlCol="0" anchor="ctr"/>
          <a:lstStyle/>
          <a:p>
            <a:pPr defTabSz="1219170" fontAlgn="auto">
              <a:lnSpc>
                <a:spcPct val="105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Focused on </a:t>
            </a:r>
            <a:r>
              <a:rPr lang="en-US" sz="2667" b="1" dirty="0">
                <a:solidFill>
                  <a:srgbClr val="EE1C25"/>
                </a:solidFill>
                <a:latin typeface="Century Gothic" pitchFamily="34" charset="0"/>
                <a:ea typeface="Century Gothic" pitchFamily="34" charset="-122"/>
                <a:cs typeface="Century Gothic" pitchFamily="34" charset="-120"/>
              </a:rPr>
              <a:t>Software</a:t>
            </a:r>
            <a:r>
              <a:rPr lang="en-US" sz="2667" dirty="0">
                <a:solidFill>
                  <a:srgbClr val="1A1A1A"/>
                </a:solidFill>
                <a:latin typeface="Century Gothic" pitchFamily="34" charset="0"/>
                <a:ea typeface="Century Gothic" pitchFamily="34" charset="-122"/>
                <a:cs typeface="Century Gothic" pitchFamily="34" charset="-120"/>
              </a:rPr>
              <a:t>  Considers </a:t>
            </a:r>
            <a:r>
              <a:rPr lang="en-US" sz="2667" b="1" dirty="0">
                <a:solidFill>
                  <a:srgbClr val="F39B12"/>
                </a:solidFill>
                <a:latin typeface="Century Gothic" pitchFamily="34" charset="0"/>
                <a:ea typeface="Century Gothic" pitchFamily="34" charset="-122"/>
                <a:cs typeface="Century Gothic" pitchFamily="34" charset="-120"/>
              </a:rPr>
              <a:t>potential threats</a:t>
            </a:r>
            <a:endParaRPr lang="en-US" sz="2667" dirty="0">
              <a:solidFill>
                <a:prstClr val="black"/>
              </a:solidFill>
              <a:latin typeface="Calibri" panose="020F0502020204030204"/>
              <a:cs typeface="+mn-cs"/>
            </a:endParaRPr>
          </a:p>
          <a:p>
            <a:pPr defTabSz="1219170" fontAlgn="auto">
              <a:lnSpc>
                <a:spcPct val="105000"/>
              </a:lnSpc>
              <a:spcBef>
                <a:spcPts val="0"/>
              </a:spcBef>
              <a:spcAft>
                <a:spcPts val="0"/>
              </a:spcAft>
            </a:pPr>
            <a:r>
              <a:rPr lang="en-US" sz="2667" dirty="0">
                <a:solidFill>
                  <a:srgbClr val="1A1A1A"/>
                </a:solidFill>
                <a:latin typeface="Century Gothic" pitchFamily="34" charset="0"/>
                <a:ea typeface="Century Gothic" pitchFamily="34" charset="-122"/>
                <a:cs typeface="Century Gothic" pitchFamily="34" charset="-120"/>
              </a:rPr>
              <a:t>against the software the org develops.</a:t>
            </a:r>
            <a:endParaRPr lang="en-US" sz="2667" dirty="0">
              <a:solidFill>
                <a:prstClr val="black"/>
              </a:solidFill>
              <a:latin typeface="Calibri" panose="020F0502020204030204"/>
              <a:cs typeface="+mn-c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Text 2"/>
          <p:cNvSpPr/>
          <p:nvPr/>
        </p:nvSpPr>
        <p:spPr>
          <a:xfrm>
            <a:off x="182880" y="2438400"/>
            <a:ext cx="4084320" cy="1645920"/>
          </a:xfrm>
          <a:prstGeom prst="rect">
            <a:avLst/>
          </a:prstGeom>
          <a:noFill/>
          <a:ln/>
        </p:spPr>
        <p:txBody>
          <a:bodyPr wrap="square" rtlCol="0" anchor="ctr"/>
          <a:lstStyle/>
          <a:p>
            <a:pPr algn="ctr" defTabSz="1219170" fontAlgn="auto">
              <a:spcBef>
                <a:spcPts val="0"/>
              </a:spcBef>
              <a:spcAft>
                <a:spcPts val="0"/>
              </a:spcAft>
            </a:pPr>
            <a:r>
              <a:rPr lang="en-US" sz="8266" b="1" kern="0" spc="133" dirty="0">
                <a:solidFill>
                  <a:srgbClr val="1CDDEB"/>
                </a:solidFill>
                <a:latin typeface="Century Gothic" pitchFamily="34" charset="0"/>
                <a:ea typeface="Century Gothic" pitchFamily="34" charset="-122"/>
                <a:cs typeface="Century Gothic" pitchFamily="34" charset="-120"/>
              </a:rPr>
              <a:t>STRIDE</a:t>
            </a:r>
            <a:endParaRPr lang="en-US" sz="8266" dirty="0">
              <a:solidFill>
                <a:prstClr val="black"/>
              </a:solidFill>
              <a:latin typeface="Calibri" panose="020F0502020204030204"/>
              <a:cs typeface="+mn-cs"/>
            </a:endParaRPr>
          </a:p>
        </p:txBody>
      </p:sp>
      <p:sp>
        <p:nvSpPr>
          <p:cNvPr id="5" name="Text 3"/>
          <p:cNvSpPr/>
          <p:nvPr/>
        </p:nvSpPr>
        <p:spPr>
          <a:xfrm>
            <a:off x="182880" y="4023360"/>
            <a:ext cx="4084320" cy="1097280"/>
          </a:xfrm>
          <a:prstGeom prst="rect">
            <a:avLst/>
          </a:prstGeom>
          <a:noFill/>
          <a:ln/>
        </p:spPr>
        <p:txBody>
          <a:bodyPr wrap="square" rtlCol="0" anchor="t"/>
          <a:lstStyle/>
          <a:p>
            <a:pPr algn="ctr" defTabSz="1219170" fontAlgn="auto">
              <a:spcBef>
                <a:spcPts val="0"/>
              </a:spcBef>
              <a:spcAft>
                <a:spcPts val="0"/>
              </a:spcAft>
            </a:pPr>
            <a:r>
              <a:rPr lang="en-US" sz="2933" dirty="0">
                <a:solidFill>
                  <a:srgbClr val="EE1C25"/>
                </a:solidFill>
                <a:latin typeface="Ink Free" pitchFamily="34" charset="0"/>
                <a:ea typeface="Ink Free" pitchFamily="34" charset="-122"/>
                <a:cs typeface="Ink Free" pitchFamily="34" charset="-120"/>
              </a:rPr>
              <a:t>developed by</a:t>
            </a:r>
            <a:endParaRPr lang="en-US" sz="2933" dirty="0">
              <a:solidFill>
                <a:prstClr val="black"/>
              </a:solidFill>
              <a:latin typeface="Calibri" panose="020F0502020204030204"/>
              <a:cs typeface="+mn-cs"/>
            </a:endParaRPr>
          </a:p>
          <a:p>
            <a:pPr algn="ctr" defTabSz="1219170" fontAlgn="auto">
              <a:spcBef>
                <a:spcPts val="0"/>
              </a:spcBef>
              <a:spcAft>
                <a:spcPts val="0"/>
              </a:spcAft>
            </a:pPr>
            <a:r>
              <a:rPr lang="en-US" sz="2933" dirty="0">
                <a:solidFill>
                  <a:srgbClr val="EE1C25"/>
                </a:solidFill>
                <a:latin typeface="Ink Free" pitchFamily="34" charset="0"/>
                <a:ea typeface="Ink Free" pitchFamily="34" charset="-122"/>
                <a:cs typeface="Ink Free" pitchFamily="34" charset="-120"/>
              </a:rPr>
              <a:t>Microsoft</a:t>
            </a:r>
            <a:endParaRPr lang="en-US" sz="2933" dirty="0">
              <a:solidFill>
                <a:prstClr val="black"/>
              </a:solidFill>
              <a:latin typeface="Calibri" panose="020F0502020204030204"/>
              <a:cs typeface="+mn-cs"/>
            </a:endParaRPr>
          </a:p>
        </p:txBody>
      </p:sp>
      <p:sp>
        <p:nvSpPr>
          <p:cNvPr id="6" name="divider">
            <a:extLst>
              <a:ext uri="{C183D7F6-B498-43B3-948B-1728B52AA6E4}">
                <adec:decorative xmlns:adec="http://schemas.microsoft.com/office/drawing/2017/decorative" val="1"/>
              </a:ext>
            </a:extLst>
          </p:cNvPr>
          <p:cNvSpPr/>
          <p:nvPr/>
        </p:nvSpPr>
        <p:spPr>
          <a:xfrm>
            <a:off x="4328160" y="1402080"/>
            <a:ext cx="60960" cy="4084320"/>
          </a:xfrm>
          <a:prstGeom prst="rect">
            <a:avLst/>
          </a:prstGeom>
          <a:solidFill>
            <a:srgbClr val="3B3B3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7" name="Text 5"/>
          <p:cNvSpPr/>
          <p:nvPr/>
        </p:nvSpPr>
        <p:spPr>
          <a:xfrm>
            <a:off x="4815840" y="1341120"/>
            <a:ext cx="7193280" cy="4815840"/>
          </a:xfrm>
          <a:prstGeom prst="rect">
            <a:avLst/>
          </a:prstGeom>
          <a:noFill/>
          <a:ln/>
        </p:spPr>
        <p:txBody>
          <a:bodyPr wrap="square" rtlCol="0" anchor="ctr"/>
          <a:lstStyle/>
          <a:p>
            <a:pPr defTabSz="1219170" fontAlgn="auto">
              <a:lnSpc>
                <a:spcPct val="112000"/>
              </a:lnSpc>
              <a:spcBef>
                <a:spcPts val="0"/>
              </a:spcBef>
              <a:spcAft>
                <a:spcPts val="0"/>
              </a:spcAft>
            </a:pPr>
            <a:r>
              <a:rPr lang="en-US" sz="4000" b="1" dirty="0">
                <a:solidFill>
                  <a:srgbClr val="EE1C25"/>
                </a:solidFill>
                <a:latin typeface="Century Gothic" pitchFamily="34" charset="0"/>
                <a:ea typeface="Century Gothic" pitchFamily="34" charset="-122"/>
                <a:cs typeface="Century Gothic" pitchFamily="34" charset="-120"/>
              </a:rPr>
              <a:t>S</a:t>
            </a:r>
            <a:r>
              <a:rPr lang="en-US" sz="4000" dirty="0">
                <a:solidFill>
                  <a:srgbClr val="1A1A1A"/>
                </a:solidFill>
                <a:latin typeface="Century Gothic" pitchFamily="34" charset="0"/>
                <a:ea typeface="Century Gothic" pitchFamily="34" charset="-122"/>
                <a:cs typeface="Century Gothic" pitchFamily="34" charset="-120"/>
              </a:rPr>
              <a:t>poofing</a:t>
            </a:r>
            <a:endParaRPr lang="en-US" sz="4000" dirty="0">
              <a:solidFill>
                <a:prstClr val="black"/>
              </a:solidFill>
              <a:latin typeface="Calibri" panose="020F0502020204030204"/>
              <a:cs typeface="+mn-cs"/>
            </a:endParaRPr>
          </a:p>
          <a:p>
            <a:pPr defTabSz="1219170" fontAlgn="auto">
              <a:lnSpc>
                <a:spcPct val="112000"/>
              </a:lnSpc>
              <a:spcBef>
                <a:spcPts val="0"/>
              </a:spcBef>
              <a:spcAft>
                <a:spcPts val="0"/>
              </a:spcAft>
            </a:pPr>
            <a:r>
              <a:rPr lang="en-US" sz="4000" b="1" dirty="0">
                <a:solidFill>
                  <a:srgbClr val="EE1C25"/>
                </a:solidFill>
                <a:latin typeface="Century Gothic" pitchFamily="34" charset="0"/>
                <a:ea typeface="Century Gothic" pitchFamily="34" charset="-122"/>
                <a:cs typeface="Century Gothic" pitchFamily="34" charset="-120"/>
              </a:rPr>
              <a:t>T</a:t>
            </a:r>
            <a:r>
              <a:rPr lang="en-US" sz="4000" dirty="0">
                <a:solidFill>
                  <a:srgbClr val="1A1A1A"/>
                </a:solidFill>
                <a:latin typeface="Century Gothic" pitchFamily="34" charset="0"/>
                <a:ea typeface="Century Gothic" pitchFamily="34" charset="-122"/>
                <a:cs typeface="Century Gothic" pitchFamily="34" charset="-120"/>
              </a:rPr>
              <a:t>ampering</a:t>
            </a:r>
            <a:endParaRPr lang="en-US" sz="4000" dirty="0">
              <a:solidFill>
                <a:prstClr val="black"/>
              </a:solidFill>
              <a:latin typeface="Calibri" panose="020F0502020204030204"/>
              <a:cs typeface="+mn-cs"/>
            </a:endParaRPr>
          </a:p>
          <a:p>
            <a:pPr defTabSz="1219170" fontAlgn="auto">
              <a:lnSpc>
                <a:spcPct val="112000"/>
              </a:lnSpc>
              <a:spcBef>
                <a:spcPts val="0"/>
              </a:spcBef>
              <a:spcAft>
                <a:spcPts val="0"/>
              </a:spcAft>
            </a:pPr>
            <a:r>
              <a:rPr lang="en-US" sz="4000" b="1" dirty="0">
                <a:solidFill>
                  <a:srgbClr val="EE1C25"/>
                </a:solidFill>
                <a:latin typeface="Century Gothic" pitchFamily="34" charset="0"/>
                <a:ea typeface="Century Gothic" pitchFamily="34" charset="-122"/>
                <a:cs typeface="Century Gothic" pitchFamily="34" charset="-120"/>
              </a:rPr>
              <a:t>R</a:t>
            </a:r>
            <a:r>
              <a:rPr lang="en-US" sz="4000" dirty="0">
                <a:solidFill>
                  <a:srgbClr val="1A1A1A"/>
                </a:solidFill>
                <a:latin typeface="Century Gothic" pitchFamily="34" charset="0"/>
                <a:ea typeface="Century Gothic" pitchFamily="34" charset="-122"/>
                <a:cs typeface="Century Gothic" pitchFamily="34" charset="-120"/>
              </a:rPr>
              <a:t>epudiation</a:t>
            </a:r>
            <a:endParaRPr lang="en-US" sz="4000" dirty="0">
              <a:solidFill>
                <a:prstClr val="black"/>
              </a:solidFill>
              <a:latin typeface="Calibri" panose="020F0502020204030204"/>
              <a:cs typeface="+mn-cs"/>
            </a:endParaRPr>
          </a:p>
          <a:p>
            <a:pPr defTabSz="1219170" fontAlgn="auto">
              <a:lnSpc>
                <a:spcPct val="112000"/>
              </a:lnSpc>
              <a:spcBef>
                <a:spcPts val="0"/>
              </a:spcBef>
              <a:spcAft>
                <a:spcPts val="0"/>
              </a:spcAft>
            </a:pPr>
            <a:r>
              <a:rPr lang="en-US" sz="4000" b="1" dirty="0">
                <a:solidFill>
                  <a:srgbClr val="EE1C25"/>
                </a:solidFill>
                <a:latin typeface="Century Gothic" pitchFamily="34" charset="0"/>
                <a:ea typeface="Century Gothic" pitchFamily="34" charset="-122"/>
                <a:cs typeface="Century Gothic" pitchFamily="34" charset="-120"/>
              </a:rPr>
              <a:t>I</a:t>
            </a:r>
            <a:r>
              <a:rPr lang="en-US" sz="4000" dirty="0">
                <a:solidFill>
                  <a:srgbClr val="1A1A1A"/>
                </a:solidFill>
                <a:latin typeface="Century Gothic" pitchFamily="34" charset="0"/>
                <a:ea typeface="Century Gothic" pitchFamily="34" charset="-122"/>
                <a:cs typeface="Century Gothic" pitchFamily="34" charset="-120"/>
              </a:rPr>
              <a:t>nformation disclosure</a:t>
            </a:r>
            <a:endParaRPr lang="en-US" sz="4000" dirty="0">
              <a:solidFill>
                <a:prstClr val="black"/>
              </a:solidFill>
              <a:latin typeface="Calibri" panose="020F0502020204030204"/>
              <a:cs typeface="+mn-cs"/>
            </a:endParaRPr>
          </a:p>
          <a:p>
            <a:pPr defTabSz="1219170" fontAlgn="auto">
              <a:lnSpc>
                <a:spcPct val="112000"/>
              </a:lnSpc>
              <a:spcBef>
                <a:spcPts val="0"/>
              </a:spcBef>
              <a:spcAft>
                <a:spcPts val="0"/>
              </a:spcAft>
            </a:pPr>
            <a:r>
              <a:rPr lang="en-US" sz="4000" b="1" dirty="0">
                <a:solidFill>
                  <a:srgbClr val="EE1C25"/>
                </a:solidFill>
                <a:latin typeface="Century Gothic" pitchFamily="34" charset="0"/>
                <a:ea typeface="Century Gothic" pitchFamily="34" charset="-122"/>
                <a:cs typeface="Century Gothic" pitchFamily="34" charset="-120"/>
              </a:rPr>
              <a:t>D</a:t>
            </a:r>
            <a:r>
              <a:rPr lang="en-US" sz="4000" dirty="0">
                <a:solidFill>
                  <a:srgbClr val="1A1A1A"/>
                </a:solidFill>
                <a:latin typeface="Century Gothic" pitchFamily="34" charset="0"/>
                <a:ea typeface="Century Gothic" pitchFamily="34" charset="-122"/>
                <a:cs typeface="Century Gothic" pitchFamily="34" charset="-120"/>
              </a:rPr>
              <a:t>enial of service</a:t>
            </a:r>
            <a:endParaRPr lang="en-US" sz="4000" dirty="0">
              <a:solidFill>
                <a:prstClr val="black"/>
              </a:solidFill>
              <a:latin typeface="Calibri" panose="020F0502020204030204"/>
              <a:cs typeface="+mn-cs"/>
            </a:endParaRPr>
          </a:p>
          <a:p>
            <a:pPr defTabSz="1219170" fontAlgn="auto">
              <a:lnSpc>
                <a:spcPct val="112000"/>
              </a:lnSpc>
              <a:spcBef>
                <a:spcPts val="0"/>
              </a:spcBef>
              <a:spcAft>
                <a:spcPts val="0"/>
              </a:spcAft>
            </a:pPr>
            <a:r>
              <a:rPr lang="en-US" sz="4000" b="1" dirty="0">
                <a:solidFill>
                  <a:srgbClr val="EE1C25"/>
                </a:solidFill>
                <a:latin typeface="Century Gothic" pitchFamily="34" charset="0"/>
                <a:ea typeface="Century Gothic" pitchFamily="34" charset="-122"/>
                <a:cs typeface="Century Gothic" pitchFamily="34" charset="-120"/>
              </a:rPr>
              <a:t>E</a:t>
            </a:r>
            <a:r>
              <a:rPr lang="en-US" sz="4000" dirty="0">
                <a:solidFill>
                  <a:srgbClr val="1A1A1A"/>
                </a:solidFill>
                <a:latin typeface="Century Gothic" pitchFamily="34" charset="0"/>
                <a:ea typeface="Century Gothic" pitchFamily="34" charset="-122"/>
                <a:cs typeface="Century Gothic" pitchFamily="34" charset="-120"/>
              </a:rPr>
              <a:t>levation of privilege</a:t>
            </a:r>
            <a:endParaRPr lang="en-US" sz="4000" dirty="0">
              <a:solidFill>
                <a:prstClr val="black"/>
              </a:solidFill>
              <a:latin typeface="Calibri" panose="020F0502020204030204"/>
              <a:cs typeface="+mn-c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Text 2"/>
          <p:cNvSpPr/>
          <p:nvPr/>
        </p:nvSpPr>
        <p:spPr>
          <a:xfrm>
            <a:off x="182880" y="2499360"/>
            <a:ext cx="4084320" cy="1645920"/>
          </a:xfrm>
          <a:prstGeom prst="rect">
            <a:avLst/>
          </a:prstGeom>
          <a:noFill/>
          <a:ln/>
        </p:spPr>
        <p:txBody>
          <a:bodyPr wrap="square" rtlCol="0" anchor="ctr"/>
          <a:lstStyle/>
          <a:p>
            <a:pPr algn="ctr" defTabSz="1219170" fontAlgn="auto">
              <a:spcBef>
                <a:spcPts val="0"/>
              </a:spcBef>
              <a:spcAft>
                <a:spcPts val="0"/>
              </a:spcAft>
            </a:pPr>
            <a:r>
              <a:rPr lang="en-US" sz="8266" b="1" kern="0" spc="133" dirty="0">
                <a:solidFill>
                  <a:srgbClr val="1CDDEB"/>
                </a:solidFill>
                <a:latin typeface="Century Gothic" pitchFamily="34" charset="0"/>
                <a:ea typeface="Century Gothic" pitchFamily="34" charset="-122"/>
                <a:cs typeface="Century Gothic" pitchFamily="34" charset="-120"/>
              </a:rPr>
              <a:t>DREAD</a:t>
            </a:r>
            <a:endParaRPr lang="en-US" sz="8266" dirty="0">
              <a:solidFill>
                <a:prstClr val="black"/>
              </a:solidFill>
              <a:latin typeface="Calibri" panose="020F0502020204030204"/>
              <a:cs typeface="+mn-cs"/>
            </a:endParaRPr>
          </a:p>
        </p:txBody>
      </p:sp>
      <p:sp>
        <p:nvSpPr>
          <p:cNvPr id="5" name="Text 3"/>
          <p:cNvSpPr/>
          <p:nvPr/>
        </p:nvSpPr>
        <p:spPr>
          <a:xfrm>
            <a:off x="182880" y="4084320"/>
            <a:ext cx="4084320" cy="1097280"/>
          </a:xfrm>
          <a:prstGeom prst="rect">
            <a:avLst/>
          </a:prstGeom>
          <a:noFill/>
          <a:ln/>
        </p:spPr>
        <p:txBody>
          <a:bodyPr wrap="square" rtlCol="0" anchor="t"/>
          <a:lstStyle/>
          <a:p>
            <a:pPr algn="ctr" defTabSz="1219170" fontAlgn="auto">
              <a:spcBef>
                <a:spcPts val="0"/>
              </a:spcBef>
              <a:spcAft>
                <a:spcPts val="0"/>
              </a:spcAft>
            </a:pPr>
            <a:r>
              <a:rPr lang="en-US" sz="2933" dirty="0">
                <a:solidFill>
                  <a:srgbClr val="EE1C25"/>
                </a:solidFill>
                <a:latin typeface="Ink Free" pitchFamily="34" charset="0"/>
                <a:ea typeface="Ink Free" pitchFamily="34" charset="-122"/>
                <a:cs typeface="Ink Free" pitchFamily="34" charset="-120"/>
              </a:rPr>
              <a:t>based on answer</a:t>
            </a:r>
            <a:endParaRPr lang="en-US" sz="2933" dirty="0">
              <a:solidFill>
                <a:prstClr val="black"/>
              </a:solidFill>
              <a:latin typeface="Calibri" panose="020F0502020204030204"/>
              <a:cs typeface="+mn-cs"/>
            </a:endParaRPr>
          </a:p>
          <a:p>
            <a:pPr algn="ctr" defTabSz="1219170" fontAlgn="auto">
              <a:spcBef>
                <a:spcPts val="0"/>
              </a:spcBef>
              <a:spcAft>
                <a:spcPts val="0"/>
              </a:spcAft>
            </a:pPr>
            <a:r>
              <a:rPr lang="en-US" sz="2933" dirty="0">
                <a:solidFill>
                  <a:srgbClr val="EE1C25"/>
                </a:solidFill>
                <a:latin typeface="Ink Free" pitchFamily="34" charset="0"/>
                <a:ea typeface="Ink Free" pitchFamily="34" charset="-122"/>
                <a:cs typeface="Ink Free" pitchFamily="34" charset="-120"/>
              </a:rPr>
              <a:t>to 5 questions</a:t>
            </a:r>
            <a:endParaRPr lang="en-US" sz="2933" dirty="0">
              <a:solidFill>
                <a:prstClr val="black"/>
              </a:solidFill>
              <a:latin typeface="Calibri" panose="020F0502020204030204"/>
              <a:cs typeface="+mn-cs"/>
            </a:endParaRPr>
          </a:p>
        </p:txBody>
      </p:sp>
      <p:sp>
        <p:nvSpPr>
          <p:cNvPr id="6" name="divider">
            <a:extLst>
              <a:ext uri="{C183D7F6-B498-43B3-948B-1728B52AA6E4}">
                <adec:decorative xmlns:adec="http://schemas.microsoft.com/office/drawing/2017/decorative" val="1"/>
              </a:ext>
            </a:extLst>
          </p:cNvPr>
          <p:cNvSpPr/>
          <p:nvPr/>
        </p:nvSpPr>
        <p:spPr>
          <a:xfrm>
            <a:off x="4328160" y="1402080"/>
            <a:ext cx="60960" cy="4084320"/>
          </a:xfrm>
          <a:prstGeom prst="rect">
            <a:avLst/>
          </a:prstGeom>
          <a:solidFill>
            <a:srgbClr val="3B3B3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7" name="Text 5"/>
          <p:cNvSpPr/>
          <p:nvPr/>
        </p:nvSpPr>
        <p:spPr>
          <a:xfrm>
            <a:off x="4815840" y="1341120"/>
            <a:ext cx="7193280" cy="4815840"/>
          </a:xfrm>
          <a:prstGeom prst="rect">
            <a:avLst/>
          </a:prstGeom>
          <a:noFill/>
          <a:ln/>
        </p:spPr>
        <p:txBody>
          <a:bodyPr wrap="square" rtlCol="0" anchor="ctr"/>
          <a:lstStyle/>
          <a:p>
            <a:pPr defTabSz="1219170" fontAlgn="auto">
              <a:lnSpc>
                <a:spcPct val="114000"/>
              </a:lnSpc>
              <a:spcBef>
                <a:spcPts val="0"/>
              </a:spcBef>
              <a:spcAft>
                <a:spcPts val="0"/>
              </a:spcAft>
            </a:pPr>
            <a:r>
              <a:rPr lang="en-US" sz="4267" b="1" dirty="0">
                <a:solidFill>
                  <a:srgbClr val="EE1C25"/>
                </a:solidFill>
                <a:latin typeface="Century Gothic" pitchFamily="34" charset="0"/>
                <a:ea typeface="Century Gothic" pitchFamily="34" charset="-122"/>
                <a:cs typeface="Century Gothic" pitchFamily="34" charset="-120"/>
              </a:rPr>
              <a:t>D</a:t>
            </a:r>
            <a:r>
              <a:rPr lang="en-US" sz="4267" dirty="0">
                <a:solidFill>
                  <a:srgbClr val="1A1A1A"/>
                </a:solidFill>
                <a:latin typeface="Century Gothic" pitchFamily="34" charset="0"/>
                <a:ea typeface="Century Gothic" pitchFamily="34" charset="-122"/>
                <a:cs typeface="Century Gothic" pitchFamily="34" charset="-120"/>
              </a:rPr>
              <a:t>amage potential</a:t>
            </a:r>
            <a:endParaRPr lang="en-US" sz="4267" dirty="0">
              <a:solidFill>
                <a:prstClr val="black"/>
              </a:solidFill>
              <a:latin typeface="Calibri" panose="020F0502020204030204"/>
              <a:cs typeface="+mn-cs"/>
            </a:endParaRPr>
          </a:p>
          <a:p>
            <a:pPr defTabSz="1219170" fontAlgn="auto">
              <a:lnSpc>
                <a:spcPct val="114000"/>
              </a:lnSpc>
              <a:spcBef>
                <a:spcPts val="0"/>
              </a:spcBef>
              <a:spcAft>
                <a:spcPts val="0"/>
              </a:spcAft>
            </a:pPr>
            <a:r>
              <a:rPr lang="en-US" sz="4267" b="1" dirty="0">
                <a:solidFill>
                  <a:srgbClr val="EE1C25"/>
                </a:solidFill>
                <a:latin typeface="Century Gothic" pitchFamily="34" charset="0"/>
                <a:ea typeface="Century Gothic" pitchFamily="34" charset="-122"/>
                <a:cs typeface="Century Gothic" pitchFamily="34" charset="-120"/>
              </a:rPr>
              <a:t>R</a:t>
            </a:r>
            <a:r>
              <a:rPr lang="en-US" sz="4267" dirty="0">
                <a:solidFill>
                  <a:srgbClr val="1A1A1A"/>
                </a:solidFill>
                <a:latin typeface="Century Gothic" pitchFamily="34" charset="0"/>
                <a:ea typeface="Century Gothic" pitchFamily="34" charset="-122"/>
                <a:cs typeface="Century Gothic" pitchFamily="34" charset="-120"/>
              </a:rPr>
              <a:t>eproducibility</a:t>
            </a:r>
            <a:endParaRPr lang="en-US" sz="4267" dirty="0">
              <a:solidFill>
                <a:prstClr val="black"/>
              </a:solidFill>
              <a:latin typeface="Calibri" panose="020F0502020204030204"/>
              <a:cs typeface="+mn-cs"/>
            </a:endParaRPr>
          </a:p>
          <a:p>
            <a:pPr defTabSz="1219170" fontAlgn="auto">
              <a:lnSpc>
                <a:spcPct val="114000"/>
              </a:lnSpc>
              <a:spcBef>
                <a:spcPts val="0"/>
              </a:spcBef>
              <a:spcAft>
                <a:spcPts val="0"/>
              </a:spcAft>
            </a:pPr>
            <a:r>
              <a:rPr lang="en-US" sz="4267" b="1" dirty="0">
                <a:solidFill>
                  <a:srgbClr val="EE1C25"/>
                </a:solidFill>
                <a:latin typeface="Century Gothic" pitchFamily="34" charset="0"/>
                <a:ea typeface="Century Gothic" pitchFamily="34" charset="-122"/>
                <a:cs typeface="Century Gothic" pitchFamily="34" charset="-120"/>
              </a:rPr>
              <a:t>E</a:t>
            </a:r>
            <a:r>
              <a:rPr lang="en-US" sz="4267" dirty="0">
                <a:solidFill>
                  <a:srgbClr val="1A1A1A"/>
                </a:solidFill>
                <a:latin typeface="Century Gothic" pitchFamily="34" charset="0"/>
                <a:ea typeface="Century Gothic" pitchFamily="34" charset="-122"/>
                <a:cs typeface="Century Gothic" pitchFamily="34" charset="-120"/>
              </a:rPr>
              <a:t>xploitability</a:t>
            </a:r>
            <a:endParaRPr lang="en-US" sz="4267" dirty="0">
              <a:solidFill>
                <a:prstClr val="black"/>
              </a:solidFill>
              <a:latin typeface="Calibri" panose="020F0502020204030204"/>
              <a:cs typeface="+mn-cs"/>
            </a:endParaRPr>
          </a:p>
          <a:p>
            <a:pPr defTabSz="1219170" fontAlgn="auto">
              <a:lnSpc>
                <a:spcPct val="114000"/>
              </a:lnSpc>
              <a:spcBef>
                <a:spcPts val="0"/>
              </a:spcBef>
              <a:spcAft>
                <a:spcPts val="0"/>
              </a:spcAft>
            </a:pPr>
            <a:r>
              <a:rPr lang="en-US" sz="4267" b="1" dirty="0">
                <a:solidFill>
                  <a:srgbClr val="EE1C25"/>
                </a:solidFill>
                <a:latin typeface="Century Gothic" pitchFamily="34" charset="0"/>
                <a:ea typeface="Century Gothic" pitchFamily="34" charset="-122"/>
                <a:cs typeface="Century Gothic" pitchFamily="34" charset="-120"/>
              </a:rPr>
              <a:t>A</a:t>
            </a:r>
            <a:r>
              <a:rPr lang="en-US" sz="4267" dirty="0">
                <a:solidFill>
                  <a:srgbClr val="1A1A1A"/>
                </a:solidFill>
                <a:latin typeface="Century Gothic" pitchFamily="34" charset="0"/>
                <a:ea typeface="Century Gothic" pitchFamily="34" charset="-122"/>
                <a:cs typeface="Century Gothic" pitchFamily="34" charset="-120"/>
              </a:rPr>
              <a:t>ffected users</a:t>
            </a:r>
            <a:endParaRPr lang="en-US" sz="4267" dirty="0">
              <a:solidFill>
                <a:prstClr val="black"/>
              </a:solidFill>
              <a:latin typeface="Calibri" panose="020F0502020204030204"/>
              <a:cs typeface="+mn-cs"/>
            </a:endParaRPr>
          </a:p>
          <a:p>
            <a:pPr defTabSz="1219170" fontAlgn="auto">
              <a:lnSpc>
                <a:spcPct val="114000"/>
              </a:lnSpc>
              <a:spcBef>
                <a:spcPts val="0"/>
              </a:spcBef>
              <a:spcAft>
                <a:spcPts val="0"/>
              </a:spcAft>
            </a:pPr>
            <a:r>
              <a:rPr lang="en-US" sz="4267" b="1" dirty="0">
                <a:solidFill>
                  <a:srgbClr val="EE1C25"/>
                </a:solidFill>
                <a:latin typeface="Century Gothic" pitchFamily="34" charset="0"/>
                <a:ea typeface="Century Gothic" pitchFamily="34" charset="-122"/>
                <a:cs typeface="Century Gothic" pitchFamily="34" charset="-120"/>
              </a:rPr>
              <a:t>D</a:t>
            </a:r>
            <a:r>
              <a:rPr lang="en-US" sz="4267" dirty="0">
                <a:solidFill>
                  <a:srgbClr val="1A1A1A"/>
                </a:solidFill>
                <a:latin typeface="Century Gothic" pitchFamily="34" charset="0"/>
                <a:ea typeface="Century Gothic" pitchFamily="34" charset="-122"/>
                <a:cs typeface="Century Gothic" pitchFamily="34" charset="-120"/>
              </a:rPr>
              <a:t>iscoverability</a:t>
            </a:r>
            <a:endParaRPr lang="en-US" sz="4267" dirty="0">
              <a:solidFill>
                <a:prstClr val="black"/>
              </a:solidFill>
              <a:latin typeface="Calibri" panose="020F0502020204030204"/>
              <a:cs typeface="+mn-c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Text 2"/>
          <p:cNvSpPr/>
          <p:nvPr/>
        </p:nvSpPr>
        <p:spPr>
          <a:xfrm>
            <a:off x="182880" y="2499360"/>
            <a:ext cx="4084320" cy="1645920"/>
          </a:xfrm>
          <a:prstGeom prst="rect">
            <a:avLst/>
          </a:prstGeom>
          <a:noFill/>
          <a:ln/>
        </p:spPr>
        <p:txBody>
          <a:bodyPr wrap="square" rtlCol="0" anchor="ctr"/>
          <a:lstStyle/>
          <a:p>
            <a:pPr algn="ctr" defTabSz="1219170" fontAlgn="auto">
              <a:spcBef>
                <a:spcPts val="0"/>
              </a:spcBef>
              <a:spcAft>
                <a:spcPts val="0"/>
              </a:spcAft>
            </a:pPr>
            <a:r>
              <a:rPr lang="en-US" sz="8266" b="1" kern="0" spc="133" dirty="0">
                <a:solidFill>
                  <a:srgbClr val="1CDDEB"/>
                </a:solidFill>
                <a:latin typeface="Century Gothic" pitchFamily="34" charset="0"/>
                <a:ea typeface="Century Gothic" pitchFamily="34" charset="-122"/>
                <a:cs typeface="Century Gothic" pitchFamily="34" charset="-120"/>
              </a:rPr>
              <a:t>PASTA</a:t>
            </a:r>
            <a:endParaRPr lang="en-US" sz="8266" dirty="0">
              <a:solidFill>
                <a:prstClr val="black"/>
              </a:solidFill>
              <a:latin typeface="Calibri" panose="020F0502020204030204"/>
              <a:cs typeface="+mn-cs"/>
            </a:endParaRPr>
          </a:p>
        </p:txBody>
      </p:sp>
      <p:sp>
        <p:nvSpPr>
          <p:cNvPr id="5" name="divider">
            <a:extLst>
              <a:ext uri="{C183D7F6-B498-43B3-948B-1728B52AA6E4}">
                <adec:decorative xmlns:adec="http://schemas.microsoft.com/office/drawing/2017/decorative" val="1"/>
              </a:ext>
            </a:extLst>
          </p:cNvPr>
          <p:cNvSpPr/>
          <p:nvPr/>
        </p:nvSpPr>
        <p:spPr>
          <a:xfrm>
            <a:off x="4328160" y="1402080"/>
            <a:ext cx="60960" cy="4084320"/>
          </a:xfrm>
          <a:prstGeom prst="rect">
            <a:avLst/>
          </a:prstGeom>
          <a:solidFill>
            <a:srgbClr val="3B3B3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15840" y="1158240"/>
            <a:ext cx="7315200" cy="4815840"/>
          </a:xfrm>
          <a:prstGeom prst="rect">
            <a:avLst/>
          </a:prstGeom>
          <a:noFill/>
          <a:ln/>
        </p:spPr>
        <p:txBody>
          <a:bodyPr wrap="square" rtlCol="0" anchor="ctr"/>
          <a:lstStyle/>
          <a:p>
            <a:pPr defTabSz="1219170" fontAlgn="auto">
              <a:lnSpc>
                <a:spcPct val="132000"/>
              </a:lnSpc>
              <a:spcBef>
                <a:spcPts val="0"/>
              </a:spcBef>
              <a:spcAft>
                <a:spcPts val="0"/>
              </a:spcAft>
            </a:pPr>
            <a:r>
              <a:rPr lang="en-US" sz="2400" b="1" dirty="0">
                <a:solidFill>
                  <a:srgbClr val="1A1A1A"/>
                </a:solidFill>
                <a:latin typeface="Century Gothic" pitchFamily="34" charset="0"/>
                <a:ea typeface="Century Gothic" pitchFamily="34" charset="-122"/>
                <a:cs typeface="Century Gothic" pitchFamily="34" charset="-120"/>
              </a:rPr>
              <a:t>Stage I:</a:t>
            </a:r>
            <a:r>
              <a:rPr lang="en-US" sz="2400" dirty="0">
                <a:solidFill>
                  <a:srgbClr val="1A1A1A"/>
                </a:solidFill>
                <a:latin typeface="Century Gothic" pitchFamily="34" charset="0"/>
                <a:ea typeface="Century Gothic" pitchFamily="34" charset="-122"/>
                <a:cs typeface="Century Gothic" pitchFamily="34" charset="-120"/>
              </a:rPr>
              <a:t> Definition of Objectives</a:t>
            </a:r>
            <a:endParaRPr lang="en-US" sz="2400" dirty="0">
              <a:solidFill>
                <a:prstClr val="black"/>
              </a:solidFill>
              <a:latin typeface="Calibri" panose="020F0502020204030204"/>
              <a:cs typeface="+mn-cs"/>
            </a:endParaRPr>
          </a:p>
          <a:p>
            <a:pPr defTabSz="1219170" fontAlgn="auto">
              <a:lnSpc>
                <a:spcPct val="132000"/>
              </a:lnSpc>
              <a:spcBef>
                <a:spcPts val="0"/>
              </a:spcBef>
              <a:spcAft>
                <a:spcPts val="0"/>
              </a:spcAft>
            </a:pPr>
            <a:r>
              <a:rPr lang="en-US" sz="2400" b="1" dirty="0">
                <a:solidFill>
                  <a:srgbClr val="1A1A1A"/>
                </a:solidFill>
                <a:latin typeface="Century Gothic" pitchFamily="34" charset="0"/>
                <a:ea typeface="Century Gothic" pitchFamily="34" charset="-122"/>
                <a:cs typeface="Century Gothic" pitchFamily="34" charset="-120"/>
              </a:rPr>
              <a:t>Stage II:</a:t>
            </a:r>
            <a:r>
              <a:rPr lang="en-US" sz="2400" dirty="0">
                <a:solidFill>
                  <a:srgbClr val="1A1A1A"/>
                </a:solidFill>
                <a:latin typeface="Century Gothic" pitchFamily="34" charset="0"/>
                <a:ea typeface="Century Gothic" pitchFamily="34" charset="-122"/>
                <a:cs typeface="Century Gothic" pitchFamily="34" charset="-120"/>
              </a:rPr>
              <a:t> Definition of Technical Scope</a:t>
            </a:r>
            <a:endParaRPr lang="en-US" sz="2400" dirty="0">
              <a:solidFill>
                <a:prstClr val="black"/>
              </a:solidFill>
              <a:latin typeface="Calibri" panose="020F0502020204030204"/>
              <a:cs typeface="+mn-cs"/>
            </a:endParaRPr>
          </a:p>
          <a:p>
            <a:pPr defTabSz="1219170" fontAlgn="auto">
              <a:lnSpc>
                <a:spcPct val="132000"/>
              </a:lnSpc>
              <a:spcBef>
                <a:spcPts val="0"/>
              </a:spcBef>
              <a:spcAft>
                <a:spcPts val="0"/>
              </a:spcAft>
            </a:pPr>
            <a:r>
              <a:rPr lang="en-US" sz="2400" b="1" dirty="0">
                <a:solidFill>
                  <a:srgbClr val="1A1A1A"/>
                </a:solidFill>
                <a:latin typeface="Century Gothic" pitchFamily="34" charset="0"/>
                <a:ea typeface="Century Gothic" pitchFamily="34" charset="-122"/>
                <a:cs typeface="Century Gothic" pitchFamily="34" charset="-120"/>
              </a:rPr>
              <a:t>Stage III:</a:t>
            </a:r>
            <a:r>
              <a:rPr lang="en-US" sz="2400" dirty="0">
                <a:solidFill>
                  <a:srgbClr val="1A1A1A"/>
                </a:solidFill>
                <a:latin typeface="Century Gothic" pitchFamily="34" charset="0"/>
                <a:ea typeface="Century Gothic" pitchFamily="34" charset="-122"/>
                <a:cs typeface="Century Gothic" pitchFamily="34" charset="-120"/>
              </a:rPr>
              <a:t> App Decomposition &amp; Analysis</a:t>
            </a:r>
            <a:endParaRPr lang="en-US" sz="2400" dirty="0">
              <a:solidFill>
                <a:prstClr val="black"/>
              </a:solidFill>
              <a:latin typeface="Calibri" panose="020F0502020204030204"/>
              <a:cs typeface="+mn-cs"/>
            </a:endParaRPr>
          </a:p>
          <a:p>
            <a:pPr defTabSz="1219170" fontAlgn="auto">
              <a:lnSpc>
                <a:spcPct val="132000"/>
              </a:lnSpc>
              <a:spcBef>
                <a:spcPts val="0"/>
              </a:spcBef>
              <a:spcAft>
                <a:spcPts val="0"/>
              </a:spcAft>
            </a:pPr>
            <a:r>
              <a:rPr lang="en-US" sz="2400" b="1" dirty="0">
                <a:solidFill>
                  <a:srgbClr val="1A1A1A"/>
                </a:solidFill>
                <a:latin typeface="Century Gothic" pitchFamily="34" charset="0"/>
                <a:ea typeface="Century Gothic" pitchFamily="34" charset="-122"/>
                <a:cs typeface="Century Gothic" pitchFamily="34" charset="-120"/>
              </a:rPr>
              <a:t>Stage IV:</a:t>
            </a:r>
            <a:r>
              <a:rPr lang="en-US" sz="2400" dirty="0">
                <a:solidFill>
                  <a:srgbClr val="1A1A1A"/>
                </a:solidFill>
                <a:latin typeface="Century Gothic" pitchFamily="34" charset="0"/>
                <a:ea typeface="Century Gothic" pitchFamily="34" charset="-122"/>
                <a:cs typeface="Century Gothic" pitchFamily="34" charset="-120"/>
              </a:rPr>
              <a:t> Threat Analysis</a:t>
            </a:r>
            <a:endParaRPr lang="en-US" sz="2400" dirty="0">
              <a:solidFill>
                <a:prstClr val="black"/>
              </a:solidFill>
              <a:latin typeface="Calibri" panose="020F0502020204030204"/>
              <a:cs typeface="+mn-cs"/>
            </a:endParaRPr>
          </a:p>
          <a:p>
            <a:pPr defTabSz="1219170" fontAlgn="auto">
              <a:lnSpc>
                <a:spcPct val="132000"/>
              </a:lnSpc>
              <a:spcBef>
                <a:spcPts val="0"/>
              </a:spcBef>
              <a:spcAft>
                <a:spcPts val="0"/>
              </a:spcAft>
            </a:pPr>
            <a:r>
              <a:rPr lang="en-US" sz="2400" b="1" dirty="0">
                <a:solidFill>
                  <a:srgbClr val="1A1A1A"/>
                </a:solidFill>
                <a:latin typeface="Century Gothic" pitchFamily="34" charset="0"/>
                <a:ea typeface="Century Gothic" pitchFamily="34" charset="-122"/>
                <a:cs typeface="Century Gothic" pitchFamily="34" charset="-120"/>
              </a:rPr>
              <a:t>Stage V:</a:t>
            </a:r>
            <a:r>
              <a:rPr lang="en-US" sz="2400" dirty="0">
                <a:solidFill>
                  <a:srgbClr val="1A1A1A"/>
                </a:solidFill>
                <a:latin typeface="Century Gothic" pitchFamily="34" charset="0"/>
                <a:ea typeface="Century Gothic" pitchFamily="34" charset="-122"/>
                <a:cs typeface="Century Gothic" pitchFamily="34" charset="-120"/>
              </a:rPr>
              <a:t> Weakness &amp; Vulnerability Analysis</a:t>
            </a:r>
            <a:endParaRPr lang="en-US" sz="2400" dirty="0">
              <a:solidFill>
                <a:prstClr val="black"/>
              </a:solidFill>
              <a:latin typeface="Calibri" panose="020F0502020204030204"/>
              <a:cs typeface="+mn-cs"/>
            </a:endParaRPr>
          </a:p>
          <a:p>
            <a:pPr defTabSz="1219170" fontAlgn="auto">
              <a:lnSpc>
                <a:spcPct val="132000"/>
              </a:lnSpc>
              <a:spcBef>
                <a:spcPts val="0"/>
              </a:spcBef>
              <a:spcAft>
                <a:spcPts val="0"/>
              </a:spcAft>
            </a:pPr>
            <a:r>
              <a:rPr lang="en-US" sz="2400" b="1" dirty="0">
                <a:solidFill>
                  <a:srgbClr val="1A1A1A"/>
                </a:solidFill>
                <a:latin typeface="Century Gothic" pitchFamily="34" charset="0"/>
                <a:ea typeface="Century Gothic" pitchFamily="34" charset="-122"/>
                <a:cs typeface="Century Gothic" pitchFamily="34" charset="-120"/>
              </a:rPr>
              <a:t>Stage VI:</a:t>
            </a:r>
            <a:r>
              <a:rPr lang="en-US" sz="2400" dirty="0">
                <a:solidFill>
                  <a:srgbClr val="1A1A1A"/>
                </a:solidFill>
                <a:latin typeface="Century Gothic" pitchFamily="34" charset="0"/>
                <a:ea typeface="Century Gothic" pitchFamily="34" charset="-122"/>
                <a:cs typeface="Century Gothic" pitchFamily="34" charset="-120"/>
              </a:rPr>
              <a:t> Attack Modeling &amp; Simulation</a:t>
            </a:r>
            <a:endParaRPr lang="en-US" sz="2400" dirty="0">
              <a:solidFill>
                <a:prstClr val="black"/>
              </a:solidFill>
              <a:latin typeface="Calibri" panose="020F0502020204030204"/>
              <a:cs typeface="+mn-cs"/>
            </a:endParaRPr>
          </a:p>
          <a:p>
            <a:pPr defTabSz="1219170" fontAlgn="auto">
              <a:lnSpc>
                <a:spcPct val="132000"/>
              </a:lnSpc>
              <a:spcBef>
                <a:spcPts val="0"/>
              </a:spcBef>
              <a:spcAft>
                <a:spcPts val="0"/>
              </a:spcAft>
            </a:pPr>
            <a:r>
              <a:rPr lang="en-US" sz="2400" b="1" dirty="0">
                <a:solidFill>
                  <a:srgbClr val="1A1A1A"/>
                </a:solidFill>
                <a:latin typeface="Century Gothic" pitchFamily="34" charset="0"/>
                <a:ea typeface="Century Gothic" pitchFamily="34" charset="-122"/>
                <a:cs typeface="Century Gothic" pitchFamily="34" charset="-120"/>
              </a:rPr>
              <a:t>Stage VII:</a:t>
            </a:r>
            <a:r>
              <a:rPr lang="en-US" sz="2400" dirty="0">
                <a:solidFill>
                  <a:srgbClr val="1A1A1A"/>
                </a:solidFill>
                <a:latin typeface="Century Gothic" pitchFamily="34" charset="0"/>
                <a:ea typeface="Century Gothic" pitchFamily="34" charset="-122"/>
                <a:cs typeface="Century Gothic" pitchFamily="34" charset="-120"/>
              </a:rPr>
              <a:t> Risk Analysis &amp; Management</a:t>
            </a:r>
            <a:endParaRPr lang="en-US" sz="2400" dirty="0">
              <a:solidFill>
                <a:prstClr val="black"/>
              </a:solidFill>
              <a:latin typeface="Calibri" panose="020F0502020204030204"/>
              <a:cs typeface="+mn-cs"/>
            </a:endParaRPr>
          </a:p>
        </p:txBody>
      </p:sp>
      <p:sp>
        <p:nvSpPr>
          <p:cNvPr id="7" name="Text 5"/>
          <p:cNvSpPr/>
          <p:nvPr/>
        </p:nvSpPr>
        <p:spPr>
          <a:xfrm>
            <a:off x="426720" y="5766816"/>
            <a:ext cx="11460480" cy="609600"/>
          </a:xfrm>
          <a:prstGeom prst="rect">
            <a:avLst/>
          </a:prstGeom>
          <a:noFill/>
          <a:ln/>
        </p:spPr>
        <p:txBody>
          <a:bodyPr wrap="square" rtlCol="0" anchor="ctr"/>
          <a:lstStyle/>
          <a:p>
            <a:pPr algn="ctr" defTabSz="1219170" fontAlgn="auto">
              <a:spcBef>
                <a:spcPts val="0"/>
              </a:spcBef>
              <a:spcAft>
                <a:spcPts val="0"/>
              </a:spcAft>
            </a:pPr>
            <a:r>
              <a:rPr lang="en-US" sz="2800" dirty="0">
                <a:solidFill>
                  <a:srgbClr val="EE1C25"/>
                </a:solidFill>
                <a:latin typeface="Ink Free" pitchFamily="34" charset="0"/>
                <a:ea typeface="Ink Free" pitchFamily="34" charset="-122"/>
                <a:cs typeface="Ink Free" pitchFamily="34" charset="-120"/>
              </a:rPr>
              <a:t>focuses on developing countermeasures based on </a:t>
            </a:r>
            <a:r>
              <a:rPr lang="en-US" sz="2800" u="sng" dirty="0">
                <a:solidFill>
                  <a:srgbClr val="EE1C25"/>
                </a:solidFill>
                <a:uFill>
                  <a:solidFill>
                    <a:srgbClr val="EE1C25"/>
                  </a:solidFill>
                </a:uFill>
                <a:latin typeface="Ink Free" pitchFamily="34" charset="0"/>
                <a:ea typeface="Ink Free" pitchFamily="34" charset="-122"/>
                <a:cs typeface="Ink Free" pitchFamily="34" charset="-120"/>
              </a:rPr>
              <a:t>asset value</a:t>
            </a:r>
            <a:endParaRPr lang="en-US" sz="2800" dirty="0">
              <a:solidFill>
                <a:prstClr val="black"/>
              </a:solidFill>
              <a:latin typeface="Calibri" panose="020F0502020204030204"/>
              <a:cs typeface="+mn-c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Text 2"/>
          <p:cNvSpPr/>
          <p:nvPr/>
        </p:nvSpPr>
        <p:spPr>
          <a:xfrm>
            <a:off x="182880" y="2438400"/>
            <a:ext cx="4084320" cy="1645920"/>
          </a:xfrm>
          <a:prstGeom prst="rect">
            <a:avLst/>
          </a:prstGeom>
          <a:noFill/>
          <a:ln/>
        </p:spPr>
        <p:txBody>
          <a:bodyPr wrap="square" rtlCol="0" anchor="ctr"/>
          <a:lstStyle/>
          <a:p>
            <a:pPr algn="ctr" defTabSz="1219170" fontAlgn="auto">
              <a:spcBef>
                <a:spcPts val="0"/>
              </a:spcBef>
              <a:spcAft>
                <a:spcPts val="0"/>
              </a:spcAft>
            </a:pPr>
            <a:r>
              <a:rPr lang="en-US" sz="8266" b="1" kern="0" spc="133" dirty="0">
                <a:solidFill>
                  <a:srgbClr val="1CDDEB"/>
                </a:solidFill>
                <a:latin typeface="Century Gothic" pitchFamily="34" charset="0"/>
                <a:ea typeface="Century Gothic" pitchFamily="34" charset="-122"/>
                <a:cs typeface="Century Gothic" pitchFamily="34" charset="-120"/>
              </a:rPr>
              <a:t>VAST</a:t>
            </a:r>
            <a:endParaRPr lang="en-US" sz="8266" dirty="0">
              <a:solidFill>
                <a:prstClr val="black"/>
              </a:solidFill>
              <a:latin typeface="Calibri" panose="020F0502020204030204"/>
              <a:cs typeface="+mn-cs"/>
            </a:endParaRPr>
          </a:p>
        </p:txBody>
      </p:sp>
      <p:sp>
        <p:nvSpPr>
          <p:cNvPr id="5" name="Text 3"/>
          <p:cNvSpPr/>
          <p:nvPr/>
        </p:nvSpPr>
        <p:spPr>
          <a:xfrm>
            <a:off x="182880" y="4023360"/>
            <a:ext cx="4084320" cy="1097280"/>
          </a:xfrm>
          <a:prstGeom prst="rect">
            <a:avLst/>
          </a:prstGeom>
          <a:noFill/>
          <a:ln/>
        </p:spPr>
        <p:txBody>
          <a:bodyPr wrap="square" rtlCol="0" anchor="t"/>
          <a:lstStyle/>
          <a:p>
            <a:pPr algn="ctr" defTabSz="1219170" fontAlgn="auto">
              <a:spcBef>
                <a:spcPts val="0"/>
              </a:spcBef>
              <a:spcAft>
                <a:spcPts val="0"/>
              </a:spcAft>
            </a:pPr>
            <a:r>
              <a:rPr lang="en-US" sz="2933" dirty="0">
                <a:solidFill>
                  <a:srgbClr val="EE1C25"/>
                </a:solidFill>
                <a:latin typeface="Ink Free" pitchFamily="34" charset="0"/>
                <a:ea typeface="Ink Free" pitchFamily="34" charset="-122"/>
                <a:cs typeface="Ink Free" pitchFamily="34" charset="-120"/>
              </a:rPr>
              <a:t>based on Agile</a:t>
            </a:r>
            <a:endParaRPr lang="en-US" sz="2933" dirty="0">
              <a:solidFill>
                <a:prstClr val="black"/>
              </a:solidFill>
              <a:latin typeface="Calibri" panose="020F0502020204030204"/>
              <a:cs typeface="+mn-cs"/>
            </a:endParaRPr>
          </a:p>
          <a:p>
            <a:pPr algn="ctr" defTabSz="1219170" fontAlgn="auto">
              <a:spcBef>
                <a:spcPts val="0"/>
              </a:spcBef>
              <a:spcAft>
                <a:spcPts val="0"/>
              </a:spcAft>
            </a:pPr>
            <a:r>
              <a:rPr lang="en-US" sz="2933" dirty="0">
                <a:solidFill>
                  <a:srgbClr val="EE1C25"/>
                </a:solidFill>
                <a:latin typeface="Ink Free" pitchFamily="34" charset="0"/>
                <a:ea typeface="Ink Free" pitchFamily="34" charset="-122"/>
                <a:cs typeface="Ink Free" pitchFamily="34" charset="-120"/>
              </a:rPr>
              <a:t>PM principles</a:t>
            </a:r>
            <a:endParaRPr lang="en-US" sz="2933" dirty="0">
              <a:solidFill>
                <a:prstClr val="black"/>
              </a:solidFill>
              <a:latin typeface="Calibri" panose="020F0502020204030204"/>
              <a:cs typeface="+mn-cs"/>
            </a:endParaRPr>
          </a:p>
        </p:txBody>
      </p:sp>
      <p:sp>
        <p:nvSpPr>
          <p:cNvPr id="6" name="divider">
            <a:extLst>
              <a:ext uri="{C183D7F6-B498-43B3-948B-1728B52AA6E4}">
                <adec:decorative xmlns:adec="http://schemas.microsoft.com/office/drawing/2017/decorative" val="1"/>
              </a:ext>
            </a:extLst>
          </p:cNvPr>
          <p:cNvSpPr/>
          <p:nvPr/>
        </p:nvSpPr>
        <p:spPr>
          <a:xfrm>
            <a:off x="4328160" y="1402080"/>
            <a:ext cx="60960" cy="4084320"/>
          </a:xfrm>
          <a:prstGeom prst="rect">
            <a:avLst/>
          </a:prstGeom>
          <a:solidFill>
            <a:srgbClr val="3B3B3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7" name="Text 5"/>
          <p:cNvSpPr/>
          <p:nvPr/>
        </p:nvSpPr>
        <p:spPr>
          <a:xfrm>
            <a:off x="4648200" y="1176528"/>
            <a:ext cx="7193280" cy="4389120"/>
          </a:xfrm>
          <a:prstGeom prst="rect">
            <a:avLst/>
          </a:prstGeom>
          <a:noFill/>
          <a:ln/>
        </p:spPr>
        <p:txBody>
          <a:bodyPr wrap="square" rtlCol="0" anchor="ctr"/>
          <a:lstStyle/>
          <a:p>
            <a:pPr defTabSz="1219170" fontAlgn="auto">
              <a:lnSpc>
                <a:spcPct val="120000"/>
              </a:lnSpc>
              <a:spcBef>
                <a:spcPts val="0"/>
              </a:spcBef>
              <a:spcAft>
                <a:spcPts val="0"/>
              </a:spcAft>
            </a:pPr>
            <a:r>
              <a:rPr lang="en-US" sz="4533" b="1" dirty="0">
                <a:solidFill>
                  <a:srgbClr val="EE1C25"/>
                </a:solidFill>
                <a:latin typeface="Century Gothic" pitchFamily="34" charset="0"/>
                <a:ea typeface="Century Gothic" pitchFamily="34" charset="-122"/>
                <a:cs typeface="Century Gothic" pitchFamily="34" charset="-120"/>
              </a:rPr>
              <a:t>V</a:t>
            </a:r>
            <a:r>
              <a:rPr lang="en-US" sz="4533" dirty="0">
                <a:solidFill>
                  <a:srgbClr val="1A1A1A"/>
                </a:solidFill>
                <a:latin typeface="Century Gothic" pitchFamily="34" charset="0"/>
                <a:ea typeface="Century Gothic" pitchFamily="34" charset="-122"/>
                <a:cs typeface="Century Gothic" pitchFamily="34" charset="-120"/>
              </a:rPr>
              <a:t>isual </a:t>
            </a:r>
            <a:r>
              <a:rPr lang="en-US" sz="2800" dirty="0">
                <a:solidFill>
                  <a:srgbClr val="1A1A1A"/>
                </a:solidFill>
                <a:latin typeface="Century Gothic" pitchFamily="34" charset="0"/>
              </a:rPr>
              <a:t>(represent systems graphically)</a:t>
            </a:r>
          </a:p>
          <a:p>
            <a:pPr defTabSz="1219170" fontAlgn="auto">
              <a:lnSpc>
                <a:spcPct val="120000"/>
              </a:lnSpc>
              <a:spcBef>
                <a:spcPts val="0"/>
              </a:spcBef>
              <a:spcAft>
                <a:spcPts val="0"/>
              </a:spcAft>
            </a:pPr>
            <a:r>
              <a:rPr lang="en-US" sz="4533" b="1" dirty="0">
                <a:solidFill>
                  <a:srgbClr val="EE1C25"/>
                </a:solidFill>
                <a:latin typeface="Century Gothic" pitchFamily="34" charset="0"/>
                <a:ea typeface="Century Gothic" pitchFamily="34" charset="-122"/>
                <a:cs typeface="Century Gothic" pitchFamily="34" charset="-120"/>
              </a:rPr>
              <a:t>A</a:t>
            </a:r>
            <a:r>
              <a:rPr lang="en-US" sz="4533" dirty="0">
                <a:solidFill>
                  <a:srgbClr val="1A1A1A"/>
                </a:solidFill>
                <a:latin typeface="Century Gothic" pitchFamily="34" charset="0"/>
                <a:ea typeface="Century Gothic" pitchFamily="34" charset="-122"/>
                <a:cs typeface="Century Gothic" pitchFamily="34" charset="-120"/>
              </a:rPr>
              <a:t>gile </a:t>
            </a:r>
            <a:r>
              <a:rPr lang="en-US" sz="2800" dirty="0">
                <a:solidFill>
                  <a:srgbClr val="1A1A1A"/>
                </a:solidFill>
                <a:latin typeface="Century Gothic" pitchFamily="34" charset="0"/>
              </a:rPr>
              <a:t>(update as applications change) </a:t>
            </a:r>
          </a:p>
          <a:p>
            <a:pPr defTabSz="1219170" fontAlgn="auto">
              <a:lnSpc>
                <a:spcPct val="120000"/>
              </a:lnSpc>
              <a:spcBef>
                <a:spcPts val="0"/>
              </a:spcBef>
              <a:spcAft>
                <a:spcPts val="0"/>
              </a:spcAft>
            </a:pPr>
            <a:r>
              <a:rPr lang="en-US" sz="4533" b="1" dirty="0">
                <a:solidFill>
                  <a:srgbClr val="EE1C25"/>
                </a:solidFill>
                <a:latin typeface="Century Gothic" pitchFamily="34" charset="0"/>
                <a:ea typeface="Century Gothic" pitchFamily="34" charset="-122"/>
                <a:cs typeface="Century Gothic" pitchFamily="34" charset="-120"/>
              </a:rPr>
              <a:t>S</a:t>
            </a:r>
            <a:r>
              <a:rPr lang="en-US" sz="4533" dirty="0">
                <a:solidFill>
                  <a:srgbClr val="1A1A1A"/>
                </a:solidFill>
                <a:latin typeface="Century Gothic" pitchFamily="34" charset="0"/>
                <a:ea typeface="Century Gothic" pitchFamily="34" charset="-122"/>
                <a:cs typeface="Century Gothic" pitchFamily="34" charset="-120"/>
              </a:rPr>
              <a:t>imple </a:t>
            </a:r>
            <a:r>
              <a:rPr lang="en-US" sz="2800" dirty="0">
                <a:solidFill>
                  <a:srgbClr val="1A1A1A"/>
                </a:solidFill>
                <a:latin typeface="Century Gothic" pitchFamily="34" charset="0"/>
                <a:ea typeface="Century Gothic" pitchFamily="34" charset="-122"/>
                <a:cs typeface="Century Gothic" pitchFamily="34" charset="-120"/>
              </a:rPr>
              <a:t>(make understandable by all people)</a:t>
            </a:r>
            <a:endParaRPr lang="en-US" sz="2800" dirty="0">
              <a:solidFill>
                <a:prstClr val="black"/>
              </a:solidFill>
              <a:latin typeface="Calibri" panose="020F0502020204030204"/>
              <a:cs typeface="+mn-cs"/>
            </a:endParaRPr>
          </a:p>
          <a:p>
            <a:pPr defTabSz="1219170" fontAlgn="auto">
              <a:lnSpc>
                <a:spcPct val="120000"/>
              </a:lnSpc>
              <a:spcBef>
                <a:spcPts val="0"/>
              </a:spcBef>
              <a:spcAft>
                <a:spcPts val="0"/>
              </a:spcAft>
            </a:pPr>
            <a:r>
              <a:rPr lang="en-US" sz="4533" b="1" dirty="0">
                <a:solidFill>
                  <a:srgbClr val="EE1C25"/>
                </a:solidFill>
                <a:latin typeface="Century Gothic" pitchFamily="34" charset="0"/>
                <a:ea typeface="Century Gothic" pitchFamily="34" charset="-122"/>
                <a:cs typeface="Century Gothic" pitchFamily="34" charset="-120"/>
              </a:rPr>
              <a:t>T</a:t>
            </a:r>
            <a:r>
              <a:rPr lang="en-US" sz="4533" dirty="0">
                <a:solidFill>
                  <a:srgbClr val="1A1A1A"/>
                </a:solidFill>
                <a:latin typeface="Century Gothic" pitchFamily="34" charset="0"/>
                <a:ea typeface="Century Gothic" pitchFamily="34" charset="-122"/>
                <a:cs typeface="Century Gothic" pitchFamily="34" charset="-120"/>
              </a:rPr>
              <a:t>hreat </a:t>
            </a:r>
            <a:r>
              <a:rPr lang="en-US" sz="2800" dirty="0">
                <a:solidFill>
                  <a:srgbClr val="1A1A1A"/>
                </a:solidFill>
                <a:latin typeface="Century Gothic" pitchFamily="34" charset="0"/>
              </a:rPr>
              <a:t>(Any harmful actions)</a:t>
            </a:r>
          </a:p>
        </p:txBody>
      </p:sp>
      <p:sp>
        <p:nvSpPr>
          <p:cNvPr id="8" name="goal banner">
            <a:extLst>
              <a:ext uri="{C183D7F6-B498-43B3-948B-1728B52AA6E4}">
                <adec:decorative xmlns:adec="http://schemas.microsoft.com/office/drawing/2017/decorative" val="1"/>
              </a:ext>
            </a:extLst>
          </p:cNvPr>
          <p:cNvSpPr/>
          <p:nvPr/>
        </p:nvSpPr>
        <p:spPr>
          <a:xfrm>
            <a:off x="0" y="5913120"/>
            <a:ext cx="12192000" cy="944880"/>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9" name="bulb">
            <a:extLst>
              <a:ext uri="{C183D7F6-B498-43B3-948B-1728B52AA6E4}">
                <adec:decorative xmlns:adec="http://schemas.microsoft.com/office/drawing/2017/decorative" val="1"/>
              </a:ext>
            </a:extLst>
          </p:cNvPr>
          <p:cNvSpPr/>
          <p:nvPr/>
        </p:nvSpPr>
        <p:spPr>
          <a:xfrm>
            <a:off x="755904" y="6096000"/>
            <a:ext cx="548640" cy="548640"/>
          </a:xfrm>
          <a:prstGeom prst="ellipse">
            <a:avLst/>
          </a:prstGeom>
          <a:ln w="3175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0" name="bulb base">
            <a:extLst>
              <a:ext uri="{C183D7F6-B498-43B3-948B-1728B52AA6E4}">
                <adec:decorative xmlns:adec="http://schemas.microsoft.com/office/drawing/2017/decorative" val="1"/>
              </a:ext>
            </a:extLst>
          </p:cNvPr>
          <p:cNvSpPr/>
          <p:nvPr/>
        </p:nvSpPr>
        <p:spPr>
          <a:xfrm>
            <a:off x="926592" y="6632448"/>
            <a:ext cx="207264" cy="146304"/>
          </a:xfrm>
          <a:prstGeom prst="rect">
            <a:avLst/>
          </a:prstGeom>
          <a:solidFill>
            <a:srgbClr val="1A1A1A"/>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1" name="Text 9"/>
          <p:cNvSpPr/>
          <p:nvPr/>
        </p:nvSpPr>
        <p:spPr>
          <a:xfrm>
            <a:off x="1584960" y="5888736"/>
            <a:ext cx="10363200" cy="963168"/>
          </a:xfrm>
          <a:prstGeom prst="rect">
            <a:avLst/>
          </a:prstGeom>
          <a:noFill/>
          <a:ln/>
        </p:spPr>
        <p:txBody>
          <a:bodyPr wrap="square" rtlCol="0" anchor="ctr"/>
          <a:lstStyle/>
          <a:p>
            <a:pPr defTabSz="1219170" fontAlgn="auto">
              <a:spcBef>
                <a:spcPts val="0"/>
              </a:spcBef>
              <a:spcAft>
                <a:spcPts val="0"/>
              </a:spcAft>
            </a:pPr>
            <a:r>
              <a:rPr lang="en-US" sz="2400" b="1" dirty="0">
                <a:solidFill>
                  <a:srgbClr val="1A1A1A"/>
                </a:solidFill>
                <a:latin typeface="Century Gothic" pitchFamily="34" charset="0"/>
                <a:ea typeface="Century Gothic" pitchFamily="34" charset="-122"/>
                <a:cs typeface="Century Gothic" pitchFamily="34" charset="-120"/>
              </a:rPr>
              <a:t>GOAL: </a:t>
            </a:r>
            <a:r>
              <a:rPr lang="en-US" sz="2400" dirty="0">
                <a:solidFill>
                  <a:srgbClr val="1A1A1A"/>
                </a:solidFill>
                <a:latin typeface="Century Gothic" pitchFamily="34" charset="0"/>
                <a:ea typeface="Century Gothic" pitchFamily="34" charset="-122"/>
                <a:cs typeface="Century Gothic" pitchFamily="34" charset="-120"/>
              </a:rPr>
              <a:t>Scalable integration of threat management</a:t>
            </a:r>
            <a:endParaRPr lang="en-US" sz="2400" dirty="0">
              <a:solidFill>
                <a:prstClr val="black"/>
              </a:solidFill>
              <a:latin typeface="Calibri" panose="020F0502020204030204"/>
              <a:cs typeface="+mn-cs"/>
            </a:endParaRPr>
          </a:p>
          <a:p>
            <a:pPr defTabSz="1219170" fontAlgn="auto">
              <a:spcBef>
                <a:spcPts val="0"/>
              </a:spcBef>
              <a:spcAft>
                <a:spcPts val="0"/>
              </a:spcAft>
            </a:pPr>
            <a:r>
              <a:rPr lang="en-US" sz="2400" dirty="0">
                <a:solidFill>
                  <a:srgbClr val="1A1A1A"/>
                </a:solidFill>
                <a:latin typeface="Century Gothic" pitchFamily="34" charset="0"/>
                <a:ea typeface="Century Gothic" pitchFamily="34" charset="-122"/>
                <a:cs typeface="Century Gothic" pitchFamily="34" charset="-120"/>
              </a:rPr>
              <a:t>into an Agile programming environment</a:t>
            </a:r>
            <a:endParaRPr lang="en-US" sz="2400" dirty="0">
              <a:solidFill>
                <a:prstClr val="black"/>
              </a:solidFill>
              <a:latin typeface="Calibri" panose="020F0502020204030204"/>
              <a:cs typeface="+mn-c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Text 2"/>
          <p:cNvSpPr/>
          <p:nvPr/>
        </p:nvSpPr>
        <p:spPr>
          <a:xfrm>
            <a:off x="182880" y="2743200"/>
            <a:ext cx="4084320" cy="1645920"/>
          </a:xfrm>
          <a:prstGeom prst="rect">
            <a:avLst/>
          </a:prstGeom>
          <a:noFill/>
          <a:ln/>
        </p:spPr>
        <p:txBody>
          <a:bodyPr wrap="square" rtlCol="0" anchor="ctr"/>
          <a:lstStyle/>
          <a:p>
            <a:pPr algn="ctr" defTabSz="1219170" fontAlgn="auto">
              <a:spcBef>
                <a:spcPts val="0"/>
              </a:spcBef>
              <a:spcAft>
                <a:spcPts val="0"/>
              </a:spcAft>
            </a:pPr>
            <a:r>
              <a:rPr lang="en-US" sz="8266" b="1" kern="0" spc="133" dirty="0">
                <a:solidFill>
                  <a:srgbClr val="1CDDEB"/>
                </a:solidFill>
                <a:latin typeface="Century Gothic" pitchFamily="34" charset="0"/>
                <a:ea typeface="Century Gothic" pitchFamily="34" charset="-122"/>
                <a:cs typeface="Century Gothic" pitchFamily="34" charset="-120"/>
              </a:rPr>
              <a:t>TRIKE</a:t>
            </a:r>
            <a:endParaRPr lang="en-US" sz="8266" dirty="0">
              <a:solidFill>
                <a:prstClr val="black"/>
              </a:solidFill>
              <a:latin typeface="Calibri" panose="020F0502020204030204"/>
              <a:cs typeface="+mn-cs"/>
            </a:endParaRPr>
          </a:p>
        </p:txBody>
      </p:sp>
      <p:sp>
        <p:nvSpPr>
          <p:cNvPr id="5" name="Text 3"/>
          <p:cNvSpPr/>
          <p:nvPr/>
        </p:nvSpPr>
        <p:spPr>
          <a:xfrm>
            <a:off x="182880" y="4328160"/>
            <a:ext cx="4084320" cy="1097280"/>
          </a:xfrm>
          <a:prstGeom prst="rect">
            <a:avLst/>
          </a:prstGeom>
          <a:noFill/>
          <a:ln/>
        </p:spPr>
        <p:txBody>
          <a:bodyPr wrap="square" rtlCol="0" anchor="t"/>
          <a:lstStyle/>
          <a:p>
            <a:pPr algn="ctr" defTabSz="1219170" fontAlgn="auto">
              <a:spcBef>
                <a:spcPts val="0"/>
              </a:spcBef>
              <a:spcAft>
                <a:spcPts val="0"/>
              </a:spcAft>
            </a:pPr>
            <a:r>
              <a:rPr lang="en-US" sz="2933" dirty="0">
                <a:solidFill>
                  <a:srgbClr val="EE1C25"/>
                </a:solidFill>
                <a:latin typeface="Ink Free" pitchFamily="34" charset="0"/>
                <a:ea typeface="Ink Free" pitchFamily="34" charset="-122"/>
                <a:cs typeface="Ink Free" pitchFamily="34" charset="-120"/>
              </a:rPr>
              <a:t>focused on</a:t>
            </a:r>
            <a:endParaRPr lang="en-US" sz="2933" dirty="0">
              <a:solidFill>
                <a:prstClr val="black"/>
              </a:solidFill>
              <a:latin typeface="Calibri" panose="020F0502020204030204"/>
              <a:cs typeface="+mn-cs"/>
            </a:endParaRPr>
          </a:p>
          <a:p>
            <a:pPr algn="ctr" defTabSz="1219170" fontAlgn="auto">
              <a:spcBef>
                <a:spcPts val="0"/>
              </a:spcBef>
              <a:spcAft>
                <a:spcPts val="0"/>
              </a:spcAft>
            </a:pPr>
            <a:r>
              <a:rPr lang="en-US" sz="2933" dirty="0">
                <a:solidFill>
                  <a:srgbClr val="EE1C25"/>
                </a:solidFill>
                <a:latin typeface="Ink Free" pitchFamily="34" charset="0"/>
                <a:ea typeface="Ink Free" pitchFamily="34" charset="-122"/>
                <a:cs typeface="Ink Free" pitchFamily="34" charset="-120"/>
              </a:rPr>
              <a:t>“acceptable risk”</a:t>
            </a:r>
            <a:endParaRPr lang="en-US" sz="2933" dirty="0">
              <a:solidFill>
                <a:prstClr val="black"/>
              </a:solidFill>
              <a:latin typeface="Calibri" panose="020F0502020204030204"/>
              <a:cs typeface="+mn-cs"/>
            </a:endParaRPr>
          </a:p>
        </p:txBody>
      </p:sp>
      <p:sp>
        <p:nvSpPr>
          <p:cNvPr id="6" name="divider">
            <a:extLst>
              <a:ext uri="{C183D7F6-B498-43B3-948B-1728B52AA6E4}">
                <adec:decorative xmlns:adec="http://schemas.microsoft.com/office/drawing/2017/decorative" val="1"/>
              </a:ext>
            </a:extLst>
          </p:cNvPr>
          <p:cNvSpPr/>
          <p:nvPr/>
        </p:nvSpPr>
        <p:spPr>
          <a:xfrm>
            <a:off x="4328160" y="1402080"/>
            <a:ext cx="60960" cy="4084320"/>
          </a:xfrm>
          <a:prstGeom prst="rect">
            <a:avLst/>
          </a:prstGeom>
          <a:solidFill>
            <a:srgbClr val="3B3B3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7" name="Text 5"/>
          <p:cNvSpPr/>
          <p:nvPr/>
        </p:nvSpPr>
        <p:spPr>
          <a:xfrm>
            <a:off x="4815840" y="1645920"/>
            <a:ext cx="7193280" cy="4511040"/>
          </a:xfrm>
          <a:prstGeom prst="rect">
            <a:avLst/>
          </a:prstGeom>
          <a:noFill/>
          <a:ln/>
        </p:spPr>
        <p:txBody>
          <a:bodyPr wrap="square" rtlCol="0" anchor="ctr"/>
          <a:lstStyle/>
          <a:p>
            <a:pPr defTabSz="1219170" fontAlgn="auto">
              <a:lnSpc>
                <a:spcPct val="115000"/>
              </a:lnSpc>
              <a:spcBef>
                <a:spcPts val="0"/>
              </a:spcBef>
              <a:spcAft>
                <a:spcPts val="0"/>
              </a:spcAft>
            </a:pPr>
            <a:r>
              <a:rPr lang="en-US" sz="2933" dirty="0">
                <a:solidFill>
                  <a:srgbClr val="000000"/>
                </a:solidFill>
                <a:latin typeface="Century Gothic" pitchFamily="34" charset="0"/>
                <a:ea typeface="Century Gothic" pitchFamily="34" charset="-122"/>
                <a:cs typeface="Century Gothic" pitchFamily="34" charset="-120"/>
              </a:rPr>
              <a:t>An open-source threat modeling process</a:t>
            </a:r>
            <a:endParaRPr lang="en-US" sz="2933" dirty="0">
              <a:solidFill>
                <a:prstClr val="black"/>
              </a:solidFill>
              <a:latin typeface="Calibri" panose="020F0502020204030204"/>
              <a:cs typeface="+mn-cs"/>
            </a:endParaRPr>
          </a:p>
          <a:p>
            <a:pPr defTabSz="1219170" fontAlgn="auto">
              <a:lnSpc>
                <a:spcPct val="115000"/>
              </a:lnSpc>
              <a:spcBef>
                <a:spcPts val="0"/>
              </a:spcBef>
              <a:spcAft>
                <a:spcPts val="0"/>
              </a:spcAft>
            </a:pPr>
            <a:r>
              <a:rPr lang="en-US" sz="2933" dirty="0">
                <a:solidFill>
                  <a:srgbClr val="000000"/>
                </a:solidFill>
                <a:latin typeface="Century Gothic" pitchFamily="34" charset="0"/>
                <a:ea typeface="Century Gothic" pitchFamily="34" charset="-122"/>
                <a:cs typeface="Century Gothic" pitchFamily="34" charset="-120"/>
              </a:rPr>
              <a:t>that implements a </a:t>
            </a:r>
            <a:endParaRPr lang="en-US" sz="2933" dirty="0">
              <a:solidFill>
                <a:prstClr val="black"/>
              </a:solidFill>
              <a:latin typeface="Calibri" panose="020F0502020204030204"/>
              <a:cs typeface="+mn-cs"/>
            </a:endParaRPr>
          </a:p>
          <a:p>
            <a:pPr defTabSz="1219170" fontAlgn="auto">
              <a:lnSpc>
                <a:spcPct val="115000"/>
              </a:lnSpc>
              <a:spcBef>
                <a:spcPts val="0"/>
              </a:spcBef>
              <a:spcAft>
                <a:spcPts val="0"/>
              </a:spcAft>
            </a:pPr>
            <a:r>
              <a:rPr lang="en-US" sz="2933" dirty="0">
                <a:solidFill>
                  <a:srgbClr val="000000"/>
                </a:solidFill>
                <a:highlight>
                  <a:srgbClr val="F4FF3B"/>
                </a:highlight>
                <a:latin typeface="Century Gothic" pitchFamily="34" charset="0"/>
                <a:ea typeface="Century Gothic" pitchFamily="34" charset="-122"/>
                <a:cs typeface="Century Gothic" pitchFamily="34" charset="-120"/>
              </a:rPr>
              <a:t>requirements model.</a:t>
            </a:r>
            <a:endParaRPr lang="en-US" sz="2933" dirty="0">
              <a:solidFill>
                <a:prstClr val="black"/>
              </a:solidFill>
              <a:latin typeface="Calibri" panose="020F0502020204030204"/>
              <a:cs typeface="+mn-cs"/>
            </a:endParaRPr>
          </a:p>
          <a:p>
            <a:pPr defTabSz="1219170" fontAlgn="auto">
              <a:lnSpc>
                <a:spcPct val="115000"/>
              </a:lnSpc>
              <a:spcBef>
                <a:spcPts val="0"/>
              </a:spcBef>
              <a:spcAft>
                <a:spcPts val="0"/>
              </a:spcAft>
            </a:pPr>
            <a:endParaRPr lang="en-US" sz="2933" dirty="0">
              <a:solidFill>
                <a:prstClr val="black"/>
              </a:solidFill>
              <a:latin typeface="Calibri" panose="020F0502020204030204"/>
              <a:cs typeface="+mn-cs"/>
            </a:endParaRPr>
          </a:p>
          <a:p>
            <a:pPr defTabSz="1219170" fontAlgn="auto">
              <a:lnSpc>
                <a:spcPct val="115000"/>
              </a:lnSpc>
              <a:spcBef>
                <a:spcPts val="0"/>
              </a:spcBef>
              <a:spcAft>
                <a:spcPts val="0"/>
              </a:spcAft>
            </a:pPr>
            <a:r>
              <a:rPr lang="en-US" sz="2933" dirty="0">
                <a:solidFill>
                  <a:srgbClr val="000000"/>
                </a:solidFill>
                <a:latin typeface="Century Gothic" pitchFamily="34" charset="0"/>
                <a:ea typeface="Century Gothic" pitchFamily="34" charset="-122"/>
                <a:cs typeface="Century Gothic" pitchFamily="34" charset="-120"/>
              </a:rPr>
              <a:t>Ensures the assigned level of risk for each</a:t>
            </a:r>
            <a:r>
              <a:rPr lang="en-US" sz="2933" dirty="0">
                <a:solidFill>
                  <a:prstClr val="black"/>
                </a:solidFill>
                <a:latin typeface="Calibri" panose="020F0502020204030204"/>
                <a:cs typeface="+mn-cs"/>
              </a:rPr>
              <a:t> </a:t>
            </a:r>
            <a:r>
              <a:rPr lang="en-US" sz="2933" dirty="0">
                <a:solidFill>
                  <a:srgbClr val="000000"/>
                </a:solidFill>
                <a:latin typeface="Century Gothic" pitchFamily="34" charset="0"/>
                <a:ea typeface="Century Gothic" pitchFamily="34" charset="-122"/>
                <a:cs typeface="Century Gothic" pitchFamily="34" charset="-120"/>
              </a:rPr>
              <a:t>asset is “acceptable” to stakeholders.</a:t>
            </a:r>
            <a:endParaRPr lang="en-US" sz="2933" dirty="0">
              <a:solidFill>
                <a:prstClr val="black"/>
              </a:solidFill>
              <a:latin typeface="Calibri" panose="020F0502020204030204"/>
              <a:cs typeface="+mn-cs"/>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133" b="1" dirty="0">
                <a:solidFill>
                  <a:srgbClr val="1CDDEB"/>
                </a:solidFill>
                <a:latin typeface="Century Gothic" pitchFamily="34" charset="0"/>
                <a:ea typeface="Century Gothic" pitchFamily="34" charset="-122"/>
                <a:cs typeface="Century Gothic" pitchFamily="34" charset="-120"/>
              </a:rPr>
              <a:t>Diagramming</a:t>
            </a:r>
            <a:endParaRPr lang="en-US" sz="6133"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133" b="1" dirty="0">
                <a:solidFill>
                  <a:srgbClr val="1CDDEB"/>
                </a:solidFill>
                <a:latin typeface="Century Gothic" pitchFamily="34" charset="0"/>
                <a:ea typeface="Century Gothic" pitchFamily="34" charset="-122"/>
                <a:cs typeface="Century Gothic" pitchFamily="34" charset="-120"/>
              </a:rPr>
              <a:t>Potential Attacks</a:t>
            </a:r>
            <a:endParaRPr lang="en-US" sz="61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414528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4389120"/>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733" dirty="0">
                <a:solidFill>
                  <a:srgbClr val="1A1A1A"/>
                </a:solidFill>
                <a:latin typeface="Century Gothic" pitchFamily="34" charset="0"/>
                <a:ea typeface="Century Gothic" pitchFamily="34" charset="-122"/>
                <a:cs typeface="Century Gothic" pitchFamily="34" charset="-120"/>
              </a:rPr>
              <a:t>Determining potential attack concepts is</a:t>
            </a:r>
            <a:endParaRPr lang="en-US" sz="3733"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733" dirty="0">
                <a:solidFill>
                  <a:srgbClr val="1A1A1A"/>
                </a:solidFill>
                <a:latin typeface="Century Gothic" pitchFamily="34" charset="0"/>
                <a:ea typeface="Century Gothic" pitchFamily="34" charset="-122"/>
                <a:cs typeface="Century Gothic" pitchFamily="34" charset="-120"/>
              </a:rPr>
              <a:t>often achieved through diagramming</a:t>
            </a:r>
            <a:endParaRPr lang="en-US" sz="3733" dirty="0">
              <a:solidFill>
                <a:prstClr val="black"/>
              </a:solidFill>
              <a:latin typeface="Calibri" panose="020F0502020204030204"/>
              <a:cs typeface="+mn-c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boundary">
            <a:extLst>
              <a:ext uri="{C183D7F6-B498-43B3-948B-1728B52AA6E4}">
                <adec:decorative xmlns:adec="http://schemas.microsoft.com/office/drawing/2017/decorative" val="1"/>
              </a:ext>
            </a:extLst>
          </p:cNvPr>
          <p:cNvSpPr/>
          <p:nvPr/>
        </p:nvSpPr>
        <p:spPr>
          <a:xfrm>
            <a:off x="4328160" y="1889760"/>
            <a:ext cx="0" cy="3718560"/>
          </a:xfrm>
          <a:prstGeom prst="line">
            <a:avLst/>
          </a:prstGeom>
          <a:noFill/>
          <a:ln w="38100">
            <a:solidFill>
              <a:srgbClr val="EE1C25"/>
            </a:solidFill>
            <a:prstDash val="dash"/>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5" name="Text 3"/>
          <p:cNvSpPr/>
          <p:nvPr/>
        </p:nvSpPr>
        <p:spPr>
          <a:xfrm>
            <a:off x="4527973" y="1363472"/>
            <a:ext cx="3657600" cy="853440"/>
          </a:xfrm>
          <a:prstGeom prst="rect">
            <a:avLst/>
          </a:prstGeom>
          <a:noFill/>
          <a:ln/>
        </p:spPr>
        <p:txBody>
          <a:bodyPr wrap="square" rtlCol="0" anchor="t"/>
          <a:lstStyle/>
          <a:p>
            <a:pPr defTabSz="1219170" fontAlgn="auto">
              <a:spcBef>
                <a:spcPts val="0"/>
              </a:spcBef>
              <a:spcAft>
                <a:spcPts val="0"/>
              </a:spcAft>
            </a:pPr>
            <a:r>
              <a:rPr lang="en-US" sz="2133" dirty="0">
                <a:solidFill>
                  <a:srgbClr val="1A1A1A"/>
                </a:solidFill>
                <a:latin typeface="Century Gothic" pitchFamily="34" charset="0"/>
                <a:ea typeface="Century Gothic" pitchFamily="34" charset="-122"/>
                <a:cs typeface="Century Gothic" pitchFamily="34" charset="-120"/>
              </a:rPr>
              <a:t>user / web</a:t>
            </a:r>
            <a:endParaRPr lang="en-US" sz="2133" dirty="0">
              <a:solidFill>
                <a:prstClr val="black"/>
              </a:solidFill>
              <a:latin typeface="Calibri" panose="020F0502020204030204"/>
              <a:cs typeface="+mn-cs"/>
            </a:endParaRPr>
          </a:p>
          <a:p>
            <a:pPr defTabSz="1219170" fontAlgn="auto">
              <a:spcBef>
                <a:spcPts val="0"/>
              </a:spcBef>
              <a:spcAft>
                <a:spcPts val="0"/>
              </a:spcAft>
            </a:pPr>
            <a:r>
              <a:rPr lang="en-US" sz="2133" dirty="0">
                <a:solidFill>
                  <a:srgbClr val="1A1A1A"/>
                </a:solidFill>
                <a:latin typeface="Century Gothic" pitchFamily="34" charset="0"/>
                <a:ea typeface="Century Gothic" pitchFamily="34" charset="-122"/>
                <a:cs typeface="Century Gothic" pitchFamily="34" charset="-120"/>
              </a:rPr>
              <a:t>server boundary</a:t>
            </a:r>
            <a:endParaRPr lang="en-US" sz="2133" dirty="0">
              <a:solidFill>
                <a:prstClr val="black"/>
              </a:solidFill>
              <a:latin typeface="Calibri" panose="020F0502020204030204"/>
              <a:cs typeface="+mn-cs"/>
            </a:endParaRPr>
          </a:p>
        </p:txBody>
      </p:sp>
      <p:sp>
        <p:nvSpPr>
          <p:cNvPr id="6" name="node">
            <a:extLst>
              <a:ext uri="{C183D7F6-B498-43B3-948B-1728B52AA6E4}">
                <adec:decorative xmlns:adec="http://schemas.microsoft.com/office/drawing/2017/decorative" val="1"/>
              </a:ext>
            </a:extLst>
          </p:cNvPr>
          <p:cNvSpPr/>
          <p:nvPr/>
        </p:nvSpPr>
        <p:spPr>
          <a:xfrm>
            <a:off x="914400" y="2499360"/>
            <a:ext cx="2255520" cy="975360"/>
          </a:xfrm>
          <a:prstGeom prst="rect">
            <a:avLst/>
          </a:prstGeom>
          <a:solidFill>
            <a:srgbClr val="FFFFFF"/>
          </a:solidFill>
          <a:ln w="38100">
            <a:solidFill>
              <a:srgbClr val="1E9E5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7" name="Text 5"/>
          <p:cNvSpPr/>
          <p:nvPr/>
        </p:nvSpPr>
        <p:spPr>
          <a:xfrm>
            <a:off x="914400" y="2499360"/>
            <a:ext cx="2255520" cy="975360"/>
          </a:xfrm>
          <a:prstGeom prst="rect">
            <a:avLst/>
          </a:prstGeom>
          <a:noFill/>
          <a:ln/>
        </p:spPr>
        <p:txBody>
          <a:bodyPr wrap="square" rtlCol="0" anchor="ctr"/>
          <a:lstStyle/>
          <a:p>
            <a:pPr algn="ctr" defTabSz="1219170" fontAlgn="auto">
              <a:spcBef>
                <a:spcPts val="0"/>
              </a:spcBef>
              <a:spcAft>
                <a:spcPts val="0"/>
              </a:spcAft>
            </a:pPr>
            <a:r>
              <a:rPr lang="en-US" sz="2933" dirty="0">
                <a:solidFill>
                  <a:srgbClr val="1E9E5A"/>
                </a:solidFill>
                <a:latin typeface="Century Gothic" pitchFamily="34" charset="0"/>
                <a:ea typeface="Century Gothic" pitchFamily="34" charset="-122"/>
                <a:cs typeface="Century Gothic" pitchFamily="34" charset="-120"/>
              </a:rPr>
              <a:t>users</a:t>
            </a:r>
            <a:endParaRPr lang="en-US" sz="2933" dirty="0">
              <a:solidFill>
                <a:prstClr val="black"/>
              </a:solidFill>
              <a:latin typeface="Calibri" panose="020F0502020204030204"/>
              <a:cs typeface="+mn-cs"/>
            </a:endParaRPr>
          </a:p>
        </p:txBody>
      </p:sp>
      <p:sp>
        <p:nvSpPr>
          <p:cNvPr id="8" name="node">
            <a:extLst>
              <a:ext uri="{C183D7F6-B498-43B3-948B-1728B52AA6E4}">
                <adec:decorative xmlns:adec="http://schemas.microsoft.com/office/drawing/2017/decorative" val="1"/>
              </a:ext>
            </a:extLst>
          </p:cNvPr>
          <p:cNvSpPr/>
          <p:nvPr/>
        </p:nvSpPr>
        <p:spPr>
          <a:xfrm>
            <a:off x="5425440" y="3048000"/>
            <a:ext cx="2133600" cy="2133600"/>
          </a:xfrm>
          <a:prstGeom prst="ellipse">
            <a:avLst/>
          </a:prstGeom>
          <a:solidFill>
            <a:srgbClr val="FFFFFF"/>
          </a:solidFill>
          <a:ln w="38100">
            <a:solidFill>
              <a:srgbClr val="2F5FA6"/>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9" name="Text 7"/>
          <p:cNvSpPr/>
          <p:nvPr/>
        </p:nvSpPr>
        <p:spPr>
          <a:xfrm>
            <a:off x="5425440" y="3048000"/>
            <a:ext cx="2133600" cy="2133600"/>
          </a:xfrm>
          <a:prstGeom prst="rect">
            <a:avLst/>
          </a:prstGeom>
          <a:noFill/>
          <a:ln/>
        </p:spPr>
        <p:txBody>
          <a:bodyPr wrap="square" rtlCol="0" anchor="ctr"/>
          <a:lstStyle/>
          <a:p>
            <a:pPr algn="ctr" defTabSz="1219170" fontAlgn="auto">
              <a:spcBef>
                <a:spcPts val="0"/>
              </a:spcBef>
              <a:spcAft>
                <a:spcPts val="0"/>
              </a:spcAft>
            </a:pPr>
            <a:r>
              <a:rPr lang="en-US" sz="2400" dirty="0">
                <a:solidFill>
                  <a:srgbClr val="2F5FA6"/>
                </a:solidFill>
                <a:latin typeface="Century Gothic" pitchFamily="34" charset="0"/>
                <a:ea typeface="Century Gothic" pitchFamily="34" charset="-122"/>
                <a:cs typeface="Century Gothic" pitchFamily="34" charset="-120"/>
              </a:rPr>
              <a:t>web</a:t>
            </a:r>
            <a:endParaRPr lang="en-US" sz="2400" dirty="0">
              <a:solidFill>
                <a:prstClr val="black"/>
              </a:solidFill>
              <a:latin typeface="Calibri" panose="020F0502020204030204"/>
              <a:cs typeface="+mn-cs"/>
            </a:endParaRPr>
          </a:p>
          <a:p>
            <a:pPr algn="ctr" defTabSz="1219170" fontAlgn="auto">
              <a:spcBef>
                <a:spcPts val="0"/>
              </a:spcBef>
              <a:spcAft>
                <a:spcPts val="0"/>
              </a:spcAft>
            </a:pPr>
            <a:r>
              <a:rPr lang="en-US" sz="2400" dirty="0">
                <a:solidFill>
                  <a:srgbClr val="2F5FA6"/>
                </a:solidFill>
                <a:latin typeface="Century Gothic" pitchFamily="34" charset="0"/>
                <a:ea typeface="Century Gothic" pitchFamily="34" charset="-122"/>
                <a:cs typeface="Century Gothic" pitchFamily="34" charset="-120"/>
              </a:rPr>
              <a:t>service</a:t>
            </a:r>
            <a:endParaRPr lang="en-US" sz="2400" dirty="0">
              <a:solidFill>
                <a:prstClr val="black"/>
              </a:solidFill>
              <a:latin typeface="Calibri" panose="020F0502020204030204"/>
              <a:cs typeface="+mn-cs"/>
            </a:endParaRPr>
          </a:p>
        </p:txBody>
      </p:sp>
      <p:sp>
        <p:nvSpPr>
          <p:cNvPr id="10" name="node">
            <a:extLst>
              <a:ext uri="{C183D7F6-B498-43B3-948B-1728B52AA6E4}">
                <adec:decorative xmlns:adec="http://schemas.microsoft.com/office/drawing/2017/decorative" val="1"/>
              </a:ext>
            </a:extLst>
          </p:cNvPr>
          <p:cNvSpPr/>
          <p:nvPr/>
        </p:nvSpPr>
        <p:spPr>
          <a:xfrm>
            <a:off x="10363200" y="4328160"/>
            <a:ext cx="1645920" cy="1158240"/>
          </a:xfrm>
          <a:prstGeom prst="roundRect">
            <a:avLst>
              <a:gd name="adj" fmla="val 21053"/>
            </a:avLst>
          </a:prstGeom>
          <a:solidFill>
            <a:srgbClr val="FFFFFF"/>
          </a:solidFill>
          <a:ln w="38100">
            <a:solidFill>
              <a:srgbClr val="7A2FA6"/>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1" name="Text 9"/>
          <p:cNvSpPr/>
          <p:nvPr/>
        </p:nvSpPr>
        <p:spPr>
          <a:xfrm>
            <a:off x="10363200" y="4328160"/>
            <a:ext cx="1645920" cy="1158240"/>
          </a:xfrm>
          <a:prstGeom prst="rect">
            <a:avLst/>
          </a:prstGeom>
          <a:noFill/>
          <a:ln/>
        </p:spPr>
        <p:txBody>
          <a:bodyPr wrap="square" rtlCol="0" anchor="ctr"/>
          <a:lstStyle/>
          <a:p>
            <a:pPr algn="ctr" defTabSz="1219170" fontAlgn="auto">
              <a:spcBef>
                <a:spcPts val="0"/>
              </a:spcBef>
              <a:spcAft>
                <a:spcPts val="0"/>
              </a:spcAft>
            </a:pPr>
            <a:r>
              <a:rPr lang="en-US" sz="2933" dirty="0">
                <a:solidFill>
                  <a:srgbClr val="7A2FA6"/>
                </a:solidFill>
                <a:latin typeface="Century Gothic" pitchFamily="34" charset="0"/>
                <a:ea typeface="Century Gothic" pitchFamily="34" charset="-122"/>
                <a:cs typeface="Century Gothic" pitchFamily="34" charset="-120"/>
              </a:rPr>
              <a:t>SQL</a:t>
            </a:r>
            <a:endParaRPr lang="en-US" sz="2933" dirty="0">
              <a:solidFill>
                <a:prstClr val="black"/>
              </a:solidFill>
              <a:latin typeface="Calibri" panose="020F0502020204030204"/>
              <a:cs typeface="+mn-cs"/>
            </a:endParaRPr>
          </a:p>
        </p:txBody>
      </p:sp>
      <p:sp>
        <p:nvSpPr>
          <p:cNvPr id="12" name="arrow">
            <a:extLst>
              <a:ext uri="{C183D7F6-B498-43B3-948B-1728B52AA6E4}">
                <adec:decorative xmlns:adec="http://schemas.microsoft.com/office/drawing/2017/decorative" val="1"/>
              </a:ext>
            </a:extLst>
          </p:cNvPr>
          <p:cNvSpPr/>
          <p:nvPr/>
        </p:nvSpPr>
        <p:spPr>
          <a:xfrm>
            <a:off x="3352800" y="2926080"/>
            <a:ext cx="2011680" cy="0"/>
          </a:xfrm>
          <a:prstGeom prst="line">
            <a:avLst/>
          </a:prstGeom>
          <a:noFill/>
          <a:ln w="31750">
            <a:solidFill>
              <a:srgbClr val="1A1A1A"/>
            </a:solidFill>
            <a:prstDash val="solid"/>
            <a:tailEnd type="triangle"/>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3" name="arrow">
            <a:extLst>
              <a:ext uri="{C183D7F6-B498-43B3-948B-1728B52AA6E4}">
                <adec:decorative xmlns:adec="http://schemas.microsoft.com/office/drawing/2017/decorative" val="1"/>
              </a:ext>
            </a:extLst>
          </p:cNvPr>
          <p:cNvSpPr/>
          <p:nvPr/>
        </p:nvSpPr>
        <p:spPr>
          <a:xfrm>
            <a:off x="3352800" y="3718560"/>
            <a:ext cx="2011680" cy="0"/>
          </a:xfrm>
          <a:prstGeom prst="line">
            <a:avLst/>
          </a:prstGeom>
          <a:noFill/>
          <a:ln w="31750">
            <a:solidFill>
              <a:srgbClr val="1A1A1A"/>
            </a:solidFill>
            <a:prstDash val="solid"/>
            <a:headEnd type="triangle"/>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4" name="Text 12"/>
          <p:cNvSpPr/>
          <p:nvPr/>
        </p:nvSpPr>
        <p:spPr>
          <a:xfrm>
            <a:off x="3291840" y="3072384"/>
            <a:ext cx="2072640" cy="487680"/>
          </a:xfrm>
          <a:prstGeom prst="rect">
            <a:avLst/>
          </a:prstGeom>
          <a:noFill/>
          <a:ln/>
        </p:spPr>
        <p:txBody>
          <a:bodyPr wrap="square" rtlCol="0" anchor="ctr"/>
          <a:lstStyle/>
          <a:p>
            <a:pPr algn="ctr" defTabSz="1219170" fontAlgn="auto">
              <a:spcBef>
                <a:spcPts val="0"/>
              </a:spcBef>
              <a:spcAft>
                <a:spcPts val="0"/>
              </a:spcAft>
            </a:pPr>
            <a:r>
              <a:rPr lang="en-US" sz="2267" dirty="0">
                <a:solidFill>
                  <a:srgbClr val="1A1A1A"/>
                </a:solidFill>
                <a:latin typeface="Century Gothic" pitchFamily="34" charset="0"/>
                <a:ea typeface="Century Gothic" pitchFamily="34" charset="-122"/>
                <a:cs typeface="Century Gothic" pitchFamily="34" charset="-120"/>
              </a:rPr>
              <a:t>Login</a:t>
            </a:r>
            <a:endParaRPr lang="en-US" sz="2267" dirty="0">
              <a:solidFill>
                <a:prstClr val="black"/>
              </a:solidFill>
              <a:latin typeface="Calibri" panose="020F0502020204030204"/>
              <a:cs typeface="+mn-cs"/>
            </a:endParaRPr>
          </a:p>
        </p:txBody>
      </p:sp>
      <p:sp>
        <p:nvSpPr>
          <p:cNvPr id="15" name="arrow">
            <a:extLst>
              <a:ext uri="{C183D7F6-B498-43B3-948B-1728B52AA6E4}">
                <adec:decorative xmlns:adec="http://schemas.microsoft.com/office/drawing/2017/decorative" val="1"/>
              </a:ext>
            </a:extLst>
          </p:cNvPr>
          <p:cNvSpPr/>
          <p:nvPr/>
        </p:nvSpPr>
        <p:spPr>
          <a:xfrm>
            <a:off x="7620000" y="3962399"/>
            <a:ext cx="2621280" cy="550671"/>
          </a:xfrm>
          <a:prstGeom prst="line">
            <a:avLst/>
          </a:prstGeom>
          <a:noFill/>
          <a:ln w="31750">
            <a:solidFill>
              <a:srgbClr val="1A1A1A"/>
            </a:solidFill>
            <a:prstDash val="solid"/>
            <a:tailEnd type="triangle"/>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6" name="arrow">
            <a:extLst>
              <a:ext uri="{C183D7F6-B498-43B3-948B-1728B52AA6E4}">
                <adec:decorative xmlns:adec="http://schemas.microsoft.com/office/drawing/2017/decorative" val="1"/>
              </a:ext>
            </a:extLst>
          </p:cNvPr>
          <p:cNvSpPr/>
          <p:nvPr/>
        </p:nvSpPr>
        <p:spPr>
          <a:xfrm>
            <a:off x="7620000" y="4630928"/>
            <a:ext cx="2621280" cy="550672"/>
          </a:xfrm>
          <a:prstGeom prst="line">
            <a:avLst/>
          </a:prstGeom>
          <a:noFill/>
          <a:ln w="31750">
            <a:solidFill>
              <a:srgbClr val="1A1A1A"/>
            </a:solidFill>
            <a:prstDash val="solid"/>
            <a:headEnd type="triangle"/>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7" name="Text 15"/>
          <p:cNvSpPr/>
          <p:nvPr/>
        </p:nvSpPr>
        <p:spPr>
          <a:xfrm>
            <a:off x="7498080" y="2926080"/>
            <a:ext cx="3169920" cy="853440"/>
          </a:xfrm>
          <a:prstGeom prst="rect">
            <a:avLst/>
          </a:prstGeom>
          <a:noFill/>
          <a:ln/>
        </p:spPr>
        <p:txBody>
          <a:bodyPr wrap="square" rtlCol="0" anchor="t"/>
          <a:lstStyle/>
          <a:p>
            <a:pPr algn="ctr" defTabSz="1219170" fontAlgn="auto">
              <a:spcBef>
                <a:spcPts val="0"/>
              </a:spcBef>
              <a:spcAft>
                <a:spcPts val="0"/>
              </a:spcAft>
            </a:pPr>
            <a:r>
              <a:rPr lang="en-US" sz="2133" dirty="0">
                <a:solidFill>
                  <a:srgbClr val="1A1A1A"/>
                </a:solidFill>
                <a:latin typeface="Century Gothic" pitchFamily="34" charset="0"/>
                <a:ea typeface="Century Gothic" pitchFamily="34" charset="-122"/>
                <a:cs typeface="Century Gothic" pitchFamily="34" charset="-120"/>
              </a:rPr>
              <a:t>Auth and data</a:t>
            </a:r>
            <a:endParaRPr lang="en-US" sz="2133" dirty="0">
              <a:solidFill>
                <a:prstClr val="black"/>
              </a:solidFill>
              <a:latin typeface="Calibri" panose="020F0502020204030204"/>
              <a:cs typeface="+mn-cs"/>
            </a:endParaRPr>
          </a:p>
          <a:p>
            <a:pPr algn="ctr" defTabSz="1219170" fontAlgn="auto">
              <a:spcBef>
                <a:spcPts val="0"/>
              </a:spcBef>
              <a:spcAft>
                <a:spcPts val="0"/>
              </a:spcAft>
            </a:pPr>
            <a:r>
              <a:rPr lang="en-US" sz="2133" dirty="0">
                <a:solidFill>
                  <a:srgbClr val="1A1A1A"/>
                </a:solidFill>
                <a:latin typeface="Century Gothic" pitchFamily="34" charset="0"/>
                <a:ea typeface="Century Gothic" pitchFamily="34" charset="-122"/>
                <a:cs typeface="Century Gothic" pitchFamily="34" charset="-120"/>
              </a:rPr>
              <a:t>retrieval</a:t>
            </a:r>
            <a:endParaRPr lang="en-US" sz="2133" dirty="0">
              <a:solidFill>
                <a:prstClr val="black"/>
              </a:solidFill>
              <a:latin typeface="Calibri" panose="020F0502020204030204"/>
              <a:cs typeface="+mn-cs"/>
            </a:endParaRPr>
          </a:p>
        </p:txBody>
      </p:sp>
      <p:sp>
        <p:nvSpPr>
          <p:cNvPr id="18" name="callout">
            <a:extLst>
              <a:ext uri="{C183D7F6-B498-43B3-948B-1728B52AA6E4}">
                <adec:decorative xmlns:adec="http://schemas.microsoft.com/office/drawing/2017/decorative" val="1"/>
              </a:ext>
            </a:extLst>
          </p:cNvPr>
          <p:cNvSpPr/>
          <p:nvPr/>
        </p:nvSpPr>
        <p:spPr>
          <a:xfrm>
            <a:off x="7924800" y="1424432"/>
            <a:ext cx="3048000" cy="731520"/>
          </a:xfrm>
          <a:prstGeom prst="roundRect">
            <a:avLst>
              <a:gd name="adj" fmla="val 16667"/>
            </a:avLst>
          </a:prstGeom>
          <a:solidFill>
            <a:srgbClr val="FBE9C6"/>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9" name="Text 17"/>
          <p:cNvSpPr/>
          <p:nvPr/>
        </p:nvSpPr>
        <p:spPr>
          <a:xfrm>
            <a:off x="7924800" y="1402080"/>
            <a:ext cx="3048000" cy="731520"/>
          </a:xfrm>
          <a:prstGeom prst="rect">
            <a:avLst/>
          </a:prstGeom>
          <a:noFill/>
          <a:ln/>
        </p:spPr>
        <p:txBody>
          <a:bodyPr wrap="square" rtlCol="0" anchor="ctr"/>
          <a:lstStyle/>
          <a:p>
            <a:pPr algn="ctr" defTabSz="1219170" fontAlgn="auto">
              <a:spcBef>
                <a:spcPts val="0"/>
              </a:spcBef>
              <a:spcAft>
                <a:spcPts val="0"/>
              </a:spcAft>
            </a:pPr>
            <a:r>
              <a:rPr lang="en-US" sz="2133" dirty="0">
                <a:solidFill>
                  <a:srgbClr val="1A1A1A"/>
                </a:solidFill>
                <a:latin typeface="Century Gothic" pitchFamily="34" charset="0"/>
                <a:ea typeface="Century Gothic" pitchFamily="34" charset="-122"/>
                <a:cs typeface="Century Gothic" pitchFamily="34" charset="-120"/>
              </a:rPr>
              <a:t>SQL injection</a:t>
            </a:r>
            <a:endParaRPr lang="en-US" sz="2133" dirty="0">
              <a:solidFill>
                <a:prstClr val="black"/>
              </a:solidFill>
              <a:latin typeface="Calibri" panose="020F0502020204030204"/>
              <a:cs typeface="+mn-cs"/>
            </a:endParaRPr>
          </a:p>
        </p:txBody>
      </p:sp>
      <p:sp>
        <p:nvSpPr>
          <p:cNvPr id="20" name="callout">
            <a:extLst>
              <a:ext uri="{C183D7F6-B498-43B3-948B-1728B52AA6E4}">
                <adec:decorative xmlns:adec="http://schemas.microsoft.com/office/drawing/2017/decorative" val="1"/>
              </a:ext>
            </a:extLst>
          </p:cNvPr>
          <p:cNvSpPr/>
          <p:nvPr/>
        </p:nvSpPr>
        <p:spPr>
          <a:xfrm>
            <a:off x="772161" y="4832097"/>
            <a:ext cx="3474720" cy="731520"/>
          </a:xfrm>
          <a:prstGeom prst="roundRect">
            <a:avLst>
              <a:gd name="adj" fmla="val 16667"/>
            </a:avLst>
          </a:prstGeom>
          <a:solidFill>
            <a:srgbClr val="FBE9C6"/>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21" name="Text 19"/>
          <p:cNvSpPr/>
          <p:nvPr/>
        </p:nvSpPr>
        <p:spPr>
          <a:xfrm>
            <a:off x="741681" y="4815840"/>
            <a:ext cx="3474720" cy="731520"/>
          </a:xfrm>
          <a:prstGeom prst="rect">
            <a:avLst/>
          </a:prstGeom>
          <a:noFill/>
          <a:ln/>
        </p:spPr>
        <p:txBody>
          <a:bodyPr wrap="square" rtlCol="0" anchor="ctr"/>
          <a:lstStyle/>
          <a:p>
            <a:pPr algn="ctr" defTabSz="1219170" fontAlgn="auto">
              <a:spcBef>
                <a:spcPts val="0"/>
              </a:spcBef>
              <a:spcAft>
                <a:spcPts val="0"/>
              </a:spcAft>
            </a:pPr>
            <a:r>
              <a:rPr lang="en-US" sz="2133" dirty="0">
                <a:solidFill>
                  <a:srgbClr val="1A1A1A"/>
                </a:solidFill>
                <a:latin typeface="Century Gothic" pitchFamily="34" charset="0"/>
                <a:ea typeface="Century Gothic" pitchFamily="34" charset="-122"/>
                <a:cs typeface="Century Gothic" pitchFamily="34" charset="-120"/>
              </a:rPr>
              <a:t>Brute force, dictionary</a:t>
            </a:r>
            <a:endParaRPr lang="en-US" sz="2133" dirty="0">
              <a:solidFill>
                <a:prstClr val="black"/>
              </a:solidFill>
              <a:latin typeface="Calibri" panose="020F0502020204030204"/>
              <a:cs typeface="+mn-cs"/>
            </a:endParaRPr>
          </a:p>
        </p:txBody>
      </p:sp>
      <p:sp>
        <p:nvSpPr>
          <p:cNvPr id="22" name="Text 20"/>
          <p:cNvSpPr/>
          <p:nvPr/>
        </p:nvSpPr>
        <p:spPr>
          <a:xfrm>
            <a:off x="487680" y="5922417"/>
            <a:ext cx="11216640" cy="731520"/>
          </a:xfrm>
          <a:prstGeom prst="rect">
            <a:avLst/>
          </a:prstGeom>
          <a:noFill/>
          <a:ln/>
        </p:spPr>
        <p:txBody>
          <a:bodyPr wrap="square" rtlCol="0" anchor="ctr"/>
          <a:lstStyle/>
          <a:p>
            <a:pPr algn="ctr" defTabSz="1219170" fontAlgn="auto">
              <a:spcBef>
                <a:spcPts val="0"/>
              </a:spcBef>
              <a:spcAft>
                <a:spcPts val="0"/>
              </a:spcAft>
            </a:pPr>
            <a:r>
              <a:rPr lang="en-US" sz="4533" dirty="0">
                <a:solidFill>
                  <a:srgbClr val="1A1A1A"/>
                </a:solidFill>
                <a:latin typeface="Ink Free" pitchFamily="34" charset="0"/>
                <a:ea typeface="Ink Free" pitchFamily="34" charset="-122"/>
                <a:cs typeface="Ink Free" pitchFamily="34" charset="-120"/>
              </a:rPr>
              <a:t>DIAGRAMMING POTENTIAL ATTACKS</a:t>
            </a:r>
            <a:endParaRPr lang="en-US" sz="4533" dirty="0">
              <a:solidFill>
                <a:prstClr val="black"/>
              </a:solidFill>
              <a:latin typeface="Calibri" panose="020F0502020204030204"/>
              <a:cs typeface="+mn-cs"/>
            </a:endParaRPr>
          </a:p>
        </p:txBody>
      </p:sp>
      <p:grpSp>
        <p:nvGrpSpPr>
          <p:cNvPr id="26" name="Group 25">
            <a:extLst>
              <a:ext uri="{FF2B5EF4-FFF2-40B4-BE49-F238E27FC236}">
                <a16:creationId xmlns:a16="http://schemas.microsoft.com/office/drawing/2014/main" id="{304DE118-4ED0-E029-33C7-D28E301251E8}"/>
              </a:ext>
            </a:extLst>
          </p:cNvPr>
          <p:cNvGrpSpPr/>
          <p:nvPr/>
        </p:nvGrpSpPr>
        <p:grpSpPr>
          <a:xfrm>
            <a:off x="7235377" y="2246223"/>
            <a:ext cx="689760" cy="949920"/>
            <a:chOff x="5426533" y="1684667"/>
            <a:chExt cx="517320" cy="712440"/>
          </a:xfrm>
        </p:grpSpPr>
        <mc:AlternateContent xmlns:mc="http://schemas.openxmlformats.org/markup-compatibility/2006" xmlns:p14="http://schemas.microsoft.com/office/powerpoint/2010/main">
          <mc:Choice Requires="p14">
            <p:contentPart p14:bwMode="auto" r:id="rId3">
              <p14:nvContentPartPr>
                <p14:cNvPr id="24" name="Ink 23">
                  <a:extLst>
                    <a:ext uri="{FF2B5EF4-FFF2-40B4-BE49-F238E27FC236}">
                      <a16:creationId xmlns:a16="http://schemas.microsoft.com/office/drawing/2014/main" id="{A37B75D4-BB2F-B44A-1BEE-11B5BD79AB81}"/>
                    </a:ext>
                  </a:extLst>
                </p14:cNvPr>
                <p14:cNvContentPartPr/>
                <p14:nvPr/>
              </p14:nvContentPartPr>
              <p14:xfrm>
                <a:off x="5426533" y="1684667"/>
                <a:ext cx="517320" cy="712440"/>
              </p14:xfrm>
            </p:contentPart>
          </mc:Choice>
          <mc:Fallback xmlns="">
            <p:pic>
              <p:nvPicPr>
                <p:cNvPr id="24" name="Ink 23">
                  <a:extLst>
                    <a:ext uri="{FF2B5EF4-FFF2-40B4-BE49-F238E27FC236}">
                      <a16:creationId xmlns:a16="http://schemas.microsoft.com/office/drawing/2014/main" id="{A37B75D4-BB2F-B44A-1BEE-11B5BD79AB81}"/>
                    </a:ext>
                  </a:extLst>
                </p:cNvPr>
                <p:cNvPicPr/>
                <p:nvPr/>
              </p:nvPicPr>
              <p:blipFill>
                <a:blip r:embed="rId4"/>
                <a:stretch>
                  <a:fillRect/>
                </a:stretch>
              </p:blipFill>
              <p:spPr>
                <a:xfrm>
                  <a:off x="5417533" y="1676027"/>
                  <a:ext cx="534960" cy="730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5" name="Ink 24">
                  <a:extLst>
                    <a:ext uri="{FF2B5EF4-FFF2-40B4-BE49-F238E27FC236}">
                      <a16:creationId xmlns:a16="http://schemas.microsoft.com/office/drawing/2014/main" id="{B01D90FB-FFC3-2E98-4137-7AD051ACAC0A}"/>
                    </a:ext>
                  </a:extLst>
                </p14:cNvPr>
                <p14:cNvContentPartPr/>
                <p14:nvPr/>
              </p14:nvContentPartPr>
              <p14:xfrm>
                <a:off x="5470453" y="2260307"/>
                <a:ext cx="41400" cy="93600"/>
              </p14:xfrm>
            </p:contentPart>
          </mc:Choice>
          <mc:Fallback xmlns="">
            <p:pic>
              <p:nvPicPr>
                <p:cNvPr id="25" name="Ink 24">
                  <a:extLst>
                    <a:ext uri="{FF2B5EF4-FFF2-40B4-BE49-F238E27FC236}">
                      <a16:creationId xmlns:a16="http://schemas.microsoft.com/office/drawing/2014/main" id="{B01D90FB-FFC3-2E98-4137-7AD051ACAC0A}"/>
                    </a:ext>
                  </a:extLst>
                </p:cNvPr>
                <p:cNvPicPr/>
                <p:nvPr/>
              </p:nvPicPr>
              <p:blipFill>
                <a:blip r:embed="rId6"/>
                <a:stretch>
                  <a:fillRect/>
                </a:stretch>
              </p:blipFill>
              <p:spPr>
                <a:xfrm>
                  <a:off x="5461453" y="2251667"/>
                  <a:ext cx="59040" cy="111240"/>
                </a:xfrm>
                <a:prstGeom prst="rect">
                  <a:avLst/>
                </a:prstGeom>
              </p:spPr>
            </p:pic>
          </mc:Fallback>
        </mc:AlternateContent>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Text 2"/>
          <p:cNvSpPr/>
          <p:nvPr/>
        </p:nvSpPr>
        <p:spPr>
          <a:xfrm>
            <a:off x="487680" y="975360"/>
            <a:ext cx="11338560" cy="877824"/>
          </a:xfrm>
          <a:prstGeom prst="rect">
            <a:avLst/>
          </a:prstGeom>
          <a:noFill/>
          <a:ln/>
        </p:spPr>
        <p:txBody>
          <a:bodyPr wrap="square" rtlCol="0" anchor="ctr"/>
          <a:lstStyle/>
          <a:p>
            <a:pPr defTabSz="1219170" fontAlgn="auto">
              <a:spcBef>
                <a:spcPts val="0"/>
              </a:spcBef>
              <a:spcAft>
                <a:spcPts val="0"/>
              </a:spcAft>
            </a:pPr>
            <a:r>
              <a:rPr lang="en-US" sz="5333" b="1" dirty="0">
                <a:solidFill>
                  <a:srgbClr val="1CDDEB"/>
                </a:solidFill>
                <a:latin typeface="Century Gothic" pitchFamily="34" charset="0"/>
                <a:ea typeface="Century Gothic" pitchFamily="34" charset="-122"/>
                <a:cs typeface="Century Gothic" pitchFamily="34" charset="-120"/>
              </a:rPr>
              <a:t>Reduction Analysis</a:t>
            </a:r>
            <a:endParaRPr lang="en-US" sz="5333" dirty="0">
              <a:solidFill>
                <a:prstClr val="black"/>
              </a:solidFill>
              <a:latin typeface="Calibri" panose="020F0502020204030204"/>
              <a:cs typeface="+mn-cs"/>
            </a:endParaRPr>
          </a:p>
        </p:txBody>
      </p:sp>
      <p:sp>
        <p:nvSpPr>
          <p:cNvPr id="5" name="Text 3"/>
          <p:cNvSpPr/>
          <p:nvPr/>
        </p:nvSpPr>
        <p:spPr>
          <a:xfrm>
            <a:off x="426720" y="2062028"/>
            <a:ext cx="11582400" cy="877824"/>
          </a:xfrm>
          <a:prstGeom prst="rect">
            <a:avLst/>
          </a:prstGeom>
          <a:noFill/>
          <a:ln/>
        </p:spPr>
        <p:txBody>
          <a:bodyPr wrap="square" rtlCol="0" anchor="t"/>
          <a:lstStyle/>
          <a:p>
            <a:pPr defTabSz="1219170" fontAlgn="auto">
              <a:lnSpc>
                <a:spcPct val="102000"/>
              </a:lnSpc>
              <a:spcBef>
                <a:spcPts val="0"/>
              </a:spcBef>
              <a:spcAft>
                <a:spcPts val="0"/>
              </a:spcAft>
            </a:pPr>
            <a:r>
              <a:rPr lang="en-US" sz="2133" b="1" dirty="0">
                <a:solidFill>
                  <a:srgbClr val="1A1A1A"/>
                </a:solidFill>
                <a:latin typeface="Century Gothic" pitchFamily="34" charset="0"/>
                <a:ea typeface="Century Gothic" pitchFamily="34" charset="-122"/>
                <a:cs typeface="Century Gothic" pitchFamily="34" charset="-120"/>
              </a:rPr>
              <a:t>Trust Boundaries.</a:t>
            </a:r>
            <a:r>
              <a:rPr lang="en-US" sz="2133" dirty="0">
                <a:solidFill>
                  <a:srgbClr val="1A1A1A"/>
                </a:solidFill>
                <a:latin typeface="Century Gothic" pitchFamily="34" charset="0"/>
                <a:ea typeface="Century Gothic" pitchFamily="34" charset="-122"/>
                <a:cs typeface="Century Gothic" pitchFamily="34" charset="-120"/>
              </a:rPr>
              <a:t> Any location where the level of trust</a:t>
            </a:r>
            <a:endParaRPr lang="en-US" sz="2133" dirty="0">
              <a:solidFill>
                <a:prstClr val="black"/>
              </a:solidFill>
              <a:latin typeface="Calibri" panose="020F0502020204030204"/>
              <a:cs typeface="+mn-cs"/>
            </a:endParaRPr>
          </a:p>
          <a:p>
            <a:pPr defTabSz="1219170" fontAlgn="auto">
              <a:lnSpc>
                <a:spcPct val="102000"/>
              </a:lnSpc>
              <a:spcBef>
                <a:spcPts val="0"/>
              </a:spcBef>
              <a:spcAft>
                <a:spcPts val="0"/>
              </a:spcAft>
            </a:pPr>
            <a:r>
              <a:rPr lang="en-US" sz="2133" dirty="0">
                <a:solidFill>
                  <a:srgbClr val="1A1A1A"/>
                </a:solidFill>
                <a:latin typeface="Century Gothic" pitchFamily="34" charset="0"/>
                <a:ea typeface="Century Gothic" pitchFamily="34" charset="-122"/>
                <a:cs typeface="Century Gothic" pitchFamily="34" charset="-120"/>
              </a:rPr>
              <a:t>or security changes</a:t>
            </a:r>
            <a:endParaRPr lang="en-US" sz="2133" dirty="0">
              <a:solidFill>
                <a:prstClr val="black"/>
              </a:solidFill>
              <a:latin typeface="Calibri" panose="020F0502020204030204"/>
              <a:cs typeface="+mn-cs"/>
            </a:endParaRPr>
          </a:p>
        </p:txBody>
      </p:sp>
      <p:sp>
        <p:nvSpPr>
          <p:cNvPr id="6" name="Text 4"/>
          <p:cNvSpPr/>
          <p:nvPr/>
        </p:nvSpPr>
        <p:spPr>
          <a:xfrm>
            <a:off x="426720" y="2903163"/>
            <a:ext cx="11582400" cy="877824"/>
          </a:xfrm>
          <a:prstGeom prst="rect">
            <a:avLst/>
          </a:prstGeom>
          <a:noFill/>
          <a:ln/>
        </p:spPr>
        <p:txBody>
          <a:bodyPr wrap="square" rtlCol="0" anchor="t"/>
          <a:lstStyle/>
          <a:p>
            <a:pPr defTabSz="1219170" fontAlgn="auto">
              <a:lnSpc>
                <a:spcPct val="102000"/>
              </a:lnSpc>
              <a:spcBef>
                <a:spcPts val="0"/>
              </a:spcBef>
              <a:spcAft>
                <a:spcPts val="0"/>
              </a:spcAft>
            </a:pPr>
            <a:r>
              <a:rPr lang="en-US" sz="2133" b="1" dirty="0">
                <a:solidFill>
                  <a:srgbClr val="1A1A1A"/>
                </a:solidFill>
                <a:latin typeface="Century Gothic" pitchFamily="34" charset="0"/>
                <a:ea typeface="Century Gothic" pitchFamily="34" charset="-122"/>
                <a:cs typeface="Century Gothic" pitchFamily="34" charset="-120"/>
              </a:rPr>
              <a:t>Data Flow Paths.</a:t>
            </a:r>
            <a:r>
              <a:rPr lang="en-US" sz="2133" b="1" dirty="0">
                <a:solidFill>
                  <a:prstClr val="black"/>
                </a:solidFill>
                <a:latin typeface="Calibri" panose="020F0502020204030204"/>
                <a:cs typeface="+mn-cs"/>
              </a:rPr>
              <a:t>  </a:t>
            </a:r>
            <a:r>
              <a:rPr lang="en-US" sz="2133" dirty="0">
                <a:solidFill>
                  <a:srgbClr val="1A1A1A"/>
                </a:solidFill>
                <a:latin typeface="Century Gothic" pitchFamily="34" charset="0"/>
                <a:ea typeface="Century Gothic" pitchFamily="34" charset="-122"/>
                <a:cs typeface="Century Gothic" pitchFamily="34" charset="-120"/>
              </a:rPr>
              <a:t>The movement of data between</a:t>
            </a:r>
            <a:r>
              <a:rPr lang="en-US" sz="2133" dirty="0">
                <a:solidFill>
                  <a:prstClr val="black"/>
                </a:solidFill>
                <a:latin typeface="Calibri" panose="020F0502020204030204"/>
                <a:cs typeface="+mn-cs"/>
              </a:rPr>
              <a:t> </a:t>
            </a:r>
            <a:r>
              <a:rPr lang="en-US" sz="2133" dirty="0">
                <a:solidFill>
                  <a:srgbClr val="1A1A1A"/>
                </a:solidFill>
                <a:latin typeface="Century Gothic" pitchFamily="34" charset="0"/>
                <a:ea typeface="Century Gothic" pitchFamily="34" charset="-122"/>
                <a:cs typeface="Century Gothic" pitchFamily="34" charset="-120"/>
              </a:rPr>
              <a:t>locations</a:t>
            </a:r>
            <a:endParaRPr lang="en-US" sz="2133" dirty="0">
              <a:solidFill>
                <a:prstClr val="black"/>
              </a:solidFill>
              <a:latin typeface="Calibri" panose="020F0502020204030204"/>
              <a:cs typeface="+mn-cs"/>
            </a:endParaRPr>
          </a:p>
        </p:txBody>
      </p:sp>
      <p:sp>
        <p:nvSpPr>
          <p:cNvPr id="7" name="Text 5"/>
          <p:cNvSpPr/>
          <p:nvPr/>
        </p:nvSpPr>
        <p:spPr>
          <a:xfrm>
            <a:off x="426720" y="3487497"/>
            <a:ext cx="11582400" cy="585216"/>
          </a:xfrm>
          <a:prstGeom prst="rect">
            <a:avLst/>
          </a:prstGeom>
          <a:noFill/>
          <a:ln/>
        </p:spPr>
        <p:txBody>
          <a:bodyPr wrap="square" rtlCol="0" anchor="t"/>
          <a:lstStyle/>
          <a:p>
            <a:pPr defTabSz="1219170" fontAlgn="auto">
              <a:lnSpc>
                <a:spcPct val="102000"/>
              </a:lnSpc>
              <a:spcBef>
                <a:spcPts val="0"/>
              </a:spcBef>
              <a:spcAft>
                <a:spcPts val="0"/>
              </a:spcAft>
            </a:pPr>
            <a:r>
              <a:rPr lang="en-US" sz="2133" b="1" dirty="0">
                <a:solidFill>
                  <a:srgbClr val="1A1A1A"/>
                </a:solidFill>
                <a:latin typeface="Century Gothic" pitchFamily="34" charset="0"/>
                <a:ea typeface="Century Gothic" pitchFamily="34" charset="-122"/>
                <a:cs typeface="Century Gothic" pitchFamily="34" charset="-120"/>
              </a:rPr>
              <a:t>Input Points.</a:t>
            </a:r>
            <a:r>
              <a:rPr lang="en-US" sz="2133" b="1" dirty="0">
                <a:solidFill>
                  <a:prstClr val="black"/>
                </a:solidFill>
                <a:latin typeface="Calibri" panose="020F0502020204030204"/>
                <a:cs typeface="+mn-cs"/>
              </a:rPr>
              <a:t>  </a:t>
            </a:r>
            <a:r>
              <a:rPr lang="en-US" sz="2133" dirty="0">
                <a:solidFill>
                  <a:srgbClr val="1A1A1A"/>
                </a:solidFill>
                <a:latin typeface="Century Gothic" pitchFamily="34" charset="0"/>
                <a:ea typeface="Century Gothic" pitchFamily="34" charset="-122"/>
                <a:cs typeface="Century Gothic" pitchFamily="34" charset="-120"/>
              </a:rPr>
              <a:t>Locations where external input is received</a:t>
            </a:r>
            <a:endParaRPr lang="en-US" sz="2133" dirty="0">
              <a:solidFill>
                <a:prstClr val="black"/>
              </a:solidFill>
              <a:latin typeface="Calibri" panose="020F0502020204030204"/>
              <a:cs typeface="+mn-cs"/>
            </a:endParaRPr>
          </a:p>
        </p:txBody>
      </p:sp>
      <p:sp>
        <p:nvSpPr>
          <p:cNvPr id="8" name="Text 6"/>
          <p:cNvSpPr/>
          <p:nvPr/>
        </p:nvSpPr>
        <p:spPr>
          <a:xfrm>
            <a:off x="426720" y="4096512"/>
            <a:ext cx="11582400" cy="877824"/>
          </a:xfrm>
          <a:prstGeom prst="rect">
            <a:avLst/>
          </a:prstGeom>
          <a:noFill/>
          <a:ln/>
        </p:spPr>
        <p:txBody>
          <a:bodyPr wrap="square" rtlCol="0" anchor="t"/>
          <a:lstStyle/>
          <a:p>
            <a:pPr defTabSz="1219170" fontAlgn="auto">
              <a:lnSpc>
                <a:spcPct val="102000"/>
              </a:lnSpc>
              <a:spcBef>
                <a:spcPts val="0"/>
              </a:spcBef>
              <a:spcAft>
                <a:spcPts val="0"/>
              </a:spcAft>
            </a:pPr>
            <a:r>
              <a:rPr lang="en-US" sz="2133" b="1" dirty="0">
                <a:solidFill>
                  <a:srgbClr val="1A1A1A"/>
                </a:solidFill>
                <a:latin typeface="Century Gothic" pitchFamily="34" charset="0"/>
                <a:ea typeface="Century Gothic" pitchFamily="34" charset="-122"/>
                <a:cs typeface="Century Gothic" pitchFamily="34" charset="-120"/>
              </a:rPr>
              <a:t>Privileged Operations.</a:t>
            </a:r>
            <a:r>
              <a:rPr lang="en-US" sz="2133" b="1" dirty="0">
                <a:solidFill>
                  <a:prstClr val="black"/>
                </a:solidFill>
                <a:latin typeface="Calibri" panose="020F0502020204030204"/>
                <a:cs typeface="+mn-cs"/>
              </a:rPr>
              <a:t> </a:t>
            </a:r>
            <a:r>
              <a:rPr lang="en-US" sz="2133" dirty="0">
                <a:solidFill>
                  <a:srgbClr val="1A1A1A"/>
                </a:solidFill>
                <a:latin typeface="Century Gothic" pitchFamily="34" charset="0"/>
                <a:ea typeface="Century Gothic" pitchFamily="34" charset="-122"/>
                <a:cs typeface="Century Gothic" pitchFamily="34" charset="-120"/>
              </a:rPr>
              <a:t>Any activity that requires</a:t>
            </a:r>
            <a:r>
              <a:rPr lang="en-US" sz="2133" dirty="0">
                <a:solidFill>
                  <a:prstClr val="black"/>
                </a:solidFill>
                <a:latin typeface="Calibri" panose="020F0502020204030204"/>
                <a:cs typeface="+mn-cs"/>
              </a:rPr>
              <a:t> </a:t>
            </a:r>
            <a:r>
              <a:rPr lang="en-US" sz="2133" dirty="0">
                <a:solidFill>
                  <a:srgbClr val="1A1A1A"/>
                </a:solidFill>
                <a:latin typeface="Century Gothic" pitchFamily="34" charset="0"/>
                <a:ea typeface="Century Gothic" pitchFamily="34" charset="-122"/>
                <a:cs typeface="Century Gothic" pitchFamily="34" charset="-120"/>
              </a:rPr>
              <a:t>greater privileges than of a standard user account</a:t>
            </a:r>
            <a:endParaRPr lang="en-US" sz="2133" dirty="0">
              <a:solidFill>
                <a:prstClr val="black"/>
              </a:solidFill>
              <a:latin typeface="Calibri" panose="020F0502020204030204"/>
              <a:cs typeface="+mn-cs"/>
            </a:endParaRPr>
          </a:p>
        </p:txBody>
      </p:sp>
      <p:sp>
        <p:nvSpPr>
          <p:cNvPr id="9" name="Text 7"/>
          <p:cNvSpPr/>
          <p:nvPr/>
        </p:nvSpPr>
        <p:spPr>
          <a:xfrm>
            <a:off x="426720" y="5066947"/>
            <a:ext cx="11582400" cy="1280160"/>
          </a:xfrm>
          <a:prstGeom prst="rect">
            <a:avLst/>
          </a:prstGeom>
          <a:noFill/>
          <a:ln/>
        </p:spPr>
        <p:txBody>
          <a:bodyPr wrap="square" rtlCol="0" anchor="t"/>
          <a:lstStyle/>
          <a:p>
            <a:pPr defTabSz="1219170" fontAlgn="auto">
              <a:lnSpc>
                <a:spcPct val="102000"/>
              </a:lnSpc>
              <a:spcBef>
                <a:spcPts val="0"/>
              </a:spcBef>
              <a:spcAft>
                <a:spcPts val="0"/>
              </a:spcAft>
            </a:pPr>
            <a:r>
              <a:rPr lang="en-US" sz="2133" b="1" dirty="0">
                <a:solidFill>
                  <a:srgbClr val="1A1A1A"/>
                </a:solidFill>
                <a:latin typeface="Century Gothic" pitchFamily="34" charset="0"/>
                <a:ea typeface="Century Gothic" pitchFamily="34" charset="-122"/>
                <a:cs typeface="Century Gothic" pitchFamily="34" charset="-120"/>
              </a:rPr>
              <a:t>Details about Security Stance and Approach.</a:t>
            </a:r>
            <a:endParaRPr lang="en-US" sz="2133" dirty="0">
              <a:solidFill>
                <a:prstClr val="black"/>
              </a:solidFill>
              <a:latin typeface="Calibri" panose="020F0502020204030204"/>
              <a:cs typeface="+mn-cs"/>
            </a:endParaRPr>
          </a:p>
          <a:p>
            <a:pPr defTabSz="1219170" fontAlgn="auto">
              <a:lnSpc>
                <a:spcPct val="102000"/>
              </a:lnSpc>
              <a:spcBef>
                <a:spcPts val="0"/>
              </a:spcBef>
              <a:spcAft>
                <a:spcPts val="0"/>
              </a:spcAft>
            </a:pPr>
            <a:r>
              <a:rPr lang="en-US" sz="2133" dirty="0">
                <a:solidFill>
                  <a:srgbClr val="1A1A1A"/>
                </a:solidFill>
                <a:latin typeface="Century Gothic" pitchFamily="34" charset="0"/>
                <a:ea typeface="Century Gothic" pitchFamily="34" charset="-122"/>
                <a:cs typeface="Century Gothic" pitchFamily="34" charset="-120"/>
              </a:rPr>
              <a:t>declaration of security policy, security foundations, and</a:t>
            </a:r>
            <a:endParaRPr lang="en-US" sz="2133" dirty="0">
              <a:solidFill>
                <a:prstClr val="black"/>
              </a:solidFill>
              <a:latin typeface="Calibri" panose="020F0502020204030204"/>
              <a:cs typeface="+mn-cs"/>
            </a:endParaRPr>
          </a:p>
          <a:p>
            <a:pPr defTabSz="1219170" fontAlgn="auto">
              <a:lnSpc>
                <a:spcPct val="102000"/>
              </a:lnSpc>
              <a:spcBef>
                <a:spcPts val="0"/>
              </a:spcBef>
              <a:spcAft>
                <a:spcPts val="0"/>
              </a:spcAft>
            </a:pPr>
            <a:r>
              <a:rPr lang="en-US" sz="2133" dirty="0">
                <a:solidFill>
                  <a:srgbClr val="1A1A1A"/>
                </a:solidFill>
                <a:latin typeface="Century Gothic" pitchFamily="34" charset="0"/>
                <a:ea typeface="Century Gothic" pitchFamily="34" charset="-122"/>
                <a:cs typeface="Century Gothic" pitchFamily="34" charset="-120"/>
              </a:rPr>
              <a:t>security assumptions.</a:t>
            </a:r>
            <a:endParaRPr lang="en-US" sz="2133" dirty="0">
              <a:solidFill>
                <a:prstClr val="black"/>
              </a:solidFill>
              <a:latin typeface="Calibri" panose="020F0502020204030204"/>
              <a:cs typeface="+mn-cs"/>
            </a:endParaRP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53C126F5-7257-6DF8-3349-953C603D5AA5}"/>
                  </a:ext>
                </a:extLst>
              </p14:cNvPr>
              <p14:cNvContentPartPr/>
              <p14:nvPr/>
            </p14:nvContentPartPr>
            <p14:xfrm>
              <a:off x="925297" y="-384177"/>
              <a:ext cx="480" cy="480"/>
            </p14:xfrm>
          </p:contentPart>
        </mc:Choice>
        <mc:Fallback xmlns="">
          <p:pic>
            <p:nvPicPr>
              <p:cNvPr id="12" name="Ink 11">
                <a:extLst>
                  <a:ext uri="{FF2B5EF4-FFF2-40B4-BE49-F238E27FC236}">
                    <a16:creationId xmlns:a16="http://schemas.microsoft.com/office/drawing/2014/main" id="{53C126F5-7257-6DF8-3349-953C603D5AA5}"/>
                  </a:ext>
                </a:extLst>
              </p:cNvPr>
              <p:cNvPicPr/>
              <p:nvPr/>
            </p:nvPicPr>
            <p:blipFill>
              <a:blip r:embed="rId4"/>
              <a:stretch>
                <a:fillRect/>
              </a:stretch>
            </p:blipFill>
            <p:spPr>
              <a:xfrm>
                <a:off x="913297" y="-396177"/>
                <a:ext cx="24000" cy="24000"/>
              </a:xfrm>
              <a:prstGeom prst="rect">
                <a:avLst/>
              </a:prstGeom>
            </p:spPr>
          </p:pic>
        </mc:Fallback>
      </mc:AlternateContent>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THREAT MODELING</a:t>
            </a:r>
            <a:endParaRPr lang="en-US" sz="3200" dirty="0">
              <a:solidFill>
                <a:prstClr val="black"/>
              </a:solidFill>
              <a:latin typeface="Calibri" panose="020F0502020204030204"/>
              <a:cs typeface="+mn-cs"/>
            </a:endParaRPr>
          </a:p>
        </p:txBody>
      </p:sp>
      <p:sp>
        <p:nvSpPr>
          <p:cNvPr id="4" name="Text 2"/>
          <p:cNvSpPr/>
          <p:nvPr/>
        </p:nvSpPr>
        <p:spPr>
          <a:xfrm>
            <a:off x="487680" y="1645920"/>
            <a:ext cx="11216640" cy="2316480"/>
          </a:xfrm>
          <a:prstGeom prst="rect">
            <a:avLst/>
          </a:prstGeom>
          <a:noFill/>
          <a:ln/>
        </p:spPr>
        <p:txBody>
          <a:bodyPr wrap="square" rtlCol="0" anchor="ctr"/>
          <a:lstStyle/>
          <a:p>
            <a:pPr algn="ctr" defTabSz="1219170" fontAlgn="auto">
              <a:lnSpc>
                <a:spcPct val="98000"/>
              </a:lnSpc>
              <a:spcBef>
                <a:spcPts val="0"/>
              </a:spcBef>
              <a:spcAft>
                <a:spcPts val="0"/>
              </a:spcAft>
            </a:pPr>
            <a:r>
              <a:rPr lang="en-US" sz="6400" b="1" dirty="0">
                <a:solidFill>
                  <a:srgbClr val="1CDDEB"/>
                </a:solidFill>
                <a:latin typeface="Century Gothic" pitchFamily="34" charset="0"/>
                <a:ea typeface="Century Gothic" pitchFamily="34" charset="-122"/>
                <a:cs typeface="Century Gothic" pitchFamily="34" charset="-120"/>
              </a:rPr>
              <a:t>Prioritization</a:t>
            </a:r>
            <a:endParaRPr lang="en-US" sz="6400" dirty="0">
              <a:solidFill>
                <a:prstClr val="black"/>
              </a:solidFill>
              <a:latin typeface="Calibri" panose="020F0502020204030204"/>
              <a:cs typeface="+mn-cs"/>
            </a:endParaRPr>
          </a:p>
          <a:p>
            <a:pPr algn="ctr" defTabSz="1219170" fontAlgn="auto">
              <a:lnSpc>
                <a:spcPct val="98000"/>
              </a:lnSpc>
              <a:spcBef>
                <a:spcPts val="0"/>
              </a:spcBef>
              <a:spcAft>
                <a:spcPts val="0"/>
              </a:spcAft>
            </a:pPr>
            <a:r>
              <a:rPr lang="en-US" sz="6400" b="1" dirty="0">
                <a:solidFill>
                  <a:srgbClr val="1CDDEB"/>
                </a:solidFill>
                <a:latin typeface="Century Gothic" pitchFamily="34" charset="0"/>
                <a:ea typeface="Century Gothic" pitchFamily="34" charset="-122"/>
                <a:cs typeface="Century Gothic" pitchFamily="34" charset="-120"/>
              </a:rPr>
              <a:t>and Response</a:t>
            </a:r>
            <a:endParaRPr lang="en-US" sz="6400"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4145280"/>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4389120"/>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733" dirty="0">
                <a:solidFill>
                  <a:srgbClr val="1A1A1A"/>
                </a:solidFill>
                <a:latin typeface="Century Gothic" pitchFamily="34" charset="0"/>
                <a:ea typeface="Century Gothic" pitchFamily="34" charset="-122"/>
                <a:cs typeface="Century Gothic" pitchFamily="34" charset="-120"/>
              </a:rPr>
              <a:t>Then threats are ranked or rated using</a:t>
            </a:r>
            <a:endParaRPr lang="en-US" sz="3733"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733" dirty="0">
                <a:solidFill>
                  <a:srgbClr val="1A1A1A"/>
                </a:solidFill>
                <a:latin typeface="Century Gothic" pitchFamily="34" charset="0"/>
                <a:ea typeface="Century Gothic" pitchFamily="34" charset="-122"/>
                <a:cs typeface="Century Gothic" pitchFamily="34" charset="-120"/>
              </a:rPr>
              <a:t>DREAD, high/medium/low rating, etc.</a:t>
            </a:r>
            <a:endParaRPr lang="en-US" sz="3733" dirty="0">
              <a:solidFill>
                <a:prstClr val="black"/>
              </a:solidFill>
              <a:latin typeface="Calibri" panose="020F0502020204030204"/>
              <a:cs typeface="+mn-c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CONTROLS</a:t>
            </a:r>
            <a:endParaRPr lang="en-US" sz="3200" dirty="0">
              <a:solidFill>
                <a:prstClr val="black"/>
              </a:solidFill>
              <a:latin typeface="Calibri" panose="020F0502020204030204"/>
              <a:cs typeface="+mn-cs"/>
            </a:endParaRPr>
          </a:p>
        </p:txBody>
      </p:sp>
      <p:sp>
        <p:nvSpPr>
          <p:cNvPr id="4" name="Text 2"/>
          <p:cNvSpPr/>
          <p:nvPr/>
        </p:nvSpPr>
        <p:spPr>
          <a:xfrm>
            <a:off x="487680" y="2011680"/>
            <a:ext cx="11216640" cy="1463040"/>
          </a:xfrm>
          <a:prstGeom prst="rect">
            <a:avLst/>
          </a:prstGeom>
          <a:noFill/>
          <a:ln/>
        </p:spPr>
        <p:txBody>
          <a:bodyPr wrap="square" rtlCol="0" anchor="ctr"/>
          <a:lstStyle/>
          <a:p>
            <a:pPr algn="ctr" defTabSz="1219170" fontAlgn="auto">
              <a:lnSpc>
                <a:spcPct val="98000"/>
              </a:lnSpc>
              <a:spcBef>
                <a:spcPts val="0"/>
              </a:spcBef>
              <a:spcAft>
                <a:spcPts val="0"/>
              </a:spcAft>
            </a:pPr>
            <a:r>
              <a:rPr lang="en-US" sz="7733" b="1" dirty="0">
                <a:solidFill>
                  <a:srgbClr val="1CDDEB"/>
                </a:solidFill>
                <a:latin typeface="Century Gothic" pitchFamily="34" charset="0"/>
                <a:ea typeface="Century Gothic" pitchFamily="34" charset="-122"/>
                <a:cs typeface="Century Gothic" pitchFamily="34" charset="-120"/>
              </a:rPr>
              <a:t>Security Controls</a:t>
            </a:r>
            <a:endParaRPr lang="en-US" sz="77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877056"/>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333" dirty="0">
                <a:solidFill>
                  <a:srgbClr val="1A1A1A"/>
                </a:solidFill>
                <a:latin typeface="Century Gothic" pitchFamily="34" charset="0"/>
                <a:ea typeface="Century Gothic" pitchFamily="34" charset="-122"/>
                <a:cs typeface="Century Gothic" pitchFamily="34" charset="-120"/>
              </a:rPr>
              <a:t>Security measures for countering and</a:t>
            </a:r>
            <a:endParaRPr lang="en-US" sz="3333"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333" dirty="0">
                <a:solidFill>
                  <a:srgbClr val="1A1A1A"/>
                </a:solidFill>
                <a:latin typeface="Century Gothic" pitchFamily="34" charset="0"/>
                <a:ea typeface="Century Gothic" pitchFamily="34" charset="-122"/>
                <a:cs typeface="Century Gothic" pitchFamily="34" charset="-120"/>
              </a:rPr>
              <a:t>minimizing loss or unavailability of</a:t>
            </a:r>
            <a:endParaRPr lang="en-US" sz="3333"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333" dirty="0">
                <a:solidFill>
                  <a:srgbClr val="1A1A1A"/>
                </a:solidFill>
                <a:latin typeface="Century Gothic" pitchFamily="34" charset="0"/>
                <a:ea typeface="Century Gothic" pitchFamily="34" charset="-122"/>
                <a:cs typeface="Century Gothic" pitchFamily="34" charset="-120"/>
              </a:rPr>
              <a:t>services or apps due to vulnerabilities</a:t>
            </a:r>
            <a:endParaRPr lang="en-US" sz="3333" dirty="0">
              <a:solidFill>
                <a:prstClr val="black"/>
              </a:solidFill>
              <a:latin typeface="Calibri" panose="020F0502020204030204"/>
              <a:cs typeface="+mn-c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CONTROLS</a:t>
            </a:r>
            <a:endParaRPr lang="en-US" sz="3200" dirty="0">
              <a:solidFill>
                <a:prstClr val="black"/>
              </a:solidFill>
              <a:latin typeface="Calibri" panose="020F0502020204030204"/>
              <a:cs typeface="+mn-cs"/>
            </a:endParaRPr>
          </a:p>
        </p:txBody>
      </p:sp>
      <p:sp>
        <p:nvSpPr>
          <p:cNvPr id="4" name="Text 2"/>
          <p:cNvSpPr/>
          <p:nvPr/>
        </p:nvSpPr>
        <p:spPr>
          <a:xfrm>
            <a:off x="487680" y="2011680"/>
            <a:ext cx="11216640" cy="1463040"/>
          </a:xfrm>
          <a:prstGeom prst="rect">
            <a:avLst/>
          </a:prstGeom>
          <a:noFill/>
          <a:ln/>
        </p:spPr>
        <p:txBody>
          <a:bodyPr wrap="square" rtlCol="0" anchor="ctr"/>
          <a:lstStyle/>
          <a:p>
            <a:pPr algn="ctr" defTabSz="1219170" fontAlgn="auto">
              <a:lnSpc>
                <a:spcPct val="98000"/>
              </a:lnSpc>
              <a:spcBef>
                <a:spcPts val="0"/>
              </a:spcBef>
              <a:spcAft>
                <a:spcPts val="0"/>
              </a:spcAft>
            </a:pPr>
            <a:r>
              <a:rPr lang="en-US" sz="7733" b="1" dirty="0">
                <a:solidFill>
                  <a:srgbClr val="1CDDEB"/>
                </a:solidFill>
                <a:latin typeface="Century Gothic" pitchFamily="34" charset="0"/>
                <a:ea typeface="Century Gothic" pitchFamily="34" charset="-122"/>
                <a:cs typeface="Century Gothic" pitchFamily="34" charset="-120"/>
              </a:rPr>
              <a:t>Security Controls</a:t>
            </a:r>
            <a:endParaRPr lang="en-US" sz="77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877056"/>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3600" dirty="0">
                <a:solidFill>
                  <a:srgbClr val="1A1A1A"/>
                </a:solidFill>
                <a:latin typeface="Century Gothic" pitchFamily="34" charset="0"/>
                <a:ea typeface="Century Gothic" pitchFamily="34" charset="-122"/>
                <a:cs typeface="Century Gothic" pitchFamily="34" charset="-120"/>
              </a:rPr>
              <a:t>The terms </a:t>
            </a:r>
            <a:r>
              <a:rPr lang="en-US" sz="3600" b="1" dirty="0">
                <a:solidFill>
                  <a:srgbClr val="1A1A1A"/>
                </a:solidFill>
                <a:latin typeface="Century Gothic" pitchFamily="34" charset="0"/>
                <a:ea typeface="Century Gothic" pitchFamily="34" charset="-122"/>
                <a:cs typeface="Century Gothic" pitchFamily="34" charset="-120"/>
              </a:rPr>
              <a:t>safeguards</a:t>
            </a:r>
            <a:r>
              <a:rPr lang="en-US" sz="3600" dirty="0">
                <a:solidFill>
                  <a:srgbClr val="1A1A1A"/>
                </a:solidFill>
                <a:latin typeface="Century Gothic" pitchFamily="34" charset="0"/>
                <a:ea typeface="Century Gothic" pitchFamily="34" charset="-122"/>
                <a:cs typeface="Century Gothic" pitchFamily="34" charset="-120"/>
              </a:rPr>
              <a:t> and
</a:t>
            </a:r>
            <a:r>
              <a:rPr lang="en-US" sz="3600" b="1" dirty="0">
                <a:solidFill>
                  <a:srgbClr val="1A1A1A"/>
                </a:solidFill>
                <a:latin typeface="Century Gothic" pitchFamily="34" charset="0"/>
                <a:ea typeface="Century Gothic" pitchFamily="34" charset="-122"/>
                <a:cs typeface="Century Gothic" pitchFamily="34" charset="-120"/>
              </a:rPr>
              <a:t>countermeasure</a:t>
            </a:r>
            <a:r>
              <a:rPr lang="en-US" sz="3600" dirty="0">
                <a:solidFill>
                  <a:srgbClr val="1A1A1A"/>
                </a:solidFill>
                <a:latin typeface="Century Gothic" pitchFamily="34" charset="0"/>
                <a:ea typeface="Century Gothic" pitchFamily="34" charset="-122"/>
                <a:cs typeface="Century Gothic" pitchFamily="34" charset="-120"/>
              </a:rPr>
              <a:t> may seem to</a:t>
            </a:r>
            <a:endParaRPr lang="en-US" sz="3600" dirty="0">
              <a:solidFill>
                <a:prstClr val="black"/>
              </a:solidFill>
              <a:latin typeface="Calibri" panose="020F0502020204030204"/>
              <a:cs typeface="+mn-cs"/>
            </a:endParaRPr>
          </a:p>
          <a:p>
            <a:pPr algn="ctr" defTabSz="1219170" fontAlgn="auto">
              <a:lnSpc>
                <a:spcPct val="105000"/>
              </a:lnSpc>
              <a:spcBef>
                <a:spcPts val="0"/>
              </a:spcBef>
              <a:spcAft>
                <a:spcPts val="0"/>
              </a:spcAft>
            </a:pPr>
            <a:r>
              <a:rPr lang="en-US" sz="3600" dirty="0">
                <a:solidFill>
                  <a:srgbClr val="1A1A1A"/>
                </a:solidFill>
                <a:latin typeface="Century Gothic" pitchFamily="34" charset="0"/>
                <a:ea typeface="Century Gothic" pitchFamily="34" charset="-122"/>
                <a:cs typeface="Century Gothic" pitchFamily="34" charset="-120"/>
              </a:rPr>
              <a:t>be used interchangeably</a:t>
            </a:r>
            <a:endParaRPr lang="en-US" sz="3600" dirty="0">
              <a:solidFill>
                <a:prstClr val="black"/>
              </a:solidFill>
              <a:latin typeface="Calibri" panose="020F0502020204030204"/>
              <a:cs typeface="+mn-cs"/>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CONTROLS</a:t>
            </a:r>
            <a:endParaRPr lang="en-US" sz="3200" dirty="0">
              <a:solidFill>
                <a:prstClr val="black"/>
              </a:solidFill>
              <a:latin typeface="Calibri" panose="020F0502020204030204"/>
              <a:cs typeface="+mn-cs"/>
            </a:endParaRPr>
          </a:p>
        </p:txBody>
      </p:sp>
      <p:sp>
        <p:nvSpPr>
          <p:cNvPr id="4" name="Text 2"/>
          <p:cNvSpPr/>
          <p:nvPr/>
        </p:nvSpPr>
        <p:spPr>
          <a:xfrm>
            <a:off x="487680" y="2011680"/>
            <a:ext cx="11216640" cy="1463040"/>
          </a:xfrm>
          <a:prstGeom prst="rect">
            <a:avLst/>
          </a:prstGeom>
          <a:noFill/>
          <a:ln/>
        </p:spPr>
        <p:txBody>
          <a:bodyPr wrap="square" rtlCol="0" anchor="ctr"/>
          <a:lstStyle/>
          <a:p>
            <a:pPr algn="ctr" defTabSz="1219170" fontAlgn="auto">
              <a:lnSpc>
                <a:spcPct val="98000"/>
              </a:lnSpc>
              <a:spcBef>
                <a:spcPts val="0"/>
              </a:spcBef>
              <a:spcAft>
                <a:spcPts val="0"/>
              </a:spcAft>
            </a:pPr>
            <a:r>
              <a:rPr lang="en-US" sz="7733" b="1" dirty="0">
                <a:solidFill>
                  <a:srgbClr val="1CDDEB"/>
                </a:solidFill>
                <a:latin typeface="Century Gothic" pitchFamily="34" charset="0"/>
                <a:ea typeface="Century Gothic" pitchFamily="34" charset="-122"/>
                <a:cs typeface="Century Gothic" pitchFamily="34" charset="-120"/>
              </a:rPr>
              <a:t>Security Controls</a:t>
            </a:r>
            <a:endParaRPr lang="en-US" sz="7733" dirty="0">
              <a:solidFill>
                <a:prstClr val="black"/>
              </a:solidFill>
              <a:latin typeface="Calibri" panose="020F0502020204030204"/>
              <a:cs typeface="+mn-cs"/>
            </a:endParaRPr>
          </a:p>
        </p:txBody>
      </p:sp>
      <p:sp>
        <p:nvSpPr>
          <p:cNvPr id="5" name="rule">
            <a:extLst>
              <a:ext uri="{C183D7F6-B498-43B3-948B-1728B52AA6E4}">
                <adec:decorative xmlns:adec="http://schemas.microsoft.com/office/drawing/2017/decorative" val="1"/>
              </a:ext>
            </a:extLst>
          </p:cNvPr>
          <p:cNvSpPr/>
          <p:nvPr/>
        </p:nvSpPr>
        <p:spPr>
          <a:xfrm>
            <a:off x="2072640" y="3633216"/>
            <a:ext cx="8046720" cy="0"/>
          </a:xfrm>
          <a:prstGeom prst="line">
            <a:avLst/>
          </a:prstGeom>
          <a:noFill/>
          <a:ln w="38100">
            <a:solidFill>
              <a:srgbClr val="1A1A1A"/>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87680" y="3877056"/>
            <a:ext cx="11216640" cy="1828800"/>
          </a:xfrm>
          <a:prstGeom prst="rect">
            <a:avLst/>
          </a:prstGeom>
          <a:noFill/>
          <a:ln/>
        </p:spPr>
        <p:txBody>
          <a:bodyPr wrap="square" rtlCol="0" anchor="t"/>
          <a:lstStyle/>
          <a:p>
            <a:pPr algn="ctr" defTabSz="1219170" fontAlgn="auto">
              <a:lnSpc>
                <a:spcPct val="105000"/>
              </a:lnSpc>
              <a:spcBef>
                <a:spcPts val="0"/>
              </a:spcBef>
              <a:spcAft>
                <a:spcPts val="0"/>
              </a:spcAft>
            </a:pPr>
            <a:r>
              <a:rPr lang="en-US" sz="4000" b="1" dirty="0">
                <a:solidFill>
                  <a:srgbClr val="F39B12"/>
                </a:solidFill>
                <a:latin typeface="Century Gothic" pitchFamily="34" charset="0"/>
                <a:ea typeface="Century Gothic" pitchFamily="34" charset="-122"/>
                <a:cs typeface="Century Gothic" pitchFamily="34" charset="-120"/>
              </a:rPr>
              <a:t>safeguards</a:t>
            </a:r>
            <a:r>
              <a:rPr lang="en-US" sz="4000" dirty="0">
                <a:solidFill>
                  <a:srgbClr val="1A1A1A"/>
                </a:solidFill>
                <a:latin typeface="Century Gothic" pitchFamily="34" charset="0"/>
                <a:ea typeface="Century Gothic" pitchFamily="34" charset="-122"/>
                <a:cs typeface="Century Gothic" pitchFamily="34" charset="-120"/>
              </a:rPr>
              <a:t> are </a:t>
            </a:r>
            <a:r>
              <a:rPr lang="en-US" sz="4000" b="1" dirty="0">
                <a:solidFill>
                  <a:srgbClr val="1A1A1A"/>
                </a:solidFill>
                <a:latin typeface="Century Gothic" pitchFamily="34" charset="0"/>
                <a:ea typeface="Century Gothic" pitchFamily="34" charset="-122"/>
                <a:cs typeface="Century Gothic" pitchFamily="34" charset="-120"/>
              </a:rPr>
              <a:t>proactive</a:t>
            </a:r>
            <a:r>
              <a:rPr lang="en-US" sz="4000" dirty="0">
                <a:solidFill>
                  <a:srgbClr val="1A1A1A"/>
                </a:solidFill>
                <a:latin typeface="Century Gothic" pitchFamily="34" charset="0"/>
                <a:ea typeface="Century Gothic" pitchFamily="34" charset="-122"/>
                <a:cs typeface="Century Gothic" pitchFamily="34" charset="-120"/>
              </a:rPr>
              <a:t>
</a:t>
            </a:r>
            <a:r>
              <a:rPr lang="en-US" sz="4000" b="1" dirty="0">
                <a:solidFill>
                  <a:srgbClr val="F39B12"/>
                </a:solidFill>
                <a:latin typeface="Century Gothic" pitchFamily="34" charset="0"/>
                <a:ea typeface="Century Gothic" pitchFamily="34" charset="-122"/>
                <a:cs typeface="Century Gothic" pitchFamily="34" charset="-120"/>
              </a:rPr>
              <a:t>countermeasure</a:t>
            </a:r>
            <a:r>
              <a:rPr lang="en-US" sz="4000" dirty="0">
                <a:solidFill>
                  <a:srgbClr val="1A1A1A"/>
                </a:solidFill>
                <a:latin typeface="Century Gothic" pitchFamily="34" charset="0"/>
                <a:ea typeface="Century Gothic" pitchFamily="34" charset="-122"/>
                <a:cs typeface="Century Gothic" pitchFamily="34" charset="-120"/>
              </a:rPr>
              <a:t> are </a:t>
            </a:r>
            <a:r>
              <a:rPr lang="en-US" sz="4000" b="1" dirty="0">
                <a:solidFill>
                  <a:srgbClr val="1A1A1A"/>
                </a:solidFill>
                <a:latin typeface="Century Gothic" pitchFamily="34" charset="0"/>
                <a:ea typeface="Century Gothic" pitchFamily="34" charset="-122"/>
                <a:cs typeface="Century Gothic" pitchFamily="34" charset="-120"/>
              </a:rPr>
              <a:t>reactive</a:t>
            </a:r>
            <a:endParaRPr lang="en-US" sz="4000" dirty="0">
              <a:solidFill>
                <a:prstClr val="black"/>
              </a:solidFill>
              <a:latin typeface="Calibri" panose="020F0502020204030204"/>
              <a:cs typeface="+mn-cs"/>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1062C-2F6B-265E-4E10-288B41AED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57D3C-F495-AD48-F038-0B6D4FE14567}"/>
              </a:ext>
            </a:extLst>
          </p:cNvPr>
          <p:cNvSpPr>
            <a:spLocks noGrp="1"/>
          </p:cNvSpPr>
          <p:nvPr>
            <p:ph type="title"/>
          </p:nvPr>
        </p:nvSpPr>
        <p:spPr>
          <a:xfrm>
            <a:off x="4965430" y="629268"/>
            <a:ext cx="6586491" cy="1286160"/>
          </a:xfrm>
        </p:spPr>
        <p:txBody>
          <a:bodyPr anchor="b">
            <a:normAutofit/>
          </a:bodyPr>
          <a:lstStyle/>
          <a:p>
            <a:r>
              <a:rPr lang="en-US" dirty="0"/>
              <a:t>Control Types</a:t>
            </a:r>
          </a:p>
        </p:txBody>
      </p:sp>
      <p:sp>
        <p:nvSpPr>
          <p:cNvPr id="3" name="Content Placeholder 2">
            <a:extLst>
              <a:ext uri="{FF2B5EF4-FFF2-40B4-BE49-F238E27FC236}">
                <a16:creationId xmlns:a16="http://schemas.microsoft.com/office/drawing/2014/main" id="{5945C5D0-555F-3C36-1C16-44AE1BEAFC0A}"/>
              </a:ext>
            </a:extLst>
          </p:cNvPr>
          <p:cNvSpPr>
            <a:spLocks noGrp="1"/>
          </p:cNvSpPr>
          <p:nvPr>
            <p:ph idx="1"/>
          </p:nvPr>
        </p:nvSpPr>
        <p:spPr>
          <a:xfrm>
            <a:off x="4965431" y="2438400"/>
            <a:ext cx="6586489" cy="3785419"/>
          </a:xfrm>
        </p:spPr>
        <p:txBody>
          <a:bodyPr>
            <a:normAutofit/>
          </a:bodyPr>
          <a:lstStyle/>
          <a:p>
            <a:pPr marR="0" rtl="0"/>
            <a:r>
              <a:rPr lang="en-US" sz="2000" b="0" i="0" u="none" strike="noStrike" baseline="0" dirty="0">
                <a:highlight>
                  <a:srgbClr val="FFFFFF"/>
                </a:highlight>
                <a:latin typeface="Arial" panose="020B0604020202020204" pitchFamily="34" charset="0"/>
              </a:rPr>
              <a:t>In order to be sure of the control type, you need to clearly </a:t>
            </a:r>
            <a:r>
              <a:rPr lang="en-US" sz="2000" b="0" i="0" u="none" strike="noStrike" baseline="0" dirty="0">
                <a:highlight>
                  <a:srgbClr val="FFFF00"/>
                </a:highlight>
                <a:latin typeface="Arial" panose="020B0604020202020204" pitchFamily="34" charset="0"/>
              </a:rPr>
              <a:t>understand the context</a:t>
            </a:r>
            <a:r>
              <a:rPr lang="en-US" sz="2000" b="0" i="0" u="none" strike="noStrike" baseline="0" dirty="0">
                <a:highlight>
                  <a:srgbClr val="FFFFFF"/>
                </a:highlight>
                <a:latin typeface="Arial" panose="020B0604020202020204" pitchFamily="34" charset="0"/>
              </a:rPr>
              <a:t>.</a:t>
            </a:r>
          </a:p>
          <a:p>
            <a:pPr marR="0" rtl="0"/>
            <a:endParaRPr lang="en-US" sz="2000" b="0" i="0" u="none" strike="noStrike" baseline="0" dirty="0">
              <a:latin typeface="Times New Roman" panose="02020603050405020304" pitchFamily="18" charset="0"/>
            </a:endParaRPr>
          </a:p>
          <a:p>
            <a:endParaRPr lang="en-US" sz="2000" dirty="0"/>
          </a:p>
        </p:txBody>
      </p:sp>
      <p:pic>
        <p:nvPicPr>
          <p:cNvPr id="7" name="Picture 5" descr="A question mark of a typewriter type bar">
            <a:extLst>
              <a:ext uri="{FF2B5EF4-FFF2-40B4-BE49-F238E27FC236}">
                <a16:creationId xmlns:a16="http://schemas.microsoft.com/office/drawing/2014/main" id="{A055224C-A621-ACA7-8B5B-4BF11D8ED842}"/>
              </a:ext>
            </a:extLst>
          </p:cNvPr>
          <p:cNvPicPr>
            <a:picLocks noChangeAspect="1"/>
          </p:cNvPicPr>
          <p:nvPr/>
        </p:nvPicPr>
        <p:blipFill rotWithShape="1">
          <a:blip r:embed="rId2"/>
          <a:srcRect l="42073" r="12808" b="-1"/>
          <a:stretch/>
        </p:blipFill>
        <p:spPr>
          <a:xfrm>
            <a:off x="20" y="10"/>
            <a:ext cx="4635571" cy="6857990"/>
          </a:xfrm>
          <a:prstGeom prst="rect">
            <a:avLst/>
          </a:prstGeom>
          <a:effectLst/>
        </p:spPr>
      </p:pic>
      <p:sp>
        <p:nvSpPr>
          <p:cNvPr id="4" name="Slide Number Placeholder 3">
            <a:extLst>
              <a:ext uri="{FF2B5EF4-FFF2-40B4-BE49-F238E27FC236}">
                <a16:creationId xmlns:a16="http://schemas.microsoft.com/office/drawing/2014/main" id="{B279B5C8-A442-E3A9-62C8-4A173084CB82}"/>
              </a:ext>
            </a:extLst>
          </p:cNvPr>
          <p:cNvSpPr>
            <a:spLocks noGrp="1"/>
          </p:cNvSpPr>
          <p:nvPr>
            <p:ph type="sldNum" sz="quarter" idx="12"/>
          </p:nvPr>
        </p:nvSpPr>
        <p:spPr>
          <a:xfrm>
            <a:off x="10167042" y="6356350"/>
            <a:ext cx="1186758"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5E43E96E-F1A9-4EF5-B2C9-961A48B39CF1}" type="slidenum">
              <a:rPr kumimoji="0" lang="en-US" sz="1200" b="0" i="0" u="none" strike="noStrike" kern="1200" cap="none" spc="0" normalizeH="0" baseline="0" noProof="0" smtClean="0">
                <a:ln>
                  <a:noFill/>
                </a:ln>
                <a:solidFill>
                  <a:prstClr val="black">
                    <a:tint val="75000"/>
                  </a:prstClr>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ts val="600"/>
                </a:spcAft>
                <a:buClrTx/>
                <a:buSzTx/>
                <a:buFontTx/>
                <a:buNone/>
                <a:tabLst/>
                <a:defRPr/>
              </a:pPr>
              <a:t>101</a:t>
            </a:fld>
            <a:endParaRPr kumimoji="0" lang="en-US" sz="1200" b="0" i="0" u="none" strike="noStrike" kern="1200" cap="none" spc="0" normalizeH="0" baseline="0" noProof="0">
              <a:ln>
                <a:noFill/>
              </a:ln>
              <a:solidFill>
                <a:prstClr val="black">
                  <a:tint val="75000"/>
                </a:prstClr>
              </a:solidFill>
              <a:effectLst/>
              <a:uLnTx/>
              <a:uFillTx/>
              <a:latin typeface="Arial" charset="0"/>
              <a:ea typeface="+mn-ea"/>
              <a:cs typeface="Arial" charset="0"/>
            </a:endParaRPr>
          </a:p>
        </p:txBody>
      </p:sp>
    </p:spTree>
    <p:extLst>
      <p:ext uri="{BB962C8B-B14F-4D97-AF65-F5344CB8AC3E}">
        <p14:creationId xmlns:p14="http://schemas.microsoft.com/office/powerpoint/2010/main" val="13642997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SECURITY CONTROLS</a:t>
            </a:r>
            <a:endParaRPr lang="en-US" sz="3200" dirty="0">
              <a:solidFill>
                <a:prstClr val="black"/>
              </a:solidFill>
              <a:latin typeface="Calibri" panose="020F0502020204030204"/>
              <a:cs typeface="+mn-cs"/>
            </a:endParaRPr>
          </a:p>
        </p:txBody>
      </p:sp>
      <p:sp>
        <p:nvSpPr>
          <p:cNvPr id="4" name="Text 2"/>
          <p:cNvSpPr/>
          <p:nvPr/>
        </p:nvSpPr>
        <p:spPr>
          <a:xfrm>
            <a:off x="487680" y="950976"/>
            <a:ext cx="11338560" cy="877824"/>
          </a:xfrm>
          <a:prstGeom prst="rect">
            <a:avLst/>
          </a:prstGeom>
          <a:noFill/>
          <a:ln/>
        </p:spPr>
        <p:txBody>
          <a:bodyPr wrap="square" rtlCol="0" anchor="ctr"/>
          <a:lstStyle/>
          <a:p>
            <a:pPr defTabSz="1219170" fontAlgn="auto">
              <a:spcBef>
                <a:spcPts val="0"/>
              </a:spcBef>
              <a:spcAft>
                <a:spcPts val="0"/>
              </a:spcAft>
            </a:pPr>
            <a:r>
              <a:rPr lang="en-US" sz="5333" b="1" dirty="0">
                <a:solidFill>
                  <a:srgbClr val="1CDDEB"/>
                </a:solidFill>
                <a:latin typeface="Century Gothic" pitchFamily="34" charset="0"/>
                <a:ea typeface="Century Gothic" pitchFamily="34" charset="-122"/>
                <a:cs typeface="Century Gothic" pitchFamily="34" charset="-120"/>
              </a:rPr>
              <a:t>Control Categories</a:t>
            </a:r>
            <a:endParaRPr lang="en-US" sz="5333" dirty="0">
              <a:solidFill>
                <a:prstClr val="black"/>
              </a:solidFill>
              <a:latin typeface="Calibri" panose="020F0502020204030204"/>
              <a:cs typeface="+mn-cs"/>
            </a:endParaRPr>
          </a:p>
        </p:txBody>
      </p:sp>
      <p:sp>
        <p:nvSpPr>
          <p:cNvPr id="5" name="Text 3"/>
          <p:cNvSpPr/>
          <p:nvPr/>
        </p:nvSpPr>
        <p:spPr>
          <a:xfrm>
            <a:off x="487680" y="1828800"/>
            <a:ext cx="11460480" cy="609600"/>
          </a:xfrm>
          <a:prstGeom prst="rect">
            <a:avLst/>
          </a:prstGeom>
          <a:noFill/>
          <a:ln/>
        </p:spPr>
        <p:txBody>
          <a:bodyPr wrap="square" rtlCol="0" anchor="ctr"/>
          <a:lstStyle/>
          <a:p>
            <a:pPr defTabSz="1219170" fontAlgn="auto">
              <a:spcBef>
                <a:spcPts val="0"/>
              </a:spcBef>
              <a:spcAft>
                <a:spcPts val="0"/>
              </a:spcAft>
            </a:pPr>
            <a:r>
              <a:rPr lang="en-US" sz="2933" dirty="0">
                <a:solidFill>
                  <a:srgbClr val="1A1A1A"/>
                </a:solidFill>
                <a:latin typeface="Century Gothic" pitchFamily="34" charset="0"/>
                <a:ea typeface="Century Gothic" pitchFamily="34" charset="-122"/>
                <a:cs typeface="Century Gothic" pitchFamily="34" charset="-120"/>
              </a:rPr>
              <a:t>There are three categories of security controls:</a:t>
            </a:r>
            <a:endParaRPr lang="en-US" sz="2933" dirty="0">
              <a:solidFill>
                <a:prstClr val="black"/>
              </a:solidFill>
              <a:latin typeface="Calibri" panose="020F0502020204030204"/>
              <a:cs typeface="+mn-cs"/>
            </a:endParaRPr>
          </a:p>
        </p:txBody>
      </p:sp>
      <p:sp>
        <p:nvSpPr>
          <p:cNvPr id="6" name="Text 4"/>
          <p:cNvSpPr/>
          <p:nvPr/>
        </p:nvSpPr>
        <p:spPr>
          <a:xfrm>
            <a:off x="487680" y="2621280"/>
            <a:ext cx="11582400" cy="1036320"/>
          </a:xfrm>
          <a:prstGeom prst="rect">
            <a:avLst/>
          </a:prstGeom>
          <a:noFill/>
          <a:ln/>
        </p:spPr>
        <p:txBody>
          <a:bodyPr wrap="square" rtlCol="0" anchor="t"/>
          <a:lstStyle/>
          <a:p>
            <a:pPr defTabSz="1219170" fontAlgn="auto">
              <a:lnSpc>
                <a:spcPct val="102000"/>
              </a:lnSpc>
              <a:spcBef>
                <a:spcPts val="0"/>
              </a:spcBef>
              <a:spcAft>
                <a:spcPts val="0"/>
              </a:spcAft>
            </a:pPr>
            <a:r>
              <a:rPr lang="en-US" sz="2133" b="1" dirty="0">
                <a:solidFill>
                  <a:srgbClr val="1A1A1A"/>
                </a:solidFill>
                <a:latin typeface="Century Gothic" pitchFamily="34" charset="0"/>
                <a:ea typeface="Century Gothic" pitchFamily="34" charset="-122"/>
                <a:cs typeface="Century Gothic" pitchFamily="34" charset="-120"/>
              </a:rPr>
              <a:t>Technical.</a:t>
            </a:r>
            <a:r>
              <a:rPr lang="en-US" sz="2400" b="1" dirty="0">
                <a:solidFill>
                  <a:prstClr val="black"/>
                </a:solidFill>
                <a:latin typeface="Calibri" panose="020F0502020204030204"/>
                <a:cs typeface="+mn-cs"/>
              </a:rPr>
              <a:t>  </a:t>
            </a:r>
            <a:r>
              <a:rPr lang="en-US" sz="2400" dirty="0">
                <a:solidFill>
                  <a:srgbClr val="1A1A1A"/>
                </a:solidFill>
                <a:latin typeface="Century Gothic" pitchFamily="34" charset="0"/>
                <a:ea typeface="Century Gothic" pitchFamily="34" charset="-122"/>
                <a:cs typeface="Century Gothic" pitchFamily="34" charset="-120"/>
              </a:rPr>
              <a:t>aka “logical”, involves the hardware or</a:t>
            </a:r>
            <a:endParaRPr lang="en-US" sz="2400" dirty="0">
              <a:solidFill>
                <a:prstClr val="black"/>
              </a:solidFill>
              <a:latin typeface="Calibri" panose="020F0502020204030204"/>
              <a:cs typeface="+mn-cs"/>
            </a:endParaRPr>
          </a:p>
          <a:p>
            <a:pPr defTabSz="1219170" fontAlgn="auto">
              <a:lnSpc>
                <a:spcPct val="110000"/>
              </a:lnSpc>
              <a:spcBef>
                <a:spcPts val="0"/>
              </a:spcBef>
              <a:spcAft>
                <a:spcPts val="0"/>
              </a:spcAft>
            </a:pPr>
            <a:r>
              <a:rPr lang="en-US" sz="2400" dirty="0">
                <a:solidFill>
                  <a:srgbClr val="1A1A1A"/>
                </a:solidFill>
                <a:latin typeface="Century Gothic" pitchFamily="34" charset="0"/>
                <a:ea typeface="Century Gothic" pitchFamily="34" charset="-122"/>
                <a:cs typeface="Century Gothic" pitchFamily="34" charset="-120"/>
              </a:rPr>
              <a:t>software mechanisms used to manage access.</a:t>
            </a:r>
            <a:endParaRPr lang="en-US" sz="2400" dirty="0">
              <a:solidFill>
                <a:prstClr val="black"/>
              </a:solidFill>
              <a:latin typeface="Calibri" panose="020F0502020204030204"/>
              <a:cs typeface="+mn-cs"/>
            </a:endParaRPr>
          </a:p>
        </p:txBody>
      </p:sp>
      <p:sp>
        <p:nvSpPr>
          <p:cNvPr id="7" name="Text 5"/>
          <p:cNvSpPr/>
          <p:nvPr/>
        </p:nvSpPr>
        <p:spPr>
          <a:xfrm>
            <a:off x="487680" y="3718560"/>
            <a:ext cx="11582400" cy="1463040"/>
          </a:xfrm>
          <a:prstGeom prst="rect">
            <a:avLst/>
          </a:prstGeom>
          <a:noFill/>
          <a:ln/>
        </p:spPr>
        <p:txBody>
          <a:bodyPr wrap="square" rtlCol="0" anchor="t"/>
          <a:lstStyle/>
          <a:p>
            <a:pPr defTabSz="1219170" fontAlgn="auto">
              <a:lnSpc>
                <a:spcPct val="102000"/>
              </a:lnSpc>
              <a:spcBef>
                <a:spcPts val="0"/>
              </a:spcBef>
              <a:spcAft>
                <a:spcPts val="0"/>
              </a:spcAft>
            </a:pPr>
            <a:r>
              <a:rPr lang="en-US" sz="2133" b="1" dirty="0">
                <a:solidFill>
                  <a:srgbClr val="1A1A1A"/>
                </a:solidFill>
                <a:latin typeface="Century Gothic" pitchFamily="34" charset="0"/>
                <a:ea typeface="Century Gothic" pitchFamily="34" charset="-122"/>
                <a:cs typeface="Century Gothic" pitchFamily="34" charset="-120"/>
              </a:rPr>
              <a:t>Administrative</a:t>
            </a:r>
            <a:r>
              <a:rPr lang="en-US" sz="2400" dirty="0">
                <a:solidFill>
                  <a:srgbClr val="1A1A1A"/>
                </a:solidFill>
                <a:latin typeface="Century Gothic" pitchFamily="34" charset="0"/>
                <a:ea typeface="Century Gothic" pitchFamily="34" charset="-122"/>
                <a:cs typeface="Century Gothic" pitchFamily="34" charset="-120"/>
              </a:rPr>
              <a:t>. Policies and procedures defined</a:t>
            </a:r>
            <a:r>
              <a:rPr lang="en-US" sz="2400" dirty="0">
                <a:solidFill>
                  <a:prstClr val="black"/>
                </a:solidFill>
                <a:latin typeface="Calibri" panose="020F0502020204030204"/>
                <a:cs typeface="+mn-cs"/>
              </a:rPr>
              <a:t> </a:t>
            </a:r>
          </a:p>
          <a:p>
            <a:pPr defTabSz="1219170" fontAlgn="auto">
              <a:lnSpc>
                <a:spcPct val="102000"/>
              </a:lnSpc>
              <a:spcBef>
                <a:spcPts val="0"/>
              </a:spcBef>
              <a:spcAft>
                <a:spcPts val="0"/>
              </a:spcAft>
            </a:pPr>
            <a:r>
              <a:rPr lang="en-US" sz="2400" dirty="0">
                <a:solidFill>
                  <a:srgbClr val="1A1A1A"/>
                </a:solidFill>
                <a:latin typeface="Century Gothic" pitchFamily="34" charset="0"/>
                <a:ea typeface="Century Gothic" pitchFamily="34" charset="-122"/>
                <a:cs typeface="Century Gothic" pitchFamily="34" charset="-120"/>
              </a:rPr>
              <a:t>by org’s security policy, other regulations and requirements</a:t>
            </a:r>
            <a:endParaRPr lang="en-US" sz="2400" dirty="0">
              <a:solidFill>
                <a:prstClr val="black"/>
              </a:solidFill>
              <a:latin typeface="Calibri" panose="020F0502020204030204"/>
              <a:cs typeface="+mn-cs"/>
            </a:endParaRPr>
          </a:p>
        </p:txBody>
      </p:sp>
      <p:sp>
        <p:nvSpPr>
          <p:cNvPr id="8" name="Text 6"/>
          <p:cNvSpPr/>
          <p:nvPr/>
        </p:nvSpPr>
        <p:spPr>
          <a:xfrm>
            <a:off x="487680" y="4876800"/>
            <a:ext cx="11582400" cy="609600"/>
          </a:xfrm>
          <a:prstGeom prst="rect">
            <a:avLst/>
          </a:prstGeom>
          <a:noFill/>
          <a:ln/>
        </p:spPr>
        <p:txBody>
          <a:bodyPr wrap="square" rtlCol="0" anchor="t"/>
          <a:lstStyle/>
          <a:p>
            <a:pPr defTabSz="1219170" fontAlgn="auto">
              <a:lnSpc>
                <a:spcPct val="102000"/>
              </a:lnSpc>
              <a:spcBef>
                <a:spcPts val="0"/>
              </a:spcBef>
              <a:spcAft>
                <a:spcPts val="0"/>
              </a:spcAft>
            </a:pPr>
            <a:r>
              <a:rPr lang="en-US" sz="2133" b="1" dirty="0">
                <a:solidFill>
                  <a:srgbClr val="1A1A1A"/>
                </a:solidFill>
                <a:latin typeface="Century Gothic" pitchFamily="34" charset="0"/>
                <a:ea typeface="Century Gothic" pitchFamily="34" charset="-122"/>
                <a:cs typeface="Century Gothic" pitchFamily="34" charset="-120"/>
              </a:rPr>
              <a:t>Physical</a:t>
            </a:r>
            <a:r>
              <a:rPr lang="en-US" sz="2400" dirty="0">
                <a:solidFill>
                  <a:srgbClr val="1A1A1A"/>
                </a:solidFill>
                <a:latin typeface="Century Gothic" pitchFamily="34" charset="0"/>
                <a:ea typeface="Century Gothic" pitchFamily="34" charset="-122"/>
                <a:cs typeface="Century Gothic" pitchFamily="34" charset="-120"/>
              </a:rPr>
              <a:t>. Are items you can physically touch.</a:t>
            </a:r>
            <a:endParaRPr lang="en-US" sz="2400" dirty="0">
              <a:solidFill>
                <a:prstClr val="black"/>
              </a:solidFill>
              <a:latin typeface="Calibri" panose="020F0502020204030204"/>
              <a:cs typeface="+mn-c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SECURITY CONTROLS</a:t>
            </a:r>
            <a:endParaRPr lang="en-US" sz="3200" dirty="0">
              <a:solidFill>
                <a:prstClr val="black"/>
              </a:solidFill>
              <a:latin typeface="Calibri" panose="020F0502020204030204"/>
              <a:cs typeface="+mn-cs"/>
            </a:endParaRPr>
          </a:p>
        </p:txBody>
      </p:sp>
      <p:sp>
        <p:nvSpPr>
          <p:cNvPr id="4" name="Text 2"/>
          <p:cNvSpPr/>
          <p:nvPr/>
        </p:nvSpPr>
        <p:spPr>
          <a:xfrm>
            <a:off x="487680" y="914400"/>
            <a:ext cx="11338560" cy="877824"/>
          </a:xfrm>
          <a:prstGeom prst="rect">
            <a:avLst/>
          </a:prstGeom>
          <a:noFill/>
          <a:ln/>
        </p:spPr>
        <p:txBody>
          <a:bodyPr wrap="square" rtlCol="0" anchor="ctr"/>
          <a:lstStyle/>
          <a:p>
            <a:pPr defTabSz="1219170" fontAlgn="auto">
              <a:spcBef>
                <a:spcPts val="0"/>
              </a:spcBef>
              <a:spcAft>
                <a:spcPts val="0"/>
              </a:spcAft>
            </a:pPr>
            <a:r>
              <a:rPr lang="en-US" sz="5067" b="1" dirty="0">
                <a:solidFill>
                  <a:srgbClr val="1CDDEB"/>
                </a:solidFill>
                <a:latin typeface="Century Gothic" pitchFamily="34" charset="0"/>
                <a:ea typeface="Century Gothic" pitchFamily="34" charset="-122"/>
                <a:cs typeface="Century Gothic" pitchFamily="34" charset="-120"/>
              </a:rPr>
              <a:t>Control Types</a:t>
            </a:r>
            <a:endParaRPr lang="en-US" sz="5067" dirty="0">
              <a:solidFill>
                <a:prstClr val="black"/>
              </a:solidFill>
              <a:latin typeface="Calibri" panose="020F0502020204030204"/>
              <a:cs typeface="+mn-cs"/>
            </a:endParaRPr>
          </a:p>
        </p:txBody>
      </p:sp>
      <p:sp>
        <p:nvSpPr>
          <p:cNvPr id="5" name="Text 3"/>
          <p:cNvSpPr/>
          <p:nvPr/>
        </p:nvSpPr>
        <p:spPr>
          <a:xfrm>
            <a:off x="487680" y="1889760"/>
            <a:ext cx="11582400" cy="1036320"/>
          </a:xfrm>
          <a:prstGeom prst="rect">
            <a:avLst/>
          </a:prstGeom>
          <a:noFill/>
          <a:ln/>
        </p:spPr>
        <p:txBody>
          <a:bodyPr wrap="square" rtlCol="0" anchor="t"/>
          <a:lstStyle/>
          <a:p>
            <a:pPr defTabSz="1219170" fontAlgn="auto">
              <a:lnSpc>
                <a:spcPct val="102000"/>
              </a:lnSpc>
              <a:spcBef>
                <a:spcPts val="0"/>
              </a:spcBef>
              <a:spcAft>
                <a:spcPts val="0"/>
              </a:spcAft>
            </a:pPr>
            <a:r>
              <a:rPr lang="en-US" sz="2667" b="1" dirty="0">
                <a:solidFill>
                  <a:srgbClr val="1A1A1A"/>
                </a:solidFill>
                <a:latin typeface="Century Gothic" pitchFamily="34" charset="0"/>
              </a:rPr>
              <a:t>Deterrent  </a:t>
            </a:r>
            <a:r>
              <a:rPr lang="en-US" sz="2667" dirty="0">
                <a:solidFill>
                  <a:srgbClr val="1A1A1A"/>
                </a:solidFill>
                <a:latin typeface="Century Gothic" pitchFamily="34" charset="0"/>
                <a:ea typeface="Century Gothic" pitchFamily="34" charset="-122"/>
                <a:cs typeface="Century Gothic" pitchFamily="34" charset="-120"/>
              </a:rPr>
              <a:t>Deployed to discourage violation of</a:t>
            </a:r>
            <a:r>
              <a:rPr lang="en-US" sz="2667" dirty="0">
                <a:solidFill>
                  <a:prstClr val="black"/>
                </a:solidFill>
                <a:latin typeface="Calibri" panose="020F0502020204030204"/>
                <a:cs typeface="+mn-cs"/>
              </a:rPr>
              <a:t> </a:t>
            </a:r>
            <a:r>
              <a:rPr lang="en-US" sz="2667" dirty="0">
                <a:solidFill>
                  <a:srgbClr val="1A1A1A"/>
                </a:solidFill>
                <a:latin typeface="Century Gothic" pitchFamily="34" charset="0"/>
                <a:ea typeface="Century Gothic" pitchFamily="34" charset="-122"/>
                <a:cs typeface="Century Gothic" pitchFamily="34" charset="-120"/>
              </a:rPr>
              <a:t>security policies.</a:t>
            </a:r>
            <a:endParaRPr lang="en-US" sz="2667" dirty="0">
              <a:solidFill>
                <a:prstClr val="black"/>
              </a:solidFill>
              <a:latin typeface="Calibri" panose="020F0502020204030204"/>
              <a:cs typeface="+mn-cs"/>
            </a:endParaRPr>
          </a:p>
        </p:txBody>
      </p:sp>
      <p:sp>
        <p:nvSpPr>
          <p:cNvPr id="6" name="Text 4"/>
          <p:cNvSpPr/>
          <p:nvPr/>
        </p:nvSpPr>
        <p:spPr>
          <a:xfrm>
            <a:off x="487680" y="2804160"/>
            <a:ext cx="11582400" cy="1036320"/>
          </a:xfrm>
          <a:prstGeom prst="rect">
            <a:avLst/>
          </a:prstGeom>
          <a:noFill/>
          <a:ln/>
        </p:spPr>
        <p:txBody>
          <a:bodyPr wrap="square" rtlCol="0" anchor="t"/>
          <a:lstStyle/>
          <a:p>
            <a:pPr defTabSz="1219170" fontAlgn="auto">
              <a:lnSpc>
                <a:spcPct val="102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Preventative </a:t>
            </a:r>
            <a:r>
              <a:rPr lang="en-US" sz="2667" b="1" dirty="0">
                <a:solidFill>
                  <a:prstClr val="black"/>
                </a:solidFill>
                <a:latin typeface="Calibri" panose="020F0502020204030204"/>
                <a:cs typeface="+mn-cs"/>
              </a:rPr>
              <a:t> </a:t>
            </a:r>
            <a:r>
              <a:rPr lang="en-US" sz="2667" dirty="0">
                <a:solidFill>
                  <a:srgbClr val="1A1A1A"/>
                </a:solidFill>
                <a:latin typeface="Century Gothic" pitchFamily="34" charset="0"/>
                <a:ea typeface="Century Gothic" pitchFamily="34" charset="-122"/>
                <a:cs typeface="Century Gothic" pitchFamily="34" charset="-120"/>
              </a:rPr>
              <a:t>Deployed to thwart or stop</a:t>
            </a:r>
            <a:r>
              <a:rPr lang="en-US" sz="2667" dirty="0">
                <a:solidFill>
                  <a:prstClr val="black"/>
                </a:solidFill>
                <a:latin typeface="Calibri" panose="020F0502020204030204"/>
                <a:cs typeface="+mn-cs"/>
              </a:rPr>
              <a:t> </a:t>
            </a:r>
            <a:r>
              <a:rPr lang="en-US" sz="2667" dirty="0">
                <a:solidFill>
                  <a:srgbClr val="1A1A1A"/>
                </a:solidFill>
                <a:latin typeface="Century Gothic" pitchFamily="34" charset="0"/>
                <a:ea typeface="Century Gothic" pitchFamily="34" charset="-122"/>
                <a:cs typeface="Century Gothic" pitchFamily="34" charset="-120"/>
              </a:rPr>
              <a:t>unwanted or unauthorized activity from occurring.</a:t>
            </a:r>
            <a:endParaRPr lang="en-US" sz="2667" dirty="0">
              <a:solidFill>
                <a:prstClr val="black"/>
              </a:solidFill>
              <a:latin typeface="Calibri" panose="020F0502020204030204"/>
              <a:cs typeface="+mn-cs"/>
            </a:endParaRPr>
          </a:p>
        </p:txBody>
      </p:sp>
      <p:sp>
        <p:nvSpPr>
          <p:cNvPr id="7" name="Text 5"/>
          <p:cNvSpPr/>
          <p:nvPr/>
        </p:nvSpPr>
        <p:spPr>
          <a:xfrm>
            <a:off x="487680" y="3938016"/>
            <a:ext cx="11582400" cy="1036320"/>
          </a:xfrm>
          <a:prstGeom prst="rect">
            <a:avLst/>
          </a:prstGeom>
          <a:noFill/>
          <a:ln/>
        </p:spPr>
        <p:txBody>
          <a:bodyPr wrap="square" rtlCol="0" anchor="t"/>
          <a:lstStyle/>
          <a:p>
            <a:pPr defTabSz="1219170" fontAlgn="auto">
              <a:lnSpc>
                <a:spcPct val="102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Detective </a:t>
            </a:r>
            <a:r>
              <a:rPr lang="en-US" sz="2667" b="1" dirty="0">
                <a:solidFill>
                  <a:prstClr val="black"/>
                </a:solidFill>
                <a:latin typeface="Calibri" panose="020F0502020204030204"/>
                <a:cs typeface="+mn-cs"/>
              </a:rPr>
              <a:t> </a:t>
            </a:r>
            <a:r>
              <a:rPr lang="en-US" sz="2667" dirty="0">
                <a:solidFill>
                  <a:srgbClr val="1A1A1A"/>
                </a:solidFill>
                <a:latin typeface="Century Gothic" pitchFamily="34" charset="0"/>
                <a:ea typeface="Century Gothic" pitchFamily="34" charset="-122"/>
                <a:cs typeface="Century Gothic" pitchFamily="34" charset="-120"/>
              </a:rPr>
              <a:t>Deployed to discover or detect</a:t>
            </a:r>
            <a:r>
              <a:rPr lang="en-US" sz="2667" dirty="0">
                <a:solidFill>
                  <a:prstClr val="black"/>
                </a:solidFill>
                <a:latin typeface="Calibri" panose="020F0502020204030204"/>
                <a:cs typeface="+mn-cs"/>
              </a:rPr>
              <a:t> </a:t>
            </a:r>
            <a:r>
              <a:rPr lang="en-US" sz="2667" dirty="0">
                <a:solidFill>
                  <a:srgbClr val="1A1A1A"/>
                </a:solidFill>
                <a:latin typeface="Century Gothic" pitchFamily="34" charset="0"/>
                <a:ea typeface="Century Gothic" pitchFamily="34" charset="-122"/>
                <a:cs typeface="Century Gothic" pitchFamily="34" charset="-120"/>
              </a:rPr>
              <a:t>unwanted or unauthorized activity.</a:t>
            </a:r>
            <a:endParaRPr lang="en-US" sz="2667" dirty="0">
              <a:solidFill>
                <a:prstClr val="black"/>
              </a:solidFill>
              <a:latin typeface="Calibri" panose="020F0502020204030204"/>
              <a:cs typeface="+mn-cs"/>
            </a:endParaRPr>
          </a:p>
        </p:txBody>
      </p:sp>
      <p:sp>
        <p:nvSpPr>
          <p:cNvPr id="8" name="Text 6"/>
          <p:cNvSpPr/>
          <p:nvPr/>
        </p:nvSpPr>
        <p:spPr>
          <a:xfrm>
            <a:off x="487680" y="5071872"/>
            <a:ext cx="11582400" cy="1036320"/>
          </a:xfrm>
          <a:prstGeom prst="rect">
            <a:avLst/>
          </a:prstGeom>
          <a:noFill/>
          <a:ln/>
        </p:spPr>
        <p:txBody>
          <a:bodyPr wrap="square" rtlCol="0" anchor="t"/>
          <a:lstStyle/>
          <a:p>
            <a:pPr defTabSz="1219170" fontAlgn="auto">
              <a:lnSpc>
                <a:spcPct val="102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Compensating</a:t>
            </a:r>
            <a:r>
              <a:rPr lang="en-US" sz="2667" b="1" dirty="0">
                <a:solidFill>
                  <a:prstClr val="black"/>
                </a:solidFill>
                <a:latin typeface="Calibri" panose="020F0502020204030204"/>
                <a:ea typeface="Century Gothic" pitchFamily="34" charset="-122"/>
                <a:cs typeface="+mn-cs"/>
              </a:rPr>
              <a:t> </a:t>
            </a:r>
            <a:r>
              <a:rPr lang="en-US" sz="2667" b="1" dirty="0">
                <a:solidFill>
                  <a:prstClr val="black"/>
                </a:solidFill>
                <a:latin typeface="Calibri" panose="020F0502020204030204"/>
                <a:cs typeface="+mn-cs"/>
              </a:rPr>
              <a:t> </a:t>
            </a:r>
            <a:r>
              <a:rPr lang="en-US" sz="2667" dirty="0">
                <a:solidFill>
                  <a:srgbClr val="1A1A1A"/>
                </a:solidFill>
                <a:latin typeface="Century Gothic" pitchFamily="34" charset="0"/>
                <a:ea typeface="Century Gothic" pitchFamily="34" charset="-122"/>
                <a:cs typeface="Century Gothic" pitchFamily="34" charset="-120"/>
              </a:rPr>
              <a:t>Provides options to other existing</a:t>
            </a:r>
            <a:r>
              <a:rPr lang="en-US" sz="2667" dirty="0">
                <a:solidFill>
                  <a:prstClr val="black"/>
                </a:solidFill>
                <a:latin typeface="Calibri" panose="020F0502020204030204"/>
                <a:cs typeface="+mn-cs"/>
              </a:rPr>
              <a:t> </a:t>
            </a:r>
            <a:r>
              <a:rPr lang="en-US" sz="2667" dirty="0">
                <a:solidFill>
                  <a:srgbClr val="1A1A1A"/>
                </a:solidFill>
                <a:latin typeface="Century Gothic" pitchFamily="34" charset="0"/>
                <a:ea typeface="Century Gothic" pitchFamily="34" charset="-122"/>
                <a:cs typeface="Century Gothic" pitchFamily="34" charset="-120"/>
              </a:rPr>
              <a:t>controls to aid in enforcement of security policies.</a:t>
            </a:r>
            <a:endParaRPr lang="en-US" sz="2667" dirty="0">
              <a:solidFill>
                <a:prstClr val="black"/>
              </a:solidFill>
              <a:latin typeface="Calibri" panose="020F0502020204030204"/>
              <a:cs typeface="+mn-c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SECURITY CONTROLS</a:t>
            </a:r>
            <a:endParaRPr lang="en-US" sz="3200" dirty="0">
              <a:solidFill>
                <a:prstClr val="black"/>
              </a:solidFill>
              <a:latin typeface="Calibri" panose="020F0502020204030204"/>
              <a:cs typeface="+mn-cs"/>
            </a:endParaRPr>
          </a:p>
        </p:txBody>
      </p:sp>
      <p:sp>
        <p:nvSpPr>
          <p:cNvPr id="4" name="Text 2"/>
          <p:cNvSpPr/>
          <p:nvPr/>
        </p:nvSpPr>
        <p:spPr>
          <a:xfrm>
            <a:off x="487680" y="914400"/>
            <a:ext cx="11338560" cy="877824"/>
          </a:xfrm>
          <a:prstGeom prst="rect">
            <a:avLst/>
          </a:prstGeom>
          <a:noFill/>
          <a:ln/>
        </p:spPr>
        <p:txBody>
          <a:bodyPr wrap="square" rtlCol="0" anchor="ctr"/>
          <a:lstStyle/>
          <a:p>
            <a:pPr defTabSz="1219170" fontAlgn="auto">
              <a:spcBef>
                <a:spcPts val="0"/>
              </a:spcBef>
              <a:spcAft>
                <a:spcPts val="0"/>
              </a:spcAft>
            </a:pPr>
            <a:r>
              <a:rPr lang="en-US" sz="5067" b="1" dirty="0">
                <a:solidFill>
                  <a:srgbClr val="1CDDEB"/>
                </a:solidFill>
                <a:latin typeface="Century Gothic" pitchFamily="34" charset="0"/>
                <a:ea typeface="Century Gothic" pitchFamily="34" charset="-122"/>
                <a:cs typeface="Century Gothic" pitchFamily="34" charset="-120"/>
              </a:rPr>
              <a:t>Control Types</a:t>
            </a:r>
            <a:endParaRPr lang="en-US" sz="5067" dirty="0">
              <a:solidFill>
                <a:prstClr val="black"/>
              </a:solidFill>
              <a:latin typeface="Calibri" panose="020F0502020204030204"/>
              <a:cs typeface="+mn-cs"/>
            </a:endParaRPr>
          </a:p>
        </p:txBody>
      </p:sp>
      <p:sp>
        <p:nvSpPr>
          <p:cNvPr id="5" name="Text 3"/>
          <p:cNvSpPr/>
          <p:nvPr/>
        </p:nvSpPr>
        <p:spPr>
          <a:xfrm>
            <a:off x="487680" y="1889760"/>
            <a:ext cx="11582400" cy="1036320"/>
          </a:xfrm>
          <a:prstGeom prst="rect">
            <a:avLst/>
          </a:prstGeom>
          <a:noFill/>
          <a:ln/>
        </p:spPr>
        <p:txBody>
          <a:bodyPr wrap="square" rtlCol="0" anchor="t"/>
          <a:lstStyle/>
          <a:p>
            <a:pPr defTabSz="1219170" fontAlgn="auto">
              <a:lnSpc>
                <a:spcPct val="105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Deterrent.</a:t>
            </a:r>
            <a:r>
              <a:rPr lang="en-US" sz="2667" dirty="0">
                <a:solidFill>
                  <a:srgbClr val="1A1A1A"/>
                </a:solidFill>
                <a:latin typeface="Century Gothic" pitchFamily="34" charset="0"/>
                <a:ea typeface="Century Gothic" pitchFamily="34" charset="-122"/>
                <a:cs typeface="Century Gothic" pitchFamily="34" charset="-120"/>
              </a:rPr>
              <a:t> Deployed to </a:t>
            </a:r>
            <a:r>
              <a:rPr lang="en-US" sz="2667" b="1" dirty="0">
                <a:solidFill>
                  <a:srgbClr val="F39B12"/>
                </a:solidFill>
                <a:latin typeface="Century Gothic" pitchFamily="34" charset="0"/>
                <a:ea typeface="Century Gothic" pitchFamily="34" charset="-122"/>
                <a:cs typeface="Century Gothic" pitchFamily="34" charset="-120"/>
              </a:rPr>
              <a:t>discourage violation</a:t>
            </a:r>
            <a:r>
              <a:rPr lang="en-US" sz="2667" dirty="0">
                <a:solidFill>
                  <a:srgbClr val="1A1A1A"/>
                </a:solidFill>
                <a:latin typeface="Century Gothic" pitchFamily="34" charset="0"/>
                <a:ea typeface="Century Gothic" pitchFamily="34" charset="-122"/>
                <a:cs typeface="Century Gothic" pitchFamily="34" charset="-120"/>
              </a:rPr>
              <a:t> of</a:t>
            </a:r>
            <a:endParaRPr lang="en-US" sz="2667" dirty="0">
              <a:solidFill>
                <a:prstClr val="black"/>
              </a:solidFill>
              <a:latin typeface="Calibri" panose="020F0502020204030204"/>
              <a:cs typeface="+mn-cs"/>
            </a:endParaRPr>
          </a:p>
          <a:p>
            <a:pPr defTabSz="1219170" fontAlgn="auto">
              <a:lnSpc>
                <a:spcPct val="105000"/>
              </a:lnSpc>
              <a:spcBef>
                <a:spcPts val="0"/>
              </a:spcBef>
              <a:spcAft>
                <a:spcPts val="0"/>
              </a:spcAft>
            </a:pPr>
            <a:r>
              <a:rPr lang="en-US" sz="2667" dirty="0">
                <a:solidFill>
                  <a:srgbClr val="1A1A1A"/>
                </a:solidFill>
                <a:latin typeface="Century Gothic" pitchFamily="34" charset="0"/>
                <a:ea typeface="Century Gothic" pitchFamily="34" charset="-122"/>
                <a:cs typeface="Century Gothic" pitchFamily="34" charset="-120"/>
              </a:rPr>
              <a:t>security policies.</a:t>
            </a:r>
            <a:endParaRPr lang="en-US" sz="2667" dirty="0">
              <a:solidFill>
                <a:prstClr val="black"/>
              </a:solidFill>
              <a:latin typeface="Calibri" panose="020F0502020204030204"/>
              <a:cs typeface="+mn-cs"/>
            </a:endParaRPr>
          </a:p>
        </p:txBody>
      </p:sp>
      <p:sp>
        <p:nvSpPr>
          <p:cNvPr id="6" name="Text 4"/>
          <p:cNvSpPr/>
          <p:nvPr/>
        </p:nvSpPr>
        <p:spPr>
          <a:xfrm>
            <a:off x="487680" y="3048000"/>
            <a:ext cx="11582400" cy="1036320"/>
          </a:xfrm>
          <a:prstGeom prst="rect">
            <a:avLst/>
          </a:prstGeom>
          <a:noFill/>
          <a:ln/>
        </p:spPr>
        <p:txBody>
          <a:bodyPr wrap="square" rtlCol="0" anchor="t"/>
          <a:lstStyle/>
          <a:p>
            <a:pPr defTabSz="1219170" fontAlgn="auto">
              <a:lnSpc>
                <a:spcPct val="105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Preventative</a:t>
            </a:r>
            <a:r>
              <a:rPr lang="en-US" sz="2667" dirty="0">
                <a:solidFill>
                  <a:srgbClr val="1A1A1A"/>
                </a:solidFill>
                <a:latin typeface="Century Gothic" pitchFamily="34" charset="0"/>
                <a:ea typeface="Century Gothic" pitchFamily="34" charset="-122"/>
                <a:cs typeface="Century Gothic" pitchFamily="34" charset="-120"/>
              </a:rPr>
              <a:t>. Deployed to thwart or </a:t>
            </a:r>
            <a:r>
              <a:rPr lang="en-US" sz="2667" b="1" dirty="0">
                <a:solidFill>
                  <a:srgbClr val="F39B12"/>
                </a:solidFill>
                <a:latin typeface="Century Gothic" pitchFamily="34" charset="0"/>
                <a:ea typeface="Century Gothic" pitchFamily="34" charset="-122"/>
                <a:cs typeface="Century Gothic" pitchFamily="34" charset="-120"/>
              </a:rPr>
              <a:t>stop</a:t>
            </a:r>
            <a:r>
              <a:rPr lang="en-US" sz="2667" dirty="0">
                <a:solidFill>
                  <a:srgbClr val="1A1A1A"/>
                </a:solidFill>
                <a:latin typeface="Century Gothic" pitchFamily="34" charset="0"/>
                <a:ea typeface="Century Gothic" pitchFamily="34" charset="-122"/>
                <a:cs typeface="Century Gothic" pitchFamily="34" charset="-120"/>
              </a:rPr>
              <a:t>
</a:t>
            </a:r>
            <a:r>
              <a:rPr lang="en-US" sz="2667" b="1" dirty="0">
                <a:solidFill>
                  <a:srgbClr val="F39B12"/>
                </a:solidFill>
                <a:latin typeface="Century Gothic" pitchFamily="34" charset="0"/>
                <a:ea typeface="Century Gothic" pitchFamily="34" charset="-122"/>
                <a:cs typeface="Century Gothic" pitchFamily="34" charset="-120"/>
              </a:rPr>
              <a:t>unwanted or unauthorized activity</a:t>
            </a:r>
            <a:r>
              <a:rPr lang="en-US" sz="2667" dirty="0">
                <a:solidFill>
                  <a:srgbClr val="1A1A1A"/>
                </a:solidFill>
                <a:latin typeface="Century Gothic" pitchFamily="34" charset="0"/>
                <a:ea typeface="Century Gothic" pitchFamily="34" charset="-122"/>
                <a:cs typeface="Century Gothic" pitchFamily="34" charset="-120"/>
              </a:rPr>
              <a:t> from occurring.</a:t>
            </a:r>
            <a:endParaRPr lang="en-US" sz="2667" dirty="0">
              <a:solidFill>
                <a:prstClr val="black"/>
              </a:solidFill>
              <a:latin typeface="Calibri" panose="020F0502020204030204"/>
              <a:cs typeface="+mn-cs"/>
            </a:endParaRPr>
          </a:p>
        </p:txBody>
      </p:sp>
      <p:sp>
        <p:nvSpPr>
          <p:cNvPr id="7" name="Text 5"/>
          <p:cNvSpPr/>
          <p:nvPr/>
        </p:nvSpPr>
        <p:spPr>
          <a:xfrm>
            <a:off x="487680" y="4206240"/>
            <a:ext cx="11582400" cy="1036320"/>
          </a:xfrm>
          <a:prstGeom prst="rect">
            <a:avLst/>
          </a:prstGeom>
          <a:noFill/>
          <a:ln/>
        </p:spPr>
        <p:txBody>
          <a:bodyPr wrap="square" rtlCol="0" anchor="t"/>
          <a:lstStyle/>
          <a:p>
            <a:pPr defTabSz="1219170" fontAlgn="auto">
              <a:lnSpc>
                <a:spcPct val="105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Detective</a:t>
            </a:r>
            <a:r>
              <a:rPr lang="en-US" sz="2667" dirty="0">
                <a:solidFill>
                  <a:srgbClr val="1A1A1A"/>
                </a:solidFill>
                <a:latin typeface="Century Gothic" pitchFamily="34" charset="0"/>
                <a:ea typeface="Century Gothic" pitchFamily="34" charset="-122"/>
                <a:cs typeface="Century Gothic" pitchFamily="34" charset="-120"/>
              </a:rPr>
              <a:t>. Deployed to </a:t>
            </a:r>
            <a:r>
              <a:rPr lang="en-US" sz="2667" b="1" dirty="0">
                <a:solidFill>
                  <a:srgbClr val="F39B12"/>
                </a:solidFill>
                <a:latin typeface="Century Gothic" pitchFamily="34" charset="0"/>
                <a:ea typeface="Century Gothic" pitchFamily="34" charset="-122"/>
                <a:cs typeface="Century Gothic" pitchFamily="34" charset="-120"/>
              </a:rPr>
              <a:t>discover or detect</a:t>
            </a:r>
            <a:r>
              <a:rPr lang="en-US" sz="2667" dirty="0">
                <a:solidFill>
                  <a:srgbClr val="1A1A1A"/>
                </a:solidFill>
                <a:latin typeface="Century Gothic" pitchFamily="34" charset="0"/>
                <a:ea typeface="Century Gothic" pitchFamily="34" charset="-122"/>
                <a:cs typeface="Century Gothic" pitchFamily="34" charset="-120"/>
              </a:rPr>
              <a:t>
unwanted or unauthorized activity.</a:t>
            </a:r>
            <a:endParaRPr lang="en-US" sz="2667" dirty="0">
              <a:solidFill>
                <a:prstClr val="black"/>
              </a:solidFill>
              <a:latin typeface="Calibri" panose="020F0502020204030204"/>
              <a:cs typeface="+mn-cs"/>
            </a:endParaRPr>
          </a:p>
        </p:txBody>
      </p:sp>
      <p:sp>
        <p:nvSpPr>
          <p:cNvPr id="8" name="Text 6"/>
          <p:cNvSpPr/>
          <p:nvPr/>
        </p:nvSpPr>
        <p:spPr>
          <a:xfrm>
            <a:off x="487680" y="5364480"/>
            <a:ext cx="11582400" cy="1036320"/>
          </a:xfrm>
          <a:prstGeom prst="rect">
            <a:avLst/>
          </a:prstGeom>
          <a:noFill/>
          <a:ln/>
        </p:spPr>
        <p:txBody>
          <a:bodyPr wrap="square" rtlCol="0" anchor="t"/>
          <a:lstStyle/>
          <a:p>
            <a:pPr defTabSz="1219170" fontAlgn="auto">
              <a:lnSpc>
                <a:spcPct val="105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Compensating</a:t>
            </a:r>
            <a:r>
              <a:rPr lang="en-US" sz="2667" dirty="0">
                <a:solidFill>
                  <a:srgbClr val="1A1A1A"/>
                </a:solidFill>
                <a:latin typeface="Century Gothic" pitchFamily="34" charset="0"/>
                <a:ea typeface="Century Gothic" pitchFamily="34" charset="-122"/>
                <a:cs typeface="Century Gothic" pitchFamily="34" charset="-120"/>
              </a:rPr>
              <a:t>. Provides </a:t>
            </a:r>
            <a:r>
              <a:rPr lang="en-US" sz="2667" b="1" dirty="0">
                <a:solidFill>
                  <a:srgbClr val="F39B12"/>
                </a:solidFill>
                <a:latin typeface="Century Gothic" pitchFamily="34" charset="0"/>
                <a:ea typeface="Century Gothic" pitchFamily="34" charset="-122"/>
                <a:cs typeface="Century Gothic" pitchFamily="34" charset="-120"/>
              </a:rPr>
              <a:t>options to other existing</a:t>
            </a:r>
            <a:r>
              <a:rPr lang="en-US" sz="2667" dirty="0">
                <a:solidFill>
                  <a:srgbClr val="1A1A1A"/>
                </a:solidFill>
                <a:latin typeface="Century Gothic" pitchFamily="34" charset="0"/>
                <a:ea typeface="Century Gothic" pitchFamily="34" charset="-122"/>
                <a:cs typeface="Century Gothic" pitchFamily="34" charset="-120"/>
              </a:rPr>
              <a:t>
</a:t>
            </a:r>
            <a:r>
              <a:rPr lang="en-US" sz="2667" b="1" dirty="0">
                <a:solidFill>
                  <a:srgbClr val="F39B12"/>
                </a:solidFill>
                <a:latin typeface="Century Gothic" pitchFamily="34" charset="0"/>
                <a:ea typeface="Century Gothic" pitchFamily="34" charset="-122"/>
                <a:cs typeface="Century Gothic" pitchFamily="34" charset="-120"/>
              </a:rPr>
              <a:t>controls</a:t>
            </a:r>
            <a:r>
              <a:rPr lang="en-US" sz="2667" dirty="0">
                <a:solidFill>
                  <a:srgbClr val="1A1A1A"/>
                </a:solidFill>
                <a:latin typeface="Century Gothic" pitchFamily="34" charset="0"/>
                <a:ea typeface="Century Gothic" pitchFamily="34" charset="-122"/>
                <a:cs typeface="Century Gothic" pitchFamily="34" charset="-120"/>
              </a:rPr>
              <a:t> to aid in enforcement of security policies.</a:t>
            </a:r>
            <a:endParaRPr lang="en-US" sz="2667" dirty="0">
              <a:solidFill>
                <a:prstClr val="black"/>
              </a:solidFill>
              <a:latin typeface="Calibri" panose="020F0502020204030204"/>
              <a:cs typeface="+mn-cs"/>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nner">
            <a:extLst>
              <a:ext uri="{C183D7F6-B498-43B3-948B-1728B52AA6E4}">
                <adec:decorative xmlns:adec="http://schemas.microsoft.com/office/drawing/2017/decorative" val="1"/>
              </a:ext>
            </a:extLst>
          </p:cNvPr>
          <p:cNvSpPr/>
          <p:nvPr/>
        </p:nvSpPr>
        <p:spPr>
          <a:xfrm>
            <a:off x="0" y="0"/>
            <a:ext cx="12192000" cy="877824"/>
          </a:xfrm>
          <a:prstGeom prst="rect">
            <a:avLst/>
          </a:prstGeom>
          <a:solidFill>
            <a:srgbClr val="141414"/>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3" name="Text 1"/>
          <p:cNvSpPr/>
          <p:nvPr/>
        </p:nvSpPr>
        <p:spPr>
          <a:xfrm>
            <a:off x="426720" y="0"/>
            <a:ext cx="11338560" cy="877824"/>
          </a:xfrm>
          <a:prstGeom prst="rect">
            <a:avLst/>
          </a:prstGeom>
          <a:noFill/>
          <a:ln/>
        </p:spPr>
        <p:txBody>
          <a:bodyPr wrap="square" rtlCol="0" anchor="ctr"/>
          <a:lstStyle/>
          <a:p>
            <a:pPr algn="ctr" defTabSz="1219170" fontAlgn="auto">
              <a:spcBef>
                <a:spcPts val="0"/>
              </a:spcBef>
              <a:spcAft>
                <a:spcPts val="0"/>
              </a:spcAft>
            </a:pPr>
            <a:r>
              <a:rPr lang="en-US" sz="3200" kern="0" spc="133" dirty="0">
                <a:solidFill>
                  <a:srgbClr val="FFFFFF"/>
                </a:solidFill>
                <a:latin typeface="Impact" pitchFamily="34" charset="0"/>
                <a:ea typeface="Impact" pitchFamily="34" charset="-122"/>
                <a:cs typeface="Impact" pitchFamily="34" charset="-120"/>
              </a:rPr>
              <a:t>DOMAIN 1: </a:t>
            </a:r>
            <a:r>
              <a:rPr lang="en-US" sz="3200" kern="0" spc="133" dirty="0">
                <a:solidFill>
                  <a:srgbClr val="1CDDEB"/>
                </a:solidFill>
                <a:latin typeface="Impact" pitchFamily="34" charset="0"/>
                <a:ea typeface="Impact" pitchFamily="34" charset="-122"/>
                <a:cs typeface="Impact" pitchFamily="34" charset="-120"/>
              </a:rPr>
              <a:t>SECURITY CONTROLS</a:t>
            </a:r>
            <a:endParaRPr lang="en-US" sz="3200" dirty="0">
              <a:solidFill>
                <a:prstClr val="black"/>
              </a:solidFill>
              <a:latin typeface="Calibri" panose="020F0502020204030204"/>
              <a:cs typeface="+mn-cs"/>
            </a:endParaRPr>
          </a:p>
        </p:txBody>
      </p:sp>
      <p:sp>
        <p:nvSpPr>
          <p:cNvPr id="4" name="Text 2"/>
          <p:cNvSpPr/>
          <p:nvPr/>
        </p:nvSpPr>
        <p:spPr>
          <a:xfrm>
            <a:off x="487680" y="914400"/>
            <a:ext cx="11338560" cy="877824"/>
          </a:xfrm>
          <a:prstGeom prst="rect">
            <a:avLst/>
          </a:prstGeom>
          <a:noFill/>
          <a:ln/>
        </p:spPr>
        <p:txBody>
          <a:bodyPr wrap="square" rtlCol="0" anchor="ctr"/>
          <a:lstStyle/>
          <a:p>
            <a:pPr defTabSz="1219170" fontAlgn="auto">
              <a:spcBef>
                <a:spcPts val="0"/>
              </a:spcBef>
              <a:spcAft>
                <a:spcPts val="0"/>
              </a:spcAft>
            </a:pPr>
            <a:r>
              <a:rPr lang="en-US" sz="5067" b="1" dirty="0">
                <a:solidFill>
                  <a:srgbClr val="1CDDEB"/>
                </a:solidFill>
                <a:latin typeface="Century Gothic" pitchFamily="34" charset="0"/>
                <a:ea typeface="Century Gothic" pitchFamily="34" charset="-122"/>
                <a:cs typeface="Century Gothic" pitchFamily="34" charset="-120"/>
              </a:rPr>
              <a:t>Control Types (cont)</a:t>
            </a:r>
            <a:endParaRPr lang="en-US" sz="5067" dirty="0">
              <a:solidFill>
                <a:prstClr val="black"/>
              </a:solidFill>
              <a:latin typeface="Calibri" panose="020F0502020204030204"/>
              <a:cs typeface="+mn-cs"/>
            </a:endParaRPr>
          </a:p>
        </p:txBody>
      </p:sp>
      <p:sp>
        <p:nvSpPr>
          <p:cNvPr id="5" name="Text 3"/>
          <p:cNvSpPr/>
          <p:nvPr/>
        </p:nvSpPr>
        <p:spPr>
          <a:xfrm>
            <a:off x="443653" y="2133600"/>
            <a:ext cx="11582400" cy="1402080"/>
          </a:xfrm>
          <a:prstGeom prst="rect">
            <a:avLst/>
          </a:prstGeom>
          <a:noFill/>
          <a:ln/>
        </p:spPr>
        <p:txBody>
          <a:bodyPr wrap="square" rtlCol="0" anchor="t"/>
          <a:lstStyle/>
          <a:p>
            <a:pPr defTabSz="1219170" fontAlgn="auto">
              <a:lnSpc>
                <a:spcPct val="102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Corrective</a:t>
            </a:r>
            <a:r>
              <a:rPr lang="en-US" sz="2667" b="1" dirty="0">
                <a:solidFill>
                  <a:prstClr val="black"/>
                </a:solidFill>
                <a:latin typeface="Calibri" panose="020F0502020204030204"/>
                <a:ea typeface="Century Gothic" pitchFamily="34" charset="-122"/>
                <a:cs typeface="+mn-cs"/>
              </a:rPr>
              <a:t> </a:t>
            </a:r>
            <a:r>
              <a:rPr lang="en-US" sz="2667" dirty="0">
                <a:solidFill>
                  <a:srgbClr val="1A1A1A"/>
                </a:solidFill>
                <a:latin typeface="Century Gothic" pitchFamily="34" charset="0"/>
              </a:rPr>
              <a:t>fix the problem or reduce its effects after an incident occurs</a:t>
            </a:r>
            <a:r>
              <a:rPr lang="en-US" sz="2800" dirty="0"/>
              <a:t>.</a:t>
            </a:r>
            <a:endParaRPr lang="en-US" sz="2667" dirty="0">
              <a:solidFill>
                <a:prstClr val="black"/>
              </a:solidFill>
              <a:latin typeface="Calibri" panose="020F0502020204030204"/>
              <a:cs typeface="+mn-cs"/>
            </a:endParaRPr>
          </a:p>
        </p:txBody>
      </p:sp>
      <p:sp>
        <p:nvSpPr>
          <p:cNvPr id="6" name="Text 4"/>
          <p:cNvSpPr/>
          <p:nvPr/>
        </p:nvSpPr>
        <p:spPr>
          <a:xfrm>
            <a:off x="417195" y="3095625"/>
            <a:ext cx="11582400" cy="1036320"/>
          </a:xfrm>
          <a:prstGeom prst="rect">
            <a:avLst/>
          </a:prstGeom>
          <a:noFill/>
          <a:ln/>
        </p:spPr>
        <p:txBody>
          <a:bodyPr wrap="square" rtlCol="0" anchor="t"/>
          <a:lstStyle/>
          <a:p>
            <a:pPr defTabSz="1219170" fontAlgn="auto">
              <a:lnSpc>
                <a:spcPct val="102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Recovery </a:t>
            </a:r>
            <a:r>
              <a:rPr lang="en-US" sz="2667" b="1" dirty="0">
                <a:solidFill>
                  <a:prstClr val="black"/>
                </a:solidFill>
                <a:latin typeface="Calibri" panose="020F0502020204030204"/>
                <a:cs typeface="+mn-cs"/>
              </a:rPr>
              <a:t> </a:t>
            </a:r>
            <a:r>
              <a:rPr lang="en-US" sz="2667" dirty="0">
                <a:solidFill>
                  <a:srgbClr val="1A1A1A"/>
                </a:solidFill>
                <a:latin typeface="Century Gothic" pitchFamily="34" charset="0"/>
              </a:rPr>
              <a:t>restore the organization, system, or data back to normal operation after the incident. Often involves restoring from backups</a:t>
            </a:r>
          </a:p>
        </p:txBody>
      </p:sp>
      <p:sp>
        <p:nvSpPr>
          <p:cNvPr id="7" name="Text 5"/>
          <p:cNvSpPr/>
          <p:nvPr/>
        </p:nvSpPr>
        <p:spPr>
          <a:xfrm>
            <a:off x="487680" y="4572000"/>
            <a:ext cx="11582400" cy="1402080"/>
          </a:xfrm>
          <a:prstGeom prst="rect">
            <a:avLst/>
          </a:prstGeom>
          <a:noFill/>
          <a:ln/>
        </p:spPr>
        <p:txBody>
          <a:bodyPr wrap="square" rtlCol="0" anchor="t"/>
          <a:lstStyle/>
          <a:p>
            <a:pPr defTabSz="1219170" fontAlgn="auto">
              <a:lnSpc>
                <a:spcPct val="102000"/>
              </a:lnSpc>
              <a:spcBef>
                <a:spcPts val="0"/>
              </a:spcBef>
              <a:spcAft>
                <a:spcPts val="0"/>
              </a:spcAft>
            </a:pPr>
            <a:r>
              <a:rPr lang="en-US" sz="2667" b="1" dirty="0">
                <a:solidFill>
                  <a:srgbClr val="1A1A1A"/>
                </a:solidFill>
                <a:latin typeface="Century Gothic" pitchFamily="34" charset="0"/>
                <a:ea typeface="Century Gothic" pitchFamily="34" charset="-122"/>
                <a:cs typeface="Century Gothic" pitchFamily="34" charset="-120"/>
              </a:rPr>
              <a:t>Directive</a:t>
            </a:r>
            <a:r>
              <a:rPr lang="en-US" sz="2667" b="1" dirty="0">
                <a:solidFill>
                  <a:prstClr val="black"/>
                </a:solidFill>
                <a:latin typeface="Calibri" panose="020F0502020204030204"/>
                <a:ea typeface="Century Gothic" pitchFamily="34" charset="-122"/>
                <a:cs typeface="+mn-cs"/>
              </a:rPr>
              <a:t> </a:t>
            </a:r>
            <a:r>
              <a:rPr lang="en-US" sz="2667" b="1" dirty="0">
                <a:solidFill>
                  <a:prstClr val="black"/>
                </a:solidFill>
                <a:latin typeface="Calibri" panose="020F0502020204030204"/>
                <a:cs typeface="+mn-cs"/>
              </a:rPr>
              <a:t> </a:t>
            </a:r>
            <a:r>
              <a:rPr lang="en-US" sz="2667" dirty="0">
                <a:solidFill>
                  <a:srgbClr val="1A1A1A"/>
                </a:solidFill>
                <a:latin typeface="Century Gothic" pitchFamily="34" charset="0"/>
                <a:ea typeface="Century Gothic" pitchFamily="34" charset="-122"/>
                <a:cs typeface="Century Gothic" pitchFamily="34" charset="-120"/>
              </a:rPr>
              <a:t>direct, confine, or </a:t>
            </a:r>
            <a:r>
              <a:rPr lang="en-US" sz="2667" dirty="0">
                <a:solidFill>
                  <a:srgbClr val="1A1A1A"/>
                </a:solidFill>
                <a:highlight>
                  <a:srgbClr val="FFFF00"/>
                </a:highlight>
                <a:latin typeface="Century Gothic" pitchFamily="34" charset="0"/>
                <a:ea typeface="Century Gothic" pitchFamily="34" charset="-122"/>
                <a:cs typeface="Century Gothic" pitchFamily="34" charset="-120"/>
              </a:rPr>
              <a:t>control the actions of subjects </a:t>
            </a:r>
            <a:r>
              <a:rPr lang="en-US" sz="2667" dirty="0">
                <a:solidFill>
                  <a:srgbClr val="1A1A1A"/>
                </a:solidFill>
                <a:latin typeface="Century Gothic" pitchFamily="34" charset="0"/>
                <a:ea typeface="Century Gothic" pitchFamily="34" charset="-122"/>
                <a:cs typeface="Century Gothic" pitchFamily="34" charset="-120"/>
              </a:rPr>
              <a:t>to force or encourage compliance with security policies</a:t>
            </a:r>
            <a:endParaRPr lang="en-US" sz="2667" dirty="0">
              <a:solidFill>
                <a:prstClr val="black"/>
              </a:solidFill>
              <a:latin typeface="Calibri" panose="020F0502020204030204"/>
              <a:cs typeface="+mn-cs"/>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8BA24-4049-4BC5-B8E1-611665D1D25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base" latinLnBrk="0" hangingPunct="1">
              <a:lnSpc>
                <a:spcPct val="100000"/>
              </a:lnSpc>
              <a:spcBef>
                <a:spcPct val="0"/>
              </a:spcBef>
              <a:spcAft>
                <a:spcPts val="450"/>
              </a:spcAft>
              <a:buClrTx/>
              <a:buSzTx/>
              <a:buFontTx/>
              <a:buNone/>
              <a:tabLst/>
              <a:defRPr/>
            </a:pPr>
            <a:fld id="{5E43E96E-F1A9-4EF5-B2C9-961A48B39CF1}" type="slidenum">
              <a:rPr kumimoji="0" lang="en-US" sz="12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Arial" charset="0"/>
              </a:rPr>
              <a:pPr marL="0" marR="0" lvl="0" indent="0" algn="r" defTabSz="914400" rtl="0" eaLnBrk="1" fontAlgn="base" latinLnBrk="0" hangingPunct="1">
                <a:lnSpc>
                  <a:spcPct val="100000"/>
                </a:lnSpc>
                <a:spcBef>
                  <a:spcPct val="0"/>
                </a:spcBef>
                <a:spcAft>
                  <a:spcPts val="450"/>
                </a:spcAft>
                <a:buClrTx/>
                <a:buSzTx/>
                <a:buFontTx/>
                <a:buNone/>
                <a:tabLst/>
                <a:defRPr/>
              </a:pPr>
              <a:t>106</a:t>
            </a:fld>
            <a:endParaRPr kumimoji="0" lang="en-US" sz="1200" b="0" i="0" u="none" strike="noStrike" kern="1200" cap="none" spc="0" normalizeH="0" baseline="0" noProof="0">
              <a:ln>
                <a:noFill/>
              </a:ln>
              <a:solidFill>
                <a:prstClr val="black">
                  <a:tint val="75000"/>
                </a:prstClr>
              </a:solidFill>
              <a:effectLst/>
              <a:uLnTx/>
              <a:uFillTx/>
              <a:latin typeface="Trebuchet MS" panose="020B0603020202020204"/>
              <a:ea typeface="+mn-ea"/>
              <a:cs typeface="Arial" charset="0"/>
            </a:endParaRPr>
          </a:p>
        </p:txBody>
      </p:sp>
      <p:sp>
        <p:nvSpPr>
          <p:cNvPr id="2" name="Title 1">
            <a:extLst>
              <a:ext uri="{FF2B5EF4-FFF2-40B4-BE49-F238E27FC236}">
                <a16:creationId xmlns:a16="http://schemas.microsoft.com/office/drawing/2014/main" id="{3ED05A1B-971F-4B14-B14D-8EB6AAC87F2C}"/>
              </a:ext>
            </a:extLst>
          </p:cNvPr>
          <p:cNvSpPr>
            <a:spLocks noGrp="1"/>
          </p:cNvSpPr>
          <p:nvPr>
            <p:ph type="title"/>
          </p:nvPr>
        </p:nvSpPr>
        <p:spPr>
          <a:xfrm>
            <a:off x="594360" y="637125"/>
            <a:ext cx="3163448" cy="5256371"/>
          </a:xfrm>
        </p:spPr>
        <p:txBody>
          <a:bodyPr>
            <a:normAutofit/>
          </a:bodyPr>
          <a:lstStyle/>
          <a:p>
            <a:r>
              <a:rPr lang="en-US" sz="5400" dirty="0"/>
              <a:t>Examples</a:t>
            </a:r>
          </a:p>
        </p:txBody>
      </p:sp>
      <p:graphicFrame>
        <p:nvGraphicFramePr>
          <p:cNvPr id="22" name="Content Placeholder 2">
            <a:extLst>
              <a:ext uri="{FF2B5EF4-FFF2-40B4-BE49-F238E27FC236}">
                <a16:creationId xmlns:a16="http://schemas.microsoft.com/office/drawing/2014/main" id="{D3D6E5A9-71F3-47AE-8B6E-EB9CD0721CC1}"/>
              </a:ext>
            </a:extLst>
          </p:cNvPr>
          <p:cNvGraphicFramePr>
            <a:graphicFrameLocks noGrp="1"/>
          </p:cNvGraphicFramePr>
          <p:nvPr>
            <p:ph idx="1"/>
            <p:extLst>
              <p:ext uri="{D42A27DB-BD31-4B8C-83A1-F6EECF244321}">
                <p14:modId xmlns:p14="http://schemas.microsoft.com/office/powerpoint/2010/main" val="943645056"/>
              </p:ext>
            </p:extLst>
          </p:nvPr>
        </p:nvGraphicFramePr>
        <p:xfrm>
          <a:off x="4515633" y="303591"/>
          <a:ext cx="7240043"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825564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108FBC77-2CBA-43C4-94DD-CC98541B945D}"/>
              </a:ext>
            </a:extLst>
          </p:cNvPr>
          <p:cNvSpPr>
            <a:spLocks noGrp="1"/>
          </p:cNvSpPr>
          <p:nvPr>
            <p:ph type="title"/>
          </p:nvPr>
        </p:nvSpPr>
        <p:spPr>
          <a:xfrm>
            <a:off x="841248" y="548640"/>
            <a:ext cx="3600860" cy="5431536"/>
          </a:xfrm>
        </p:spPr>
        <p:txBody>
          <a:bodyPr>
            <a:normAutofit/>
          </a:bodyPr>
          <a:lstStyle/>
          <a:p>
            <a:r>
              <a:rPr lang="en-US" sz="5400" dirty="0"/>
              <a:t>Examples</a:t>
            </a:r>
          </a:p>
        </p:txBody>
      </p:sp>
      <p:sp>
        <p:nvSpPr>
          <p:cNvPr id="2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 name="Content Placeholder 2">
            <a:extLst>
              <a:ext uri="{FF2B5EF4-FFF2-40B4-BE49-F238E27FC236}">
                <a16:creationId xmlns:a16="http://schemas.microsoft.com/office/drawing/2014/main" id="{42885325-9388-4902-BE10-9175C2E28B8E}"/>
              </a:ext>
            </a:extLst>
          </p:cNvPr>
          <p:cNvSpPr>
            <a:spLocks noGrp="1"/>
          </p:cNvSpPr>
          <p:nvPr>
            <p:ph idx="1"/>
          </p:nvPr>
        </p:nvSpPr>
        <p:spPr>
          <a:xfrm>
            <a:off x="5126418" y="552091"/>
            <a:ext cx="6224335" cy="5431536"/>
          </a:xfrm>
        </p:spPr>
        <p:txBody>
          <a:bodyPr anchor="ctr">
            <a:normAutofit/>
          </a:bodyPr>
          <a:lstStyle/>
          <a:p>
            <a:pPr marL="0" indent="0">
              <a:buNone/>
            </a:pPr>
            <a:r>
              <a:rPr lang="en-US" sz="2200" b="1"/>
              <a:t>Detective</a:t>
            </a:r>
            <a:br>
              <a:rPr lang="en-US" sz="2200" b="1"/>
            </a:br>
            <a:r>
              <a:rPr lang="en-US" sz="2200" b="1"/>
              <a:t> </a:t>
            </a:r>
          </a:p>
          <a:p>
            <a:pPr marL="0" indent="0">
              <a:buNone/>
            </a:pPr>
            <a:r>
              <a:rPr lang="en-US" sz="2200"/>
              <a:t>• Physical:  CCTV, light (used to see an intruder)</a:t>
            </a:r>
            <a:br>
              <a:rPr lang="en-US" sz="2200"/>
            </a:br>
            <a:r>
              <a:rPr lang="en-US" sz="2200"/>
              <a:t> </a:t>
            </a:r>
          </a:p>
          <a:p>
            <a:r>
              <a:rPr lang="en-US" sz="2200"/>
              <a:t>Technical:  Intrusion Detection System (IDS) </a:t>
            </a:r>
            <a:br>
              <a:rPr lang="en-US" sz="2200"/>
            </a:br>
            <a:endParaRPr lang="en-US" sz="2200"/>
          </a:p>
          <a:p>
            <a:r>
              <a:rPr lang="en-US" sz="2200"/>
              <a:t>Administrative:  Post-hiring random drug tests</a:t>
            </a:r>
          </a:p>
        </p:txBody>
      </p:sp>
      <p:sp>
        <p:nvSpPr>
          <p:cNvPr id="4" name="Slide Number Placeholder 3">
            <a:extLst>
              <a:ext uri="{FF2B5EF4-FFF2-40B4-BE49-F238E27FC236}">
                <a16:creationId xmlns:a16="http://schemas.microsoft.com/office/drawing/2014/main" id="{A8D6E61C-A35A-401E-AED9-A62FC8A0310E}"/>
              </a:ext>
            </a:extLst>
          </p:cNvPr>
          <p:cNvSpPr>
            <a:spLocks noGrp="1"/>
          </p:cNvSpPr>
          <p:nvPr>
            <p:ph type="sldNum" sz="quarter" idx="12"/>
          </p:nvPr>
        </p:nvSpPr>
        <p:spPr>
          <a:xfrm>
            <a:off x="8610600" y="6356350"/>
            <a:ext cx="2743200" cy="365125"/>
          </a:xfrm>
        </p:spPr>
        <p:txBody>
          <a:bodyPr>
            <a:normAutofit/>
          </a:bodyPr>
          <a:lstStyle/>
          <a:p>
            <a:pPr marL="0" marR="0" lvl="0" indent="0" algn="r" defTabSz="685800" rtl="0" eaLnBrk="1" fontAlgn="base" latinLnBrk="0" hangingPunct="1">
              <a:lnSpc>
                <a:spcPct val="100000"/>
              </a:lnSpc>
              <a:spcBef>
                <a:spcPct val="0"/>
              </a:spcBef>
              <a:spcAft>
                <a:spcPts val="450"/>
              </a:spcAft>
              <a:buClrTx/>
              <a:buSzTx/>
              <a:buFontTx/>
              <a:buNone/>
              <a:tabLst/>
              <a:defRPr/>
            </a:pPr>
            <a:fld id="{5E43E96E-F1A9-4EF5-B2C9-961A48B39CF1}" type="slidenum">
              <a:rPr kumimoji="0" lang="en-US" sz="900" b="0" i="0" u="none" strike="noStrike" kern="1200" cap="none" spc="0" normalizeH="0" baseline="0" noProof="0">
                <a:ln>
                  <a:noFill/>
                </a:ln>
                <a:solidFill>
                  <a:prstClr val="black">
                    <a:tint val="75000"/>
                  </a:prstClr>
                </a:solidFill>
                <a:effectLst/>
                <a:uLnTx/>
                <a:uFillTx/>
                <a:latin typeface="Arial" charset="0"/>
                <a:ea typeface="+mn-ea"/>
                <a:cs typeface="Arial" charset="0"/>
              </a:rPr>
              <a:pPr marL="0" marR="0" lvl="0" indent="0" algn="r" defTabSz="685800" rtl="0" eaLnBrk="1" fontAlgn="base" latinLnBrk="0" hangingPunct="1">
                <a:lnSpc>
                  <a:spcPct val="100000"/>
                </a:lnSpc>
                <a:spcBef>
                  <a:spcPct val="0"/>
                </a:spcBef>
                <a:spcAft>
                  <a:spcPts val="450"/>
                </a:spcAft>
                <a:buClrTx/>
                <a:buSzTx/>
                <a:buFontTx/>
                <a:buNone/>
                <a:tabLst/>
                <a:defRPr/>
              </a:pPr>
              <a:t>107</a:t>
            </a:fld>
            <a:endParaRPr kumimoji="0" lang="en-US" sz="900" b="0" i="0" u="none" strike="noStrike" kern="1200" cap="none" spc="0" normalizeH="0" baseline="0" noProof="0">
              <a:ln>
                <a:noFill/>
              </a:ln>
              <a:solidFill>
                <a:prstClr val="black">
                  <a:tint val="75000"/>
                </a:prstClr>
              </a:solidFill>
              <a:effectLst/>
              <a:uLnTx/>
              <a:uFillTx/>
              <a:latin typeface="Arial" charset="0"/>
              <a:ea typeface="+mn-ea"/>
              <a:cs typeface="Arial" charset="0"/>
            </a:endParaRPr>
          </a:p>
        </p:txBody>
      </p:sp>
    </p:spTree>
    <p:extLst>
      <p:ext uri="{BB962C8B-B14F-4D97-AF65-F5344CB8AC3E}">
        <p14:creationId xmlns:p14="http://schemas.microsoft.com/office/powerpoint/2010/main" val="294534855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3471D408-9F95-42CC-A1F8-2401E724BC39}"/>
              </a:ext>
            </a:extLst>
          </p:cNvPr>
          <p:cNvSpPr>
            <a:spLocks noGrp="1"/>
          </p:cNvSpPr>
          <p:nvPr>
            <p:ph type="title"/>
          </p:nvPr>
        </p:nvSpPr>
        <p:spPr>
          <a:xfrm>
            <a:off x="841248" y="548640"/>
            <a:ext cx="3600860" cy="5431536"/>
          </a:xfrm>
        </p:spPr>
        <p:txBody>
          <a:bodyPr>
            <a:normAutofit/>
          </a:bodyPr>
          <a:lstStyle/>
          <a:p>
            <a:r>
              <a:rPr lang="en-US" sz="5400"/>
              <a:t>Examples</a:t>
            </a:r>
          </a:p>
        </p:txBody>
      </p:sp>
      <p:sp>
        <p:nvSpPr>
          <p:cNvPr id="2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 name="Content Placeholder 2">
            <a:extLst>
              <a:ext uri="{FF2B5EF4-FFF2-40B4-BE49-F238E27FC236}">
                <a16:creationId xmlns:a16="http://schemas.microsoft.com/office/drawing/2014/main" id="{322C2CDD-33FF-48F3-BB16-D8C676443126}"/>
              </a:ext>
            </a:extLst>
          </p:cNvPr>
          <p:cNvSpPr>
            <a:spLocks noGrp="1"/>
          </p:cNvSpPr>
          <p:nvPr>
            <p:ph idx="1"/>
          </p:nvPr>
        </p:nvSpPr>
        <p:spPr>
          <a:xfrm>
            <a:off x="5126418" y="552091"/>
            <a:ext cx="6224335" cy="5431536"/>
          </a:xfrm>
        </p:spPr>
        <p:txBody>
          <a:bodyPr anchor="ctr">
            <a:normAutofit/>
          </a:bodyPr>
          <a:lstStyle/>
          <a:p>
            <a:pPr marL="0" indent="0">
              <a:buNone/>
            </a:pPr>
            <a:r>
              <a:rPr lang="en-US" sz="2200" b="1"/>
              <a:t>Deterrent</a:t>
            </a:r>
            <a:br>
              <a:rPr lang="en-US" sz="2200" b="1"/>
            </a:br>
            <a:endParaRPr lang="en-US" sz="2200" b="1"/>
          </a:p>
          <a:p>
            <a:pPr marL="0" indent="0"/>
            <a:r>
              <a:rPr lang="en-US" sz="2200"/>
              <a:t>  Physical:  “Beware of dog” sign, light (deterring a physical attack) </a:t>
            </a:r>
            <a:br>
              <a:rPr lang="en-US" sz="2200"/>
            </a:br>
            <a:endParaRPr lang="en-US" sz="2200"/>
          </a:p>
          <a:p>
            <a:pPr marL="0" indent="0">
              <a:buNone/>
            </a:pPr>
            <a:r>
              <a:rPr lang="en-US" sz="2200"/>
              <a:t>• Technical:  Warning Banner presented before a login prompt </a:t>
            </a:r>
            <a:br>
              <a:rPr lang="en-US" sz="2200"/>
            </a:br>
            <a:endParaRPr lang="en-US" sz="2200"/>
          </a:p>
          <a:p>
            <a:pPr marL="0" indent="0">
              <a:buNone/>
            </a:pPr>
            <a:r>
              <a:rPr lang="en-US" sz="2200"/>
              <a:t>• Administrative: Sanction policy</a:t>
            </a:r>
          </a:p>
        </p:txBody>
      </p:sp>
      <p:sp>
        <p:nvSpPr>
          <p:cNvPr id="4" name="Slide Number Placeholder 3">
            <a:extLst>
              <a:ext uri="{FF2B5EF4-FFF2-40B4-BE49-F238E27FC236}">
                <a16:creationId xmlns:a16="http://schemas.microsoft.com/office/drawing/2014/main" id="{F9376441-D683-4107-95CB-28AE612868A9}"/>
              </a:ext>
            </a:extLst>
          </p:cNvPr>
          <p:cNvSpPr>
            <a:spLocks noGrp="1"/>
          </p:cNvSpPr>
          <p:nvPr>
            <p:ph type="sldNum" sz="quarter" idx="12"/>
          </p:nvPr>
        </p:nvSpPr>
        <p:spPr>
          <a:xfrm>
            <a:off x="8610600" y="6356350"/>
            <a:ext cx="2743200" cy="365125"/>
          </a:xfrm>
        </p:spPr>
        <p:txBody>
          <a:bodyPr>
            <a:normAutofit/>
          </a:bodyPr>
          <a:lstStyle/>
          <a:p>
            <a:pPr marL="0" marR="0" lvl="0" indent="0" algn="r" defTabSz="685800" rtl="0" eaLnBrk="1" fontAlgn="base" latinLnBrk="0" hangingPunct="1">
              <a:lnSpc>
                <a:spcPct val="100000"/>
              </a:lnSpc>
              <a:spcBef>
                <a:spcPct val="0"/>
              </a:spcBef>
              <a:spcAft>
                <a:spcPts val="450"/>
              </a:spcAft>
              <a:buClrTx/>
              <a:buSzTx/>
              <a:buFontTx/>
              <a:buNone/>
              <a:tabLst/>
              <a:defRPr/>
            </a:pPr>
            <a:fld id="{5E43E96E-F1A9-4EF5-B2C9-961A48B39CF1}" type="slidenum">
              <a:rPr kumimoji="0" lang="en-US" sz="900" b="0" i="0" u="none" strike="noStrike" kern="1200" cap="none" spc="0" normalizeH="0" baseline="0" noProof="0">
                <a:ln>
                  <a:noFill/>
                </a:ln>
                <a:solidFill>
                  <a:prstClr val="black">
                    <a:tint val="75000"/>
                  </a:prstClr>
                </a:solidFill>
                <a:effectLst/>
                <a:uLnTx/>
                <a:uFillTx/>
                <a:latin typeface="Arial" charset="0"/>
                <a:ea typeface="+mn-ea"/>
                <a:cs typeface="Arial" charset="0"/>
              </a:rPr>
              <a:pPr marL="0" marR="0" lvl="0" indent="0" algn="r" defTabSz="685800" rtl="0" eaLnBrk="1" fontAlgn="base" latinLnBrk="0" hangingPunct="1">
                <a:lnSpc>
                  <a:spcPct val="100000"/>
                </a:lnSpc>
                <a:spcBef>
                  <a:spcPct val="0"/>
                </a:spcBef>
                <a:spcAft>
                  <a:spcPts val="450"/>
                </a:spcAft>
                <a:buClrTx/>
                <a:buSzTx/>
                <a:buFontTx/>
                <a:buNone/>
                <a:tabLst/>
                <a:defRPr/>
              </a:pPr>
              <a:t>108</a:t>
            </a:fld>
            <a:endParaRPr kumimoji="0" lang="en-US" sz="900" b="0" i="0" u="none" strike="noStrike" kern="1200" cap="none" spc="0" normalizeH="0" baseline="0" noProof="0">
              <a:ln>
                <a:noFill/>
              </a:ln>
              <a:solidFill>
                <a:prstClr val="black">
                  <a:tint val="75000"/>
                </a:prstClr>
              </a:solidFill>
              <a:effectLst/>
              <a:uLnTx/>
              <a:uFillTx/>
              <a:latin typeface="Arial" charset="0"/>
              <a:ea typeface="+mn-ea"/>
              <a:cs typeface="Arial" charset="0"/>
            </a:endParaRPr>
          </a:p>
        </p:txBody>
      </p:sp>
    </p:spTree>
    <p:extLst>
      <p:ext uri="{BB962C8B-B14F-4D97-AF65-F5344CB8AC3E}">
        <p14:creationId xmlns:p14="http://schemas.microsoft.com/office/powerpoint/2010/main" val="11521884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487680" y="2499360"/>
            <a:ext cx="3169920" cy="670560"/>
          </a:xfrm>
          <a:prstGeom prst="rect">
            <a:avLst/>
          </a:prstGeom>
          <a:noFill/>
          <a:ln/>
        </p:spPr>
        <p:txBody>
          <a:bodyPr wrap="square" rtlCol="0" anchor="ctr"/>
          <a:lstStyle/>
          <a:p>
            <a:pPr defTabSz="1219170" fontAlgn="auto">
              <a:spcBef>
                <a:spcPts val="0"/>
              </a:spcBef>
              <a:spcAft>
                <a:spcPts val="0"/>
              </a:spcAft>
            </a:pPr>
            <a:r>
              <a:rPr lang="en-US" sz="4000" kern="0" spc="133" dirty="0">
                <a:solidFill>
                  <a:srgbClr val="FFFFFF"/>
                </a:solidFill>
                <a:latin typeface="Impact" pitchFamily="34" charset="0"/>
                <a:ea typeface="Impact" pitchFamily="34" charset="-122"/>
                <a:cs typeface="Impact" pitchFamily="34" charset="-120"/>
              </a:rPr>
              <a:t>FOR THE</a:t>
            </a:r>
            <a:endParaRPr lang="en-US" sz="4000" dirty="0">
              <a:solidFill>
                <a:prstClr val="black"/>
              </a:solidFill>
              <a:latin typeface="Calibri" panose="020F0502020204030204"/>
              <a:cs typeface="+mn-cs"/>
            </a:endParaRPr>
          </a:p>
        </p:txBody>
      </p:sp>
      <p:sp>
        <p:nvSpPr>
          <p:cNvPr id="3" name="exam badge">
            <a:extLst>
              <a:ext uri="{C183D7F6-B498-43B3-948B-1728B52AA6E4}">
                <adec:decorative xmlns:adec="http://schemas.microsoft.com/office/drawing/2017/decorative" val="1"/>
              </a:ext>
            </a:extLst>
          </p:cNvPr>
          <p:cNvSpPr/>
          <p:nvPr/>
        </p:nvSpPr>
        <p:spPr>
          <a:xfrm>
            <a:off x="487680" y="3194304"/>
            <a:ext cx="3108960" cy="877824"/>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4" name="Text 2"/>
          <p:cNvSpPr/>
          <p:nvPr/>
        </p:nvSpPr>
        <p:spPr>
          <a:xfrm>
            <a:off x="487680" y="3194304"/>
            <a:ext cx="3108960" cy="877824"/>
          </a:xfrm>
          <a:prstGeom prst="rect">
            <a:avLst/>
          </a:prstGeom>
          <a:noFill/>
          <a:ln/>
        </p:spPr>
        <p:txBody>
          <a:bodyPr wrap="square" rtlCol="0" anchor="ctr"/>
          <a:lstStyle/>
          <a:p>
            <a:pPr algn="ctr" defTabSz="1219170" fontAlgn="auto">
              <a:spcBef>
                <a:spcPts val="0"/>
              </a:spcBef>
              <a:spcAft>
                <a:spcPts val="0"/>
              </a:spcAft>
            </a:pPr>
            <a:r>
              <a:rPr lang="en-US" sz="4533" kern="0" spc="133" dirty="0">
                <a:solidFill>
                  <a:srgbClr val="141414"/>
                </a:solidFill>
                <a:latin typeface="Impact" pitchFamily="34" charset="0"/>
                <a:ea typeface="Impact" pitchFamily="34" charset="-122"/>
                <a:cs typeface="Impact" pitchFamily="34" charset="-120"/>
              </a:rPr>
              <a:t>EXAM</a:t>
            </a:r>
            <a:endParaRPr lang="en-US" sz="4533" dirty="0">
              <a:solidFill>
                <a:prstClr val="black"/>
              </a:solidFill>
              <a:latin typeface="Calibri" panose="020F0502020204030204"/>
              <a:cs typeface="+mn-cs"/>
            </a:endParaRPr>
          </a:p>
        </p:txBody>
      </p:sp>
      <p:sp>
        <p:nvSpPr>
          <p:cNvPr id="5" name="divider">
            <a:extLst>
              <a:ext uri="{C183D7F6-B498-43B3-948B-1728B52AA6E4}">
                <adec:decorative xmlns:adec="http://schemas.microsoft.com/office/drawing/2017/decorative" val="1"/>
              </a:ext>
            </a:extLst>
          </p:cNvPr>
          <p:cNvSpPr/>
          <p:nvPr/>
        </p:nvSpPr>
        <p:spPr>
          <a:xfrm>
            <a:off x="3962400" y="2499360"/>
            <a:ext cx="0" cy="1889760"/>
          </a:xfrm>
          <a:prstGeom prst="line">
            <a:avLst/>
          </a:prstGeom>
          <a:noFill/>
          <a:ln w="25400">
            <a:solidFill>
              <a:srgbClr val="BBBBBB"/>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6" name="Text 4"/>
          <p:cNvSpPr/>
          <p:nvPr/>
        </p:nvSpPr>
        <p:spPr>
          <a:xfrm>
            <a:off x="4328160" y="2438400"/>
            <a:ext cx="7437120" cy="2072640"/>
          </a:xfrm>
          <a:prstGeom prst="rect">
            <a:avLst/>
          </a:prstGeom>
          <a:noFill/>
          <a:ln/>
        </p:spPr>
        <p:txBody>
          <a:bodyPr wrap="square" rtlCol="0" anchor="ctr"/>
          <a:lstStyle/>
          <a:p>
            <a:pPr defTabSz="1219170" fontAlgn="auto">
              <a:lnSpc>
                <a:spcPct val="112000"/>
              </a:lnSpc>
              <a:spcBef>
                <a:spcPts val="0"/>
              </a:spcBef>
              <a:spcAft>
                <a:spcPts val="0"/>
              </a:spcAft>
            </a:pPr>
            <a:r>
              <a:rPr lang="en-US" sz="3467" dirty="0">
                <a:solidFill>
                  <a:srgbClr val="FFFFFF"/>
                </a:solidFill>
                <a:latin typeface="Century Gothic" pitchFamily="34" charset="0"/>
                <a:ea typeface="Century Gothic" pitchFamily="34" charset="-122"/>
                <a:cs typeface="Century Gothic" pitchFamily="34" charset="-120"/>
              </a:rPr>
              <a:t>When developing </a:t>
            </a:r>
            <a:r>
              <a:rPr lang="en-US" sz="3467" b="1" dirty="0">
                <a:solidFill>
                  <a:srgbClr val="F4FF3B"/>
                </a:solidFill>
                <a:latin typeface="Century Gothic" pitchFamily="34" charset="0"/>
                <a:ea typeface="Century Gothic" pitchFamily="34" charset="-122"/>
                <a:cs typeface="Century Gothic" pitchFamily="34" charset="-120"/>
              </a:rPr>
              <a:t>new safeguards</a:t>
            </a:r>
            <a:r>
              <a:rPr lang="en-US" sz="3467" dirty="0">
                <a:solidFill>
                  <a:srgbClr val="FFFFFF"/>
                </a:solidFill>
                <a:latin typeface="Century Gothic" pitchFamily="34" charset="0"/>
                <a:ea typeface="Century Gothic" pitchFamily="34" charset="-122"/>
                <a:cs typeface="Century Gothic" pitchFamily="34" charset="-120"/>
              </a:rPr>
              <a:t>,</a:t>
            </a:r>
            <a:endParaRPr lang="en-US" sz="3467" dirty="0">
              <a:solidFill>
                <a:prstClr val="black"/>
              </a:solidFill>
              <a:latin typeface="Calibri" panose="020F0502020204030204"/>
              <a:cs typeface="+mn-cs"/>
            </a:endParaRPr>
          </a:p>
          <a:p>
            <a:pPr defTabSz="1219170" fontAlgn="auto">
              <a:lnSpc>
                <a:spcPct val="112000"/>
              </a:lnSpc>
              <a:spcBef>
                <a:spcPts val="0"/>
              </a:spcBef>
              <a:spcAft>
                <a:spcPts val="0"/>
              </a:spcAft>
            </a:pPr>
            <a:r>
              <a:rPr lang="en-US" sz="3467" dirty="0">
                <a:solidFill>
                  <a:srgbClr val="FFFFFF"/>
                </a:solidFill>
                <a:latin typeface="Century Gothic" pitchFamily="34" charset="0"/>
                <a:ea typeface="Century Gothic" pitchFamily="34" charset="-122"/>
                <a:cs typeface="Century Gothic" pitchFamily="34" charset="-120"/>
              </a:rPr>
              <a:t>you are establishing a </a:t>
            </a:r>
            <a:r>
              <a:rPr lang="en-US" sz="3467" u="sng" dirty="0">
                <a:solidFill>
                  <a:srgbClr val="FFFFFF"/>
                </a:solidFill>
                <a:uFill>
                  <a:solidFill>
                    <a:srgbClr val="FFFFFF"/>
                  </a:solidFill>
                </a:uFill>
                <a:latin typeface="Century Gothic" pitchFamily="34" charset="0"/>
                <a:ea typeface="Century Gothic" pitchFamily="34" charset="-122"/>
                <a:cs typeface="Century Gothic" pitchFamily="34" charset="-120"/>
              </a:rPr>
              <a:t>new baseline</a:t>
            </a:r>
            <a:endParaRPr lang="en-US" sz="3467" dirty="0">
              <a:solidFill>
                <a:prstClr val="black"/>
              </a:solidFill>
              <a:latin typeface="Calibri" panose="020F0502020204030204"/>
              <a:cs typeface="+mn-cs"/>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4267200" y="914400"/>
            <a:ext cx="3657600" cy="670560"/>
          </a:xfrm>
          <a:prstGeom prst="rect">
            <a:avLst/>
          </a:prstGeom>
          <a:noFill/>
          <a:ln/>
        </p:spPr>
        <p:txBody>
          <a:bodyPr wrap="square" rtlCol="0" anchor="ctr"/>
          <a:lstStyle/>
          <a:p>
            <a:pPr algn="ctr" defTabSz="1219170" fontAlgn="auto">
              <a:spcBef>
                <a:spcPts val="0"/>
              </a:spcBef>
              <a:spcAft>
                <a:spcPts val="0"/>
              </a:spcAft>
            </a:pPr>
            <a:r>
              <a:rPr lang="en-US" sz="4000" kern="0" spc="133" dirty="0">
                <a:solidFill>
                  <a:srgbClr val="FFFFFF"/>
                </a:solidFill>
                <a:latin typeface="Impact" pitchFamily="34" charset="0"/>
                <a:ea typeface="Impact" pitchFamily="34" charset="-122"/>
                <a:cs typeface="Impact" pitchFamily="34" charset="-120"/>
              </a:rPr>
              <a:t>FOR THE</a:t>
            </a:r>
            <a:endParaRPr lang="en-US" sz="4000" dirty="0">
              <a:solidFill>
                <a:prstClr val="black"/>
              </a:solidFill>
              <a:latin typeface="Calibri" panose="020F0502020204030204"/>
              <a:cs typeface="+mn-cs"/>
            </a:endParaRPr>
          </a:p>
        </p:txBody>
      </p:sp>
      <p:sp>
        <p:nvSpPr>
          <p:cNvPr id="3" name="exam badge">
            <a:extLst>
              <a:ext uri="{C183D7F6-B498-43B3-948B-1728B52AA6E4}">
                <adec:decorative xmlns:adec="http://schemas.microsoft.com/office/drawing/2017/decorative" val="1"/>
              </a:ext>
            </a:extLst>
          </p:cNvPr>
          <p:cNvSpPr/>
          <p:nvPr/>
        </p:nvSpPr>
        <p:spPr>
          <a:xfrm>
            <a:off x="4511040" y="1609344"/>
            <a:ext cx="3169920" cy="877824"/>
          </a:xfrm>
          <a:prstGeom prst="rect">
            <a:avLst/>
          </a:prstGeom>
          <a:solidFill>
            <a:srgbClr val="1CDDEB"/>
          </a:solidFill>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4" name="Text 2"/>
          <p:cNvSpPr/>
          <p:nvPr/>
        </p:nvSpPr>
        <p:spPr>
          <a:xfrm>
            <a:off x="4511040" y="1609344"/>
            <a:ext cx="3169920" cy="877824"/>
          </a:xfrm>
          <a:prstGeom prst="rect">
            <a:avLst/>
          </a:prstGeom>
          <a:noFill/>
          <a:ln/>
        </p:spPr>
        <p:txBody>
          <a:bodyPr wrap="square" rtlCol="0" anchor="ctr"/>
          <a:lstStyle/>
          <a:p>
            <a:pPr algn="ctr" defTabSz="1219170" fontAlgn="auto">
              <a:spcBef>
                <a:spcPts val="0"/>
              </a:spcBef>
              <a:spcAft>
                <a:spcPts val="0"/>
              </a:spcAft>
            </a:pPr>
            <a:r>
              <a:rPr lang="en-US" sz="4533" kern="0" spc="133" dirty="0">
                <a:solidFill>
                  <a:srgbClr val="141414"/>
                </a:solidFill>
                <a:latin typeface="Impact" pitchFamily="34" charset="0"/>
                <a:ea typeface="Impact" pitchFamily="34" charset="-122"/>
                <a:cs typeface="Impact" pitchFamily="34" charset="-120"/>
              </a:rPr>
              <a:t>EXAM</a:t>
            </a:r>
            <a:endParaRPr lang="en-US" sz="4533" dirty="0">
              <a:solidFill>
                <a:prstClr val="black"/>
              </a:solidFill>
              <a:latin typeface="Calibri" panose="020F0502020204030204"/>
              <a:cs typeface="+mn-cs"/>
            </a:endParaRPr>
          </a:p>
        </p:txBody>
      </p:sp>
      <p:sp>
        <p:nvSpPr>
          <p:cNvPr id="5" name="Text 3"/>
          <p:cNvSpPr/>
          <p:nvPr/>
        </p:nvSpPr>
        <p:spPr>
          <a:xfrm>
            <a:off x="975360" y="3291840"/>
            <a:ext cx="10241280" cy="2072640"/>
          </a:xfrm>
          <a:prstGeom prst="rect">
            <a:avLst/>
          </a:prstGeom>
          <a:noFill/>
          <a:ln/>
        </p:spPr>
        <p:txBody>
          <a:bodyPr wrap="square" rtlCol="0" anchor="ctr"/>
          <a:lstStyle/>
          <a:p>
            <a:pPr algn="ctr" defTabSz="1219170" fontAlgn="auto">
              <a:lnSpc>
                <a:spcPct val="115000"/>
              </a:lnSpc>
              <a:spcBef>
                <a:spcPts val="0"/>
              </a:spcBef>
              <a:spcAft>
                <a:spcPts val="0"/>
              </a:spcAft>
            </a:pPr>
            <a:r>
              <a:rPr lang="en-US" sz="3733" dirty="0">
                <a:solidFill>
                  <a:srgbClr val="FFFFFF"/>
                </a:solidFill>
                <a:latin typeface="Century Gothic" pitchFamily="34" charset="0"/>
                <a:ea typeface="Century Gothic" pitchFamily="34" charset="-122"/>
                <a:cs typeface="Century Gothic" pitchFamily="34" charset="-120"/>
              </a:rPr>
              <a:t>…so, compliance with </a:t>
            </a:r>
            <a:r>
              <a:rPr lang="en-US" sz="3733" b="1" dirty="0">
                <a:solidFill>
                  <a:srgbClr val="F4FF3B"/>
                </a:solidFill>
                <a:latin typeface="Century Gothic" pitchFamily="34" charset="0"/>
                <a:ea typeface="Century Gothic" pitchFamily="34" charset="-122"/>
                <a:cs typeface="Century Gothic" pitchFamily="34" charset="-120"/>
              </a:rPr>
              <a:t>existing baselines</a:t>
            </a:r>
            <a:endParaRPr lang="en-US" sz="3733" dirty="0">
              <a:solidFill>
                <a:prstClr val="black"/>
              </a:solidFill>
              <a:latin typeface="Calibri" panose="020F0502020204030204"/>
              <a:cs typeface="+mn-cs"/>
            </a:endParaRPr>
          </a:p>
          <a:p>
            <a:pPr algn="ctr" defTabSz="1219170" fontAlgn="auto">
              <a:lnSpc>
                <a:spcPct val="115000"/>
              </a:lnSpc>
              <a:spcBef>
                <a:spcPts val="0"/>
              </a:spcBef>
              <a:spcAft>
                <a:spcPts val="0"/>
              </a:spcAft>
            </a:pPr>
            <a:r>
              <a:rPr lang="en-US" sz="3733" dirty="0">
                <a:solidFill>
                  <a:srgbClr val="FFFFFF"/>
                </a:solidFill>
                <a:latin typeface="Century Gothic" pitchFamily="34" charset="0"/>
                <a:ea typeface="Century Gothic" pitchFamily="34" charset="-122"/>
                <a:cs typeface="Century Gothic" pitchFamily="34" charset="-120"/>
              </a:rPr>
              <a:t>is </a:t>
            </a:r>
            <a:r>
              <a:rPr lang="en-US" sz="3733" u="sng" dirty="0">
                <a:solidFill>
                  <a:srgbClr val="FFFFFF"/>
                </a:solidFill>
                <a:uFill>
                  <a:solidFill>
                    <a:srgbClr val="FFFFFF"/>
                  </a:solidFill>
                </a:uFill>
                <a:latin typeface="Century Gothic" pitchFamily="34" charset="0"/>
                <a:ea typeface="Century Gothic" pitchFamily="34" charset="-122"/>
                <a:cs typeface="Century Gothic" pitchFamily="34" charset="-120"/>
              </a:rPr>
              <a:t>not</a:t>
            </a:r>
            <a:r>
              <a:rPr lang="en-US" sz="3733" dirty="0">
                <a:solidFill>
                  <a:srgbClr val="FFFFFF"/>
                </a:solidFill>
                <a:latin typeface="Century Gothic" pitchFamily="34" charset="0"/>
                <a:ea typeface="Century Gothic" pitchFamily="34" charset="-122"/>
                <a:cs typeface="Century Gothic" pitchFamily="34" charset="-120"/>
              </a:rPr>
              <a:t> a valid consideration point.</a:t>
            </a:r>
            <a:endParaRPr lang="en-US" sz="3733" dirty="0">
              <a:solidFill>
                <a:prstClr val="black"/>
              </a:solidFill>
              <a:latin typeface="Calibri" panose="020F0502020204030204"/>
              <a:cs typeface="+mn-cs"/>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9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mptia_ov">
  <a:themeElements>
    <a:clrScheme name="comptia">
      <a:dk1>
        <a:srgbClr val="44545F"/>
      </a:dk1>
      <a:lt1>
        <a:srgbClr val="FFFFFF"/>
      </a:lt1>
      <a:dk2>
        <a:srgbClr val="004D71"/>
      </a:dk2>
      <a:lt2>
        <a:srgbClr val="EAEAEA"/>
      </a:lt2>
      <a:accent1>
        <a:srgbClr val="0A7DA0"/>
      </a:accent1>
      <a:accent2>
        <a:srgbClr val="005C76"/>
      </a:accent2>
      <a:accent3>
        <a:srgbClr val="AAECFF"/>
      </a:accent3>
      <a:accent4>
        <a:srgbClr val="B1B7BC"/>
      </a:accent4>
      <a:accent5>
        <a:srgbClr val="ED1C24"/>
      </a:accent5>
      <a:accent6>
        <a:srgbClr val="ED6D00"/>
      </a:accent6>
      <a:hlink>
        <a:srgbClr val="009DDC"/>
      </a:hlink>
      <a:folHlink>
        <a:srgbClr val="009DDC"/>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 id="{B402832D-5830-4CDF-9A65-30A7D70F5A75}" vid="{29739F99-7577-4204-9DE5-A5095C431B4D}"/>
    </a:ext>
  </a:ext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8.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BDCA4F5-B9C3-428E-AE32-135F698A9BDA}">
  <we:reference id="wa104178141" version="3.1.2.16" store="en-US" storeType="OMEX"/>
  <we:alternateReferences>
    <we:reference id="WA104178141" version="3.1.2.16"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5565</TotalTime>
  <Words>4225</Words>
  <Application>Microsoft Macintosh PowerPoint</Application>
  <PresentationFormat>Widescreen</PresentationFormat>
  <Paragraphs>695</Paragraphs>
  <Slides>110</Slides>
  <Notes>78</Notes>
  <HiddenSlides>0</HiddenSlides>
  <MMClips>0</MMClips>
  <ScaleCrop>false</ScaleCrop>
  <HeadingPairs>
    <vt:vector size="6" baseType="variant">
      <vt:variant>
        <vt:lpstr>Fonts Used</vt:lpstr>
      </vt:variant>
      <vt:variant>
        <vt:i4>12</vt:i4>
      </vt:variant>
      <vt:variant>
        <vt:lpstr>Theme</vt:lpstr>
      </vt:variant>
      <vt:variant>
        <vt:i4>8</vt:i4>
      </vt:variant>
      <vt:variant>
        <vt:lpstr>Slide Titles</vt:lpstr>
      </vt:variant>
      <vt:variant>
        <vt:i4>110</vt:i4>
      </vt:variant>
    </vt:vector>
  </HeadingPairs>
  <TitlesOfParts>
    <vt:vector size="130" baseType="lpstr">
      <vt:lpstr>Arial</vt:lpstr>
      <vt:lpstr>Calibri</vt:lpstr>
      <vt:lpstr>Calibri Light</vt:lpstr>
      <vt:lpstr>Century Gothic</vt:lpstr>
      <vt:lpstr>Century Schoolbook</vt:lpstr>
      <vt:lpstr>Georgia</vt:lpstr>
      <vt:lpstr>Impact</vt:lpstr>
      <vt:lpstr>Ink Free</vt:lpstr>
      <vt:lpstr>Open Sans</vt:lpstr>
      <vt:lpstr>Segoe Print</vt:lpstr>
      <vt:lpstr>Times New Roman</vt:lpstr>
      <vt:lpstr>Trebuchet MS</vt:lpstr>
      <vt:lpstr>Office Theme</vt:lpstr>
      <vt:lpstr>6_Office Theme</vt:lpstr>
      <vt:lpstr>9_Office Theme</vt:lpstr>
      <vt:lpstr>3_Office Theme</vt:lpstr>
      <vt:lpstr>comptia_ov</vt:lpstr>
      <vt:lpstr>4_Office Theme</vt:lpstr>
      <vt:lpstr>7_Office Theme</vt:lpstr>
      <vt:lpstr>2_Office Theme</vt:lpstr>
      <vt:lpstr> Domain 1  Information Security and Risk Management</vt:lpstr>
      <vt:lpstr>PowerPoint Presentation</vt:lpstr>
      <vt:lpstr>The 5 pillars of information security</vt:lpstr>
      <vt:lpstr>PowerPoint Presentation</vt:lpstr>
      <vt:lpstr>PowerPoint Presentation</vt:lpstr>
      <vt:lpstr>PowerPoint Presentation</vt:lpstr>
      <vt:lpstr>Security Governance</vt:lpstr>
      <vt:lpstr>Security Governance Principles</vt:lpstr>
      <vt:lpstr>PowerPoint Presentation</vt:lpstr>
      <vt:lpstr>Security Frameworks</vt:lpstr>
      <vt:lpstr>ISO 27000 Series</vt:lpstr>
      <vt:lpstr>ISO 27000 Series</vt:lpstr>
      <vt:lpstr>ISO/IEC 27001:2022</vt:lpstr>
      <vt:lpstr>PowerPoint Presentation</vt:lpstr>
      <vt:lpstr>PowerPoint Presentation</vt:lpstr>
      <vt:lpstr>PowerPoint Presentation</vt:lpstr>
      <vt:lpstr>PowerPoint Presentation</vt:lpstr>
      <vt:lpstr>PowerPoint Presentation</vt:lpstr>
      <vt:lpstr>FedRAMP</vt:lpstr>
      <vt:lpstr>Policies, Standards, Baselines, Guidelines, and Procedures</vt:lpstr>
      <vt:lpstr>Security Program should be based on</vt:lpstr>
      <vt:lpstr>Policies</vt:lpstr>
      <vt:lpstr>Components of Program Policy</vt:lpstr>
      <vt:lpstr>Exam Note</vt:lpstr>
      <vt:lpstr>Standards</vt:lpstr>
      <vt:lpstr>Exam Note</vt:lpstr>
      <vt:lpstr>Baselines </vt:lpstr>
      <vt:lpstr>Baselines</vt:lpstr>
      <vt:lpstr>Procedures</vt:lpstr>
      <vt:lpstr>Guidelines</vt:lpstr>
      <vt:lpstr>Risk Management</vt:lpstr>
      <vt:lpstr>PowerPoint Presentation</vt:lpstr>
      <vt:lpstr>Risk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Qualitative Risk Analysis</vt:lpstr>
      <vt:lpstr>Qualitative Risk Analysis</vt:lpstr>
      <vt:lpstr>Risk Analysis Matrix</vt:lpstr>
      <vt:lpstr>Qualitative Risk</vt:lpstr>
      <vt:lpstr>Qualitative Risk</vt:lpstr>
      <vt:lpstr>PowerPoint Presentation</vt:lpstr>
      <vt:lpstr>PowerPoint Presentation</vt:lpstr>
      <vt:lpstr>Quantitative Risk Analysis</vt:lpstr>
      <vt:lpstr>PowerPoint Presentation</vt:lpstr>
      <vt:lpstr>PowerPoint Presentation</vt:lpstr>
      <vt:lpstr>PowerPoint Presentation</vt:lpstr>
      <vt:lpstr>PowerPoint Presentation</vt:lpstr>
      <vt:lpstr>PowerPoint Presentation</vt:lpstr>
      <vt:lpstr>PowerPoint Presentation</vt:lpstr>
      <vt:lpstr>Annual Rate of Occurrence (ARO)</vt:lpstr>
      <vt:lpstr>PowerPoint Presentation</vt:lpstr>
      <vt:lpstr>PowerPoint Presentation</vt:lpstr>
      <vt:lpstr>PowerPoint Presentation</vt:lpstr>
      <vt:lpstr>Quantitative Risk Calculation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 Types</vt:lpstr>
      <vt:lpstr>PowerPoint Presentation</vt:lpstr>
      <vt:lpstr>PowerPoint Presentation</vt:lpstr>
      <vt:lpstr>PowerPoint Presentation</vt:lpstr>
      <vt:lpstr>PowerPoint Presentation</vt:lpstr>
      <vt:lpstr>Examples</vt:lpstr>
      <vt:lpstr>Examples</vt:lpstr>
      <vt:lpstr>Examples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Domain 1  Information Security and Risk Management</dc:title>
  <dc:creator>Alan Harrah</dc:creator>
  <cp:lastModifiedBy>Alan Harrah</cp:lastModifiedBy>
  <cp:revision>6</cp:revision>
  <dcterms:created xsi:type="dcterms:W3CDTF">2020-11-08T16:15:31Z</dcterms:created>
  <dcterms:modified xsi:type="dcterms:W3CDTF">2026-08-17T17:56:55Z</dcterms:modified>
</cp:coreProperties>
</file>
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  <p:sldMasterId id="2147483768" r:id="rId2"/>
    <p:sldMasterId id="2147483833" r:id="rId3"/>
    <p:sldMasterId id="2147483896" r:id="rId4"/>
  </p:sldMasterIdLst>
  <p:notesMasterIdLst>
    <p:notesMasterId r:id="rId27"/>
  </p:notesMasterIdLst>
  <p:sldIdLst>
    <p:sldId id="258" r:id="rId5"/>
    <p:sldId id="2467" r:id="rId6"/>
    <p:sldId id="2481" r:id="rId7"/>
    <p:sldId id="260" r:id="rId8"/>
    <p:sldId id="1959" r:id="rId9"/>
    <p:sldId id="2483" r:id="rId10"/>
    <p:sldId id="267" r:id="rId11"/>
    <p:sldId id="272" r:id="rId12"/>
    <p:sldId id="273" r:id="rId13"/>
    <p:sldId id="405" r:id="rId14"/>
    <p:sldId id="274" r:id="rId15"/>
    <p:sldId id="276" r:id="rId16"/>
    <p:sldId id="277" r:id="rId17"/>
    <p:sldId id="278" r:id="rId18"/>
    <p:sldId id="279" r:id="rId19"/>
    <p:sldId id="270" r:id="rId20"/>
    <p:sldId id="2309" r:id="rId21"/>
    <p:sldId id="1957" r:id="rId22"/>
    <p:sldId id="269" r:id="rId23"/>
    <p:sldId id="1915" r:id="rId24"/>
    <p:sldId id="266" r:id="rId25"/>
    <p:sldId id="24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&amp; Exam Outline" id="{F7142E05-4EA1-44D7-AB92-ACFFED5527C2}">
          <p14:sldIdLst>
            <p14:sldId id="258"/>
            <p14:sldId id="2467"/>
          </p14:sldIdLst>
        </p14:section>
        <p14:section name="Data Lifecycle" id="{0AD976BA-A5F7-4DA5-9076-D8517D600D97}">
          <p14:sldIdLst>
            <p14:sldId id="2481"/>
          </p14:sldIdLst>
        </p14:section>
        <p14:section name="Information Lifecycle" id="{F3653D0B-231C-4404-840C-D7FBC280A033}">
          <p14:sldIdLst>
            <p14:sldId id="260"/>
          </p14:sldIdLst>
        </p14:section>
        <p14:section name="Classification Fundamentals" id="{F830DA29-18B0-47E2-9CFF-27BECC8E46E4}">
          <p14:sldIdLst/>
        </p14:section>
        <p14:section name="Classification Levels &amp; Labels" id="{C07E309D-1C9D-4289-965C-C5AB12767A65}">
          <p14:sldIdLst>
            <p14:sldId id="1959"/>
            <p14:sldId id="2483"/>
          </p14:sldIdLst>
        </p14:section>
        <p14:section name="Asset Classification &amp; Baselines" id="{1E2F9A4B-4AD3-4C1F-986B-C00C25DAD71E}">
          <p14:sldIdLst>
            <p14:sldId id="267"/>
            <p14:sldId id="272"/>
          </p14:sldIdLst>
        </p14:section>
        <p14:section name="Sensitive Data &amp; PII" id="{5319EFE4-67C7-4810-B2FD-DD9EF72333E1}">
          <p14:sldIdLst>
            <p14:sldId id="273"/>
            <p14:sldId id="405"/>
          </p14:sldIdLst>
        </p14:section>
        <p14:section name="Privacy Assessments (PTA &amp; PIA)" id="{66CE205E-2737-46F4-B7E8-94AC451B5308}">
          <p14:sldIdLst/>
        </p14:section>
        <p14:section name="Data Ownership &amp; Governance Roles" id="{2614E7D9-D70E-4102-8DEB-D38E5367F238}">
          <p14:sldIdLst>
            <p14:sldId id="274"/>
            <p14:sldId id="276"/>
          </p14:sldIdLst>
        </p14:section>
        <p14:section name="GDPR Terms &amp; Exposure" id="{06565AB1-C0C1-4561-BFF6-C88DAC8ADF37}">
          <p14:sldIdLst>
            <p14:sldId id="277"/>
            <p14:sldId id="278"/>
            <p14:sldId id="279"/>
          </p14:sldIdLst>
        </p14:section>
        <p14:section name="Data Handling &amp; Security Controls" id="{CAD1E633-4CD4-428F-B2A9-393F0DA1D9CB}">
          <p14:sldIdLst/>
        </p14:section>
        <p14:section name="Encryption" id="{4A631BF4-D4E4-4C38-A1F2-E0D5432A4AE4}">
          <p14:sldIdLst>
            <p14:sldId id="270"/>
          </p14:sldIdLst>
        </p14:section>
        <p14:section name="Anonymization, Pseudonymization &amp; Masking" id="{2D7A6B6D-6894-4153-8A3E-4B477F2D5332}">
          <p14:sldIdLst/>
        </p14:section>
        <p14:section name="Emanations &amp; TEMPEST" id="{E896FE43-4F84-4DE3-BE11-CF91962DB91D}">
          <p14:sldIdLst>
            <p14:sldId id="2309"/>
            <p14:sldId id="1957"/>
          </p14:sldIdLst>
        </p14:section>
        <p14:section name="Record Retention" id="{13E230CE-3303-4CBA-B683-5D873AAAB51D}">
          <p14:sldIdLst>
            <p14:sldId id="269"/>
          </p14:sldIdLst>
        </p14:section>
        <p14:section name="Data Remanence &amp; Destruction Methods" id="{E9608135-C168-4DE4-A47C-9DEA71EE630A}">
          <p14:sldIdLst>
            <p14:sldId id="1915"/>
            <p14:sldId id="266"/>
            <p14:sldId id="24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0C105C-C20B-4E7D-AC58-086F79F8FECB}" v="1" dt="2026-08-10T15:20:08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26" autoAdjust="0"/>
    <p:restoredTop sz="94654" autoAdjust="0"/>
  </p:normalViewPr>
  <p:slideViewPr>
    <p:cSldViewPr snapToGrid="0">
      <p:cViewPr varScale="1">
        <p:scale>
          <a:sx n="121" d="100"/>
          <a:sy n="121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n Harrah" userId="13ac046d-2492-4a67-a5cf-463964845fac" providerId="ADAL" clId="{D4502DDC-EA26-47E9-A453-E89952727A4D}"/>
    <pc:docChg chg="custSel sldOrd addSection delSection modSection">
      <pc:chgData name="Alan Harrah" userId="13ac046d-2492-4a67-a5cf-463964845fac" providerId="ADAL" clId="{D4502DDC-EA26-47E9-A453-E89952727A4D}" dt="2026-08-06T15:47:54.937" v="1" actId="26606"/>
      <pc:docMkLst>
        <pc:docMk/>
      </pc:docMkLst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1162912424" sldId="258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60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65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66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67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68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69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70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72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73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74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76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77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78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79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2087367025" sldId="283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3680711475" sldId="372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2947910476" sldId="405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1749727203" sldId="1914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1734852431" sldId="1915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601745448" sldId="1919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2592276528" sldId="1957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800950233" sldId="1959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3969592253" sldId="2307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3598811071" sldId="2309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602063542" sldId="2467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2921244223" sldId="2471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2762586477" sldId="2480"/>
        </pc:sldMkLst>
      </pc:sldChg>
      <pc:sldChg chg="ord">
        <pc:chgData name="Alan Harrah" userId="13ac046d-2492-4a67-a5cf-463964845fac" providerId="ADAL" clId="{D4502DDC-EA26-47E9-A453-E89952727A4D}" dt="2026-08-06T15:47:54.937" v="1" actId="26606"/>
        <pc:sldMkLst>
          <pc:docMk/>
          <pc:sldMk cId="0" sldId="2481"/>
        </pc:sldMkLst>
      </pc:sldChg>
    </pc:docChg>
  </pc:docChgLst>
  <pc:docChgLst>
    <pc:chgData name="Alan Harrah" userId="9dbaa1db5e5d5f04" providerId="LiveId" clId="{F2266474-AB8E-5222-ACF9-7DCF1A0D72FA}"/>
    <pc:docChg chg="undo custSel addSld delSld modSld sldOrd delMainMaster modSection">
      <pc:chgData name="Alan Harrah" userId="9dbaa1db5e5d5f04" providerId="LiveId" clId="{F2266474-AB8E-5222-ACF9-7DCF1A0D72FA}" dt="2026-08-08T14:49:27.202" v="139" actId="2696"/>
      <pc:docMkLst>
        <pc:docMk/>
      </pc:docMkLst>
      <pc:sldChg chg="modSp mod">
        <pc:chgData name="Alan Harrah" userId="9dbaa1db5e5d5f04" providerId="LiveId" clId="{F2266474-AB8E-5222-ACF9-7DCF1A0D72FA}" dt="2026-08-08T14:47:50.454" v="135" actId="20577"/>
        <pc:sldMkLst>
          <pc:docMk/>
          <pc:sldMk cId="0" sldId="266"/>
        </pc:sldMkLst>
        <pc:spChg chg="mod">
          <ac:chgData name="Alan Harrah" userId="9dbaa1db5e5d5f04" providerId="LiveId" clId="{F2266474-AB8E-5222-ACF9-7DCF1A0D72FA}" dt="2026-08-08T14:47:50.454" v="135" actId="20577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Alan Harrah" userId="9dbaa1db5e5d5f04" providerId="LiveId" clId="{F2266474-AB8E-5222-ACF9-7DCF1A0D72FA}" dt="2026-08-08T14:31:10.048" v="31" actId="20577"/>
        <pc:sldMkLst>
          <pc:docMk/>
          <pc:sldMk cId="0" sldId="273"/>
        </pc:sldMkLst>
        <pc:spChg chg="mod">
          <ac:chgData name="Alan Harrah" userId="9dbaa1db5e5d5f04" providerId="LiveId" clId="{F2266474-AB8E-5222-ACF9-7DCF1A0D72FA}" dt="2026-08-08T14:28:47.303" v="12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28:43.825" v="11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28:17.377" v="8" actId="1076"/>
          <ac:spMkLst>
            <pc:docMk/>
            <pc:sldMk cId="0" sldId="273"/>
            <ac:spMk id="6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1:10.048" v="31" actId="20577"/>
          <ac:spMkLst>
            <pc:docMk/>
            <pc:sldMk cId="0" sldId="273"/>
            <ac:spMk id="7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28:38.887" v="10" actId="1076"/>
          <ac:spMkLst>
            <pc:docMk/>
            <pc:sldMk cId="0" sldId="273"/>
            <ac:spMk id="8" creationId="{00000000-0000-0000-0000-000000000000}"/>
          </ac:spMkLst>
        </pc:spChg>
      </pc:sldChg>
      <pc:sldChg chg="modSp mod">
        <pc:chgData name="Alan Harrah" userId="9dbaa1db5e5d5f04" providerId="LiveId" clId="{F2266474-AB8E-5222-ACF9-7DCF1A0D72FA}" dt="2026-08-08T14:33:16.280" v="66" actId="1076"/>
        <pc:sldMkLst>
          <pc:docMk/>
          <pc:sldMk cId="0" sldId="274"/>
        </pc:sldMkLst>
        <pc:spChg chg="mod">
          <ac:chgData name="Alan Harrah" userId="9dbaa1db5e5d5f04" providerId="LiveId" clId="{F2266474-AB8E-5222-ACF9-7DCF1A0D72FA}" dt="2026-08-08T14:32:36.845" v="57" actId="20577"/>
          <ac:spMkLst>
            <pc:docMk/>
            <pc:sldMk cId="0" sldId="274"/>
            <ac:spMk id="6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3:09.369" v="64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2:43.083" v="58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3:13.661" v="65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3:16.280" v="66" actId="1076"/>
          <ac:spMkLst>
            <pc:docMk/>
            <pc:sldMk cId="0" sldId="274"/>
            <ac:spMk id="10" creationId="{00000000-0000-0000-0000-000000000000}"/>
          </ac:spMkLst>
        </pc:spChg>
      </pc:sldChg>
      <pc:sldChg chg="modSp mod">
        <pc:chgData name="Alan Harrah" userId="9dbaa1db5e5d5f04" providerId="LiveId" clId="{F2266474-AB8E-5222-ACF9-7DCF1A0D72FA}" dt="2026-08-08T14:33:59.133" v="69" actId="14100"/>
        <pc:sldMkLst>
          <pc:docMk/>
          <pc:sldMk cId="0" sldId="276"/>
        </pc:sldMkLst>
        <pc:spChg chg="mod">
          <ac:chgData name="Alan Harrah" userId="9dbaa1db5e5d5f04" providerId="LiveId" clId="{F2266474-AB8E-5222-ACF9-7DCF1A0D72FA}" dt="2026-08-08T14:33:45.197" v="68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3:59.133" v="69" actId="14100"/>
          <ac:spMkLst>
            <pc:docMk/>
            <pc:sldMk cId="0" sldId="276"/>
            <ac:spMk id="11" creationId="{00000000-0000-0000-0000-000000000000}"/>
          </ac:spMkLst>
        </pc:spChg>
      </pc:sldChg>
      <pc:sldChg chg="modSp mod">
        <pc:chgData name="Alan Harrah" userId="9dbaa1db5e5d5f04" providerId="LiveId" clId="{F2266474-AB8E-5222-ACF9-7DCF1A0D72FA}" dt="2026-08-08T14:34:13.967" v="71" actId="1076"/>
        <pc:sldMkLst>
          <pc:docMk/>
          <pc:sldMk cId="0" sldId="277"/>
        </pc:sldMkLst>
        <pc:spChg chg="mod">
          <ac:chgData name="Alan Harrah" userId="9dbaa1db5e5d5f04" providerId="LiveId" clId="{F2266474-AB8E-5222-ACF9-7DCF1A0D72FA}" dt="2026-08-08T14:34:13.967" v="71" actId="1076"/>
          <ac:spMkLst>
            <pc:docMk/>
            <pc:sldMk cId="0" sldId="277"/>
            <ac:spMk id="6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4:09.545" v="70" actId="1076"/>
          <ac:spMkLst>
            <pc:docMk/>
            <pc:sldMk cId="0" sldId="277"/>
            <ac:spMk id="7" creationId="{00000000-0000-0000-0000-000000000000}"/>
          </ac:spMkLst>
        </pc:spChg>
      </pc:sldChg>
      <pc:sldChg chg="delSp modSp mod">
        <pc:chgData name="Alan Harrah" userId="9dbaa1db5e5d5f04" providerId="LiveId" clId="{F2266474-AB8E-5222-ACF9-7DCF1A0D72FA}" dt="2026-08-08T14:35:48.413" v="89" actId="478"/>
        <pc:sldMkLst>
          <pc:docMk/>
          <pc:sldMk cId="0" sldId="278"/>
        </pc:sldMkLst>
        <pc:spChg chg="mod">
          <ac:chgData name="Alan Harrah" userId="9dbaa1db5e5d5f04" providerId="LiveId" clId="{F2266474-AB8E-5222-ACF9-7DCF1A0D72FA}" dt="2026-08-08T14:35:13.109" v="81" actId="1076"/>
          <ac:spMkLst>
            <pc:docMk/>
            <pc:sldMk cId="0" sldId="278"/>
            <ac:spMk id="6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4:36.347" v="72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5:00.459" v="79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5:29.097" v="84" actId="107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5:35.824" v="86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5:02.958" v="80" actId="107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5:31.804" v="85" actId="107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Alan Harrah" userId="9dbaa1db5e5d5f04" providerId="LiveId" clId="{F2266474-AB8E-5222-ACF9-7DCF1A0D72FA}" dt="2026-08-08T14:35:39.295" v="87" actId="1076"/>
          <ac:spMkLst>
            <pc:docMk/>
            <pc:sldMk cId="0" sldId="278"/>
            <ac:spMk id="16" creationId="{00000000-0000-0000-0000-000000000000}"/>
          </ac:spMkLst>
        </pc:spChg>
      </pc:sldChg>
      <pc:sldChg chg="add del">
        <pc:chgData name="Alan Harrah" userId="9dbaa1db5e5d5f04" providerId="LiveId" clId="{F2266474-AB8E-5222-ACF9-7DCF1A0D72FA}" dt="2026-08-08T14:47:13.718" v="129" actId="2696"/>
        <pc:sldMkLst>
          <pc:docMk/>
          <pc:sldMk cId="2087367025" sldId="283"/>
        </pc:sldMkLst>
      </pc:sldChg>
      <pc:sldChg chg="ord">
        <pc:chgData name="Alan Harrah" userId="9dbaa1db5e5d5f04" providerId="LiveId" clId="{F2266474-AB8E-5222-ACF9-7DCF1A0D72FA}" dt="2026-08-08T14:47:37.986" v="131" actId="20578"/>
        <pc:sldMkLst>
          <pc:docMk/>
          <pc:sldMk cId="1734852431" sldId="1915"/>
        </pc:sldMkLst>
      </pc:sldChg>
      <pc:sldChg chg="modSp mod modShow">
        <pc:chgData name="Alan Harrah" userId="9dbaa1db5e5d5f04" providerId="LiveId" clId="{F2266474-AB8E-5222-ACF9-7DCF1A0D72FA}" dt="2026-08-08T14:31:39.902" v="50" actId="729"/>
        <pc:sldMkLst>
          <pc:docMk/>
          <pc:sldMk cId="1485722786" sldId="1938"/>
        </pc:sldMkLst>
        <pc:spChg chg="mod">
          <ac:chgData name="Alan Harrah" userId="9dbaa1db5e5d5f04" providerId="LiveId" clId="{F2266474-AB8E-5222-ACF9-7DCF1A0D72FA}" dt="2026-08-08T14:31:31.730" v="49" actId="20577"/>
          <ac:spMkLst>
            <pc:docMk/>
            <pc:sldMk cId="1485722786" sldId="1938"/>
            <ac:spMk id="2" creationId="{2EFD8EA9-14F7-4BF8-AA17-BAE37E7B1959}"/>
          </ac:spMkLst>
        </pc:spChg>
      </pc:sldChg>
      <pc:sldChg chg="mod modShow">
        <pc:chgData name="Alan Harrah" userId="9dbaa1db5e5d5f04" providerId="LiveId" clId="{F2266474-AB8E-5222-ACF9-7DCF1A0D72FA}" dt="2026-08-08T14:47:00.666" v="127" actId="34476"/>
        <pc:sldMkLst>
          <pc:docMk/>
          <pc:sldMk cId="2592276528" sldId="1957"/>
        </pc:sldMkLst>
      </pc:sldChg>
      <pc:sldChg chg="modSp mod">
        <pc:chgData name="Alan Harrah" userId="9dbaa1db5e5d5f04" providerId="LiveId" clId="{F2266474-AB8E-5222-ACF9-7DCF1A0D72FA}" dt="2026-08-08T14:31:19.212" v="32" actId="1076"/>
        <pc:sldMkLst>
          <pc:docMk/>
          <pc:sldMk cId="3969592253" sldId="2307"/>
        </pc:sldMkLst>
        <pc:spChg chg="mod">
          <ac:chgData name="Alan Harrah" userId="9dbaa1db5e5d5f04" providerId="LiveId" clId="{F2266474-AB8E-5222-ACF9-7DCF1A0D72FA}" dt="2026-08-08T14:31:19.212" v="32" actId="1076"/>
          <ac:spMkLst>
            <pc:docMk/>
            <pc:sldMk cId="3969592253" sldId="2307"/>
            <ac:spMk id="3" creationId="{E6A29ECD-541F-4F0B-81DE-0F8C8479CF04}"/>
          </ac:spMkLst>
        </pc:spChg>
      </pc:sldChg>
      <pc:sldChg chg="mod modShow">
        <pc:chgData name="Alan Harrah" userId="9dbaa1db5e5d5f04" providerId="LiveId" clId="{F2266474-AB8E-5222-ACF9-7DCF1A0D72FA}" dt="2026-08-08T14:46:57.957" v="126" actId="34476"/>
        <pc:sldMkLst>
          <pc:docMk/>
          <pc:sldMk cId="3598811071" sldId="2309"/>
        </pc:sldMkLst>
      </pc:sldChg>
      <pc:sldChg chg="add">
        <pc:chgData name="Alan Harrah" userId="9dbaa1db5e5d5f04" providerId="LiveId" clId="{F2266474-AB8E-5222-ACF9-7DCF1A0D72FA}" dt="2026-08-08T14:46:34.575" v="125"/>
        <pc:sldMkLst>
          <pc:docMk/>
          <pc:sldMk cId="2773032590" sldId="2335"/>
        </pc:sldMkLst>
      </pc:sldChg>
      <pc:sldChg chg="add">
        <pc:chgData name="Alan Harrah" userId="9dbaa1db5e5d5f04" providerId="LiveId" clId="{F2266474-AB8E-5222-ACF9-7DCF1A0D72FA}" dt="2026-08-08T14:46:34.575" v="125"/>
        <pc:sldMkLst>
          <pc:docMk/>
          <pc:sldMk cId="3989738479" sldId="2345"/>
        </pc:sldMkLst>
      </pc:sldChg>
      <pc:sldChg chg="add">
        <pc:chgData name="Alan Harrah" userId="9dbaa1db5e5d5f04" providerId="LiveId" clId="{F2266474-AB8E-5222-ACF9-7DCF1A0D72FA}" dt="2026-08-08T14:46:34.575" v="125"/>
        <pc:sldMkLst>
          <pc:docMk/>
          <pc:sldMk cId="1877079243" sldId="2346"/>
        </pc:sldMkLst>
      </pc:sldChg>
      <pc:sldChg chg="delSp modSp add mod setBg delDesignElem">
        <pc:chgData name="Alan Harrah" userId="9dbaa1db5e5d5f04" providerId="LiveId" clId="{F2266474-AB8E-5222-ACF9-7DCF1A0D72FA}" dt="2026-08-08T14:30:46.171" v="28" actId="1076"/>
        <pc:sldMkLst>
          <pc:docMk/>
          <pc:sldMk cId="1610576665" sldId="2474"/>
        </pc:sldMkLst>
        <pc:spChg chg="mod">
          <ac:chgData name="Alan Harrah" userId="9dbaa1db5e5d5f04" providerId="LiveId" clId="{F2266474-AB8E-5222-ACF9-7DCF1A0D72FA}" dt="2026-08-08T14:30:41.266" v="27" actId="1076"/>
          <ac:spMkLst>
            <pc:docMk/>
            <pc:sldMk cId="1610576665" sldId="2474"/>
            <ac:spMk id="2" creationId="{A0383941-5694-E4E2-6E3E-0551FF00782A}"/>
          </ac:spMkLst>
        </pc:spChg>
        <pc:spChg chg="mod">
          <ac:chgData name="Alan Harrah" userId="9dbaa1db5e5d5f04" providerId="LiveId" clId="{F2266474-AB8E-5222-ACF9-7DCF1A0D72FA}" dt="2026-08-08T14:30:46.171" v="28" actId="1076"/>
          <ac:spMkLst>
            <pc:docMk/>
            <pc:sldMk cId="1610576665" sldId="2474"/>
            <ac:spMk id="3" creationId="{136D3911-673F-91E7-51D7-EBEE74A9B1DB}"/>
          </ac:spMkLst>
        </pc:spChg>
      </pc:sldChg>
      <pc:sldChg chg="modSp mod">
        <pc:chgData name="Alan Harrah" userId="9dbaa1db5e5d5f04" providerId="LiveId" clId="{F2266474-AB8E-5222-ACF9-7DCF1A0D72FA}" dt="2026-08-08T14:49:15.106" v="138" actId="1076"/>
        <pc:sldMkLst>
          <pc:docMk/>
          <pc:sldMk cId="2762586477" sldId="2480"/>
        </pc:sldMkLst>
        <pc:spChg chg="mod">
          <ac:chgData name="Alan Harrah" userId="9dbaa1db5e5d5f04" providerId="LiveId" clId="{F2266474-AB8E-5222-ACF9-7DCF1A0D72FA}" dt="2026-08-08T14:49:15.106" v="138" actId="1076"/>
          <ac:spMkLst>
            <pc:docMk/>
            <pc:sldMk cId="2762586477" sldId="2480"/>
            <ac:spMk id="2" creationId="{EF8BDBFF-1ED4-994A-C2B7-1C8196F66B2D}"/>
          </ac:spMkLst>
        </pc:spChg>
        <pc:spChg chg="mod">
          <ac:chgData name="Alan Harrah" userId="9dbaa1db5e5d5f04" providerId="LiveId" clId="{F2266474-AB8E-5222-ACF9-7DCF1A0D72FA}" dt="2026-08-08T14:49:11.139" v="137" actId="1076"/>
          <ac:spMkLst>
            <pc:docMk/>
            <pc:sldMk cId="2762586477" sldId="2480"/>
            <ac:spMk id="3" creationId="{260CC99E-BD11-8103-3399-753C458D37FA}"/>
          </ac:spMkLst>
        </pc:spChg>
      </pc:sldChg>
      <pc:sldChg chg="add">
        <pc:chgData name="Alan Harrah" userId="9dbaa1db5e5d5f04" providerId="LiveId" clId="{F2266474-AB8E-5222-ACF9-7DCF1A0D72FA}" dt="2026-08-08T14:46:00.211" v="117"/>
        <pc:sldMkLst>
          <pc:docMk/>
          <pc:sldMk cId="3886172697" sldId="2482"/>
        </pc:sldMkLst>
      </pc:sldChg>
    </pc:docChg>
  </pc:docChgLst>
  <pc:docChgLst>
    <pc:chgData name="Alan Harrah" userId="9dbaa1db5e5d5f04" providerId="LiveId" clId="{D4502DDC-EA26-47E9-A453-E89952727A4D}"/>
    <pc:docChg chg="custSel addSld delSld modSld sldOrd modSection">
      <pc:chgData name="Alan Harrah" userId="9dbaa1db5e5d5f04" providerId="LiveId" clId="{D4502DDC-EA26-47E9-A453-E89952727A4D}" dt="2026-08-10T15:23:32.755" v="58" actId="1076"/>
      <pc:docMkLst>
        <pc:docMk/>
      </pc:docMkLst>
      <pc:sldChg chg="add del mod modShow">
        <pc:chgData name="Alan Harrah" userId="9dbaa1db5e5d5f04" providerId="LiveId" clId="{D4502DDC-EA26-47E9-A453-E89952727A4D}" dt="2026-08-10T15:17:20.999" v="43" actId="2696"/>
        <pc:sldMkLst>
          <pc:docMk/>
          <pc:sldMk cId="0" sldId="259"/>
        </pc:sldMkLst>
      </pc:sldChg>
      <pc:sldChg chg="modSp add mod modShow">
        <pc:chgData name="Alan Harrah" userId="9dbaa1db5e5d5f04" providerId="LiveId" clId="{D4502DDC-EA26-47E9-A453-E89952727A4D}" dt="2026-08-10T15:19:05.676" v="49" actId="34476"/>
        <pc:sldMkLst>
          <pc:docMk/>
          <pc:sldMk cId="0" sldId="260"/>
        </pc:sldMkLst>
        <pc:spChg chg="mod">
          <ac:chgData name="Alan Harrah" userId="9dbaa1db5e5d5f04" providerId="LiveId" clId="{D4502DDC-EA26-47E9-A453-E89952727A4D}" dt="2026-08-10T15:17:30.207" v="45" actId="14100"/>
          <ac:spMkLst>
            <pc:docMk/>
            <pc:sldMk cId="0" sldId="260"/>
            <ac:spMk id="24" creationId="{00000000-0000-0000-0000-000000000000}"/>
          </ac:spMkLst>
        </pc:spChg>
      </pc:sldChg>
      <pc:sldChg chg="delSp add del mod modShow">
        <pc:chgData name="Alan Harrah" userId="9dbaa1db5e5d5f04" providerId="LiveId" clId="{D4502DDC-EA26-47E9-A453-E89952727A4D}" dt="2026-08-10T15:16:43.450" v="42" actId="2696"/>
        <pc:sldMkLst>
          <pc:docMk/>
          <pc:sldMk cId="0" sldId="261"/>
        </pc:sldMkLst>
        <pc:spChg chg="del">
          <ac:chgData name="Alan Harrah" userId="9dbaa1db5e5d5f04" providerId="LiveId" clId="{D4502DDC-EA26-47E9-A453-E89952727A4D}" dt="2026-08-10T15:16:19.642" v="41" actId="478"/>
          <ac:spMkLst>
            <pc:docMk/>
            <pc:sldMk cId="0" sldId="261"/>
            <ac:spMk id="21" creationId="{00000000-0000-0000-0000-000000000000}"/>
          </ac:spMkLst>
        </pc:spChg>
      </pc:sldChg>
      <pc:sldChg chg="delSp modSp add del mod modClrScheme chgLayout">
        <pc:chgData name="Alan Harrah" userId="9dbaa1db5e5d5f04" providerId="LiveId" clId="{D4502DDC-EA26-47E9-A453-E89952727A4D}" dt="2026-08-10T15:18:58.783" v="47" actId="2696"/>
        <pc:sldMkLst>
          <pc:docMk/>
          <pc:sldMk cId="0" sldId="263"/>
        </pc:sldMkLst>
        <pc:spChg chg="mod">
          <ac:chgData name="Alan Harrah" userId="9dbaa1db5e5d5f04" providerId="LiveId" clId="{D4502DDC-EA26-47E9-A453-E89952727A4D}" dt="2026-08-10T15:15:04.902" v="39" actId="14100"/>
          <ac:spMkLst>
            <pc:docMk/>
            <pc:sldMk cId="0" sldId="263"/>
            <ac:spMk id="12" creationId="{00000000-0000-0000-0000-000000000000}"/>
          </ac:spMkLst>
        </pc:spChg>
        <pc:spChg chg="del">
          <ac:chgData name="Alan Harrah" userId="9dbaa1db5e5d5f04" providerId="LiveId" clId="{D4502DDC-EA26-47E9-A453-E89952727A4D}" dt="2026-08-10T15:14:53.630" v="37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Alan Harrah" userId="9dbaa1db5e5d5f04" providerId="LiveId" clId="{D4502DDC-EA26-47E9-A453-E89952727A4D}" dt="2026-08-10T15:14:58.779" v="38" actId="478"/>
          <ac:spMkLst>
            <pc:docMk/>
            <pc:sldMk cId="0" sldId="263"/>
            <ac:spMk id="15" creationId="{00000000-0000-0000-0000-000000000000}"/>
          </ac:spMkLst>
        </pc:spChg>
      </pc:sldChg>
      <pc:sldChg chg="modSp add del mod modClrScheme chgLayout">
        <pc:chgData name="Alan Harrah" userId="9dbaa1db5e5d5f04" providerId="LiveId" clId="{D4502DDC-EA26-47E9-A453-E89952727A4D}" dt="2026-08-10T15:22:32.675" v="56" actId="2696"/>
        <pc:sldMkLst>
          <pc:docMk/>
          <pc:sldMk cId="0" sldId="265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65"/>
            <ac:spMk id="3" creationId="{00000000-0000-0000-0000-000000000000}"/>
          </ac:spMkLst>
        </pc:spChg>
      </pc:sldChg>
      <pc:sldChg chg="modSp 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66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66"/>
            <ac:spMk id="3" creationId="{00000000-0000-0000-0000-000000000000}"/>
          </ac:spMkLst>
        </pc:spChg>
      </pc:sldChg>
      <pc:sldChg chg="modSp 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67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67"/>
            <ac:spMk id="3" creationId="{00000000-0000-0000-0000-000000000000}"/>
          </ac:spMkLst>
        </pc:spChg>
      </pc:sldChg>
      <pc:sldChg chg="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68"/>
        </pc:sldMkLst>
      </pc:sldChg>
      <pc:sldChg chg="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69"/>
        </pc:sldMkLst>
      </pc:sldChg>
      <pc:sldChg chg="modSp 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70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70"/>
            <ac:spMk id="3" creationId="{00000000-0000-0000-0000-000000000000}"/>
          </ac:spMkLst>
        </pc:spChg>
      </pc:sldChg>
      <pc:sldChg chg="modSp add del mod modClrScheme modShow chgLayout">
        <pc:chgData name="Alan Harrah" userId="9dbaa1db5e5d5f04" providerId="LiveId" clId="{D4502DDC-EA26-47E9-A453-E89952727A4D}" dt="2026-08-10T15:17:42.331" v="46" actId="2696"/>
        <pc:sldMkLst>
          <pc:docMk/>
          <pc:sldMk cId="0" sldId="271"/>
        </pc:sldMkLst>
      </pc:sldChg>
      <pc:sldChg chg="modSp 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72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72"/>
            <ac:spMk id="3" creationId="{00000000-0000-0000-0000-000000000000}"/>
          </ac:spMkLst>
        </pc:spChg>
      </pc:sldChg>
      <pc:sldChg chg="modSp 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73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73"/>
            <ac:spMk id="3" creationId="{00000000-0000-0000-0000-000000000000}"/>
          </ac:spMkLst>
        </pc:spChg>
      </pc:sldChg>
      <pc:sldChg chg="modSp 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74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74"/>
            <ac:spMk id="3" creationId="{00000000-0000-0000-0000-000000000000}"/>
          </ac:spMkLst>
        </pc:spChg>
      </pc:sldChg>
      <pc:sldChg chg="modSp 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76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76"/>
            <ac:spMk id="3" creationId="{00000000-0000-0000-0000-000000000000}"/>
          </ac:spMkLst>
        </pc:spChg>
      </pc:sldChg>
      <pc:sldChg chg="modSp 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77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77"/>
            <ac:spMk id="3" creationId="{00000000-0000-0000-0000-000000000000}"/>
          </ac:spMkLst>
        </pc:spChg>
      </pc:sldChg>
      <pc:sldChg chg="modSp add mod modClrScheme chgLayout">
        <pc:chgData name="Alan Harrah" userId="9dbaa1db5e5d5f04" providerId="LiveId" clId="{D4502DDC-EA26-47E9-A453-E89952727A4D}" dt="2026-08-06T17:17:59.341" v="29" actId="1076"/>
        <pc:sldMkLst>
          <pc:docMk/>
          <pc:sldMk cId="0" sldId="278"/>
        </pc:sldMkLst>
        <pc:spChg chg="mod ord">
          <ac:chgData name="Alan Harrah" userId="9dbaa1db5e5d5f04" providerId="LiveId" clId="{D4502DDC-EA26-47E9-A453-E89952727A4D}" dt="2026-08-05T15:38:48.791" v="1"/>
          <ac:spMkLst>
            <pc:docMk/>
            <pc:sldMk cId="0" sldId="278"/>
            <ac:spMk id="3" creationId="{00000000-0000-0000-0000-000000000000}"/>
          </ac:spMkLst>
        </pc:spChg>
        <pc:spChg chg="mod">
          <ac:chgData name="Alan Harrah" userId="9dbaa1db5e5d5f04" providerId="LiveId" clId="{D4502DDC-EA26-47E9-A453-E89952727A4D}" dt="2026-08-06T17:17:59.341" v="29" actId="1076"/>
          <ac:spMkLst>
            <pc:docMk/>
            <pc:sldMk cId="0" sldId="278"/>
            <ac:spMk id="9" creationId="{00000000-0000-0000-0000-000000000000}"/>
          </ac:spMkLst>
        </pc:spChg>
      </pc:sldChg>
      <pc:sldChg chg="add mod modClrScheme chgLayout">
        <pc:chgData name="Alan Harrah" userId="9dbaa1db5e5d5f04" providerId="LiveId" clId="{D4502DDC-EA26-47E9-A453-E89952727A4D}" dt="2026-08-05T15:38:48.791" v="1"/>
        <pc:sldMkLst>
          <pc:docMk/>
          <pc:sldMk cId="0" sldId="279"/>
        </pc:sldMkLst>
      </pc:sldChg>
      <pc:sldChg chg="del mod modShow">
        <pc:chgData name="Alan Harrah" userId="9dbaa1db5e5d5f04" providerId="LiveId" clId="{D4502DDC-EA26-47E9-A453-E89952727A4D}" dt="2026-08-10T15:22:46.269" v="57" actId="2696"/>
        <pc:sldMkLst>
          <pc:docMk/>
          <pc:sldMk cId="2087367025" sldId="283"/>
        </pc:sldMkLst>
      </pc:sldChg>
      <pc:sldChg chg="add del">
        <pc:chgData name="Alan Harrah" userId="9dbaa1db5e5d5f04" providerId="LiveId" clId="{D4502DDC-EA26-47E9-A453-E89952727A4D}" dt="2026-08-10T15:22:08.405" v="55" actId="2696"/>
        <pc:sldMkLst>
          <pc:docMk/>
          <pc:sldMk cId="1485722786" sldId="1938"/>
        </pc:sldMkLst>
      </pc:sldChg>
      <pc:sldChg chg="mod modShow">
        <pc:chgData name="Alan Harrah" userId="9dbaa1db5e5d5f04" providerId="LiveId" clId="{D4502DDC-EA26-47E9-A453-E89952727A4D}" dt="2026-08-06T17:19:41.554" v="36" actId="729"/>
        <pc:sldMkLst>
          <pc:docMk/>
          <pc:sldMk cId="2592276528" sldId="1957"/>
        </pc:sldMkLst>
      </pc:sldChg>
      <pc:sldChg chg="ord">
        <pc:chgData name="Alan Harrah" userId="9dbaa1db5e5d5f04" providerId="LiveId" clId="{D4502DDC-EA26-47E9-A453-E89952727A4D}" dt="2026-08-06T17:15:16.743" v="17"/>
        <pc:sldMkLst>
          <pc:docMk/>
          <pc:sldMk cId="800950233" sldId="1959"/>
        </pc:sldMkLst>
      </pc:sldChg>
      <pc:sldChg chg="ord">
        <pc:chgData name="Alan Harrah" userId="9dbaa1db5e5d5f04" providerId="LiveId" clId="{D4502DDC-EA26-47E9-A453-E89952727A4D}" dt="2026-08-06T17:16:16.534" v="26"/>
        <pc:sldMkLst>
          <pc:docMk/>
          <pc:sldMk cId="3969592253" sldId="2307"/>
        </pc:sldMkLst>
      </pc:sldChg>
      <pc:sldChg chg="mod modShow">
        <pc:chgData name="Alan Harrah" userId="9dbaa1db5e5d5f04" providerId="LiveId" clId="{D4502DDC-EA26-47E9-A453-E89952727A4D}" dt="2026-08-06T17:19:41.554" v="36" actId="729"/>
        <pc:sldMkLst>
          <pc:docMk/>
          <pc:sldMk cId="3598811071" sldId="2309"/>
        </pc:sldMkLst>
      </pc:sldChg>
      <pc:sldChg chg="ord">
        <pc:chgData name="Alan Harrah" userId="9dbaa1db5e5d5f04" providerId="LiveId" clId="{D4502DDC-EA26-47E9-A453-E89952727A4D}" dt="2026-08-10T15:20:53.900" v="54"/>
        <pc:sldMkLst>
          <pc:docMk/>
          <pc:sldMk cId="2921244223" sldId="2471"/>
        </pc:sldMkLst>
      </pc:sldChg>
      <pc:sldChg chg="delSp modSp add mod modShow">
        <pc:chgData name="Alan Harrah" userId="9dbaa1db5e5d5f04" providerId="LiveId" clId="{D4502DDC-EA26-47E9-A453-E89952727A4D}" dt="2026-08-10T15:23:32.755" v="58" actId="1076"/>
        <pc:sldMkLst>
          <pc:docMk/>
          <pc:sldMk cId="0" sldId="2481"/>
        </pc:sldMkLst>
        <pc:spChg chg="mod">
          <ac:chgData name="Alan Harrah" userId="9dbaa1db5e5d5f04" providerId="LiveId" clId="{D4502DDC-EA26-47E9-A453-E89952727A4D}" dt="2026-08-10T15:23:32.755" v="58" actId="1076"/>
          <ac:spMkLst>
            <pc:docMk/>
            <pc:sldMk cId="0" sldId="2481"/>
            <ac:spMk id="2" creationId="{00000000-0000-0000-0000-000000000000}"/>
          </ac:spMkLst>
        </pc:spChg>
        <pc:spChg chg="del">
          <ac:chgData name="Alan Harrah" userId="9dbaa1db5e5d5f04" providerId="LiveId" clId="{D4502DDC-EA26-47E9-A453-E89952727A4D}" dt="2026-08-10T15:16:00.158" v="40" actId="478"/>
          <ac:spMkLst>
            <pc:docMk/>
            <pc:sldMk cId="0" sldId="2481"/>
            <ac:spMk id="21" creationId="{00000000-0000-0000-0000-000000000000}"/>
          </ac:spMkLst>
        </pc:spChg>
      </pc:sldChg>
      <pc:sldChg chg="modSp add mod">
        <pc:chgData name="Alan Harrah" userId="9dbaa1db5e5d5f04" providerId="LiveId" clId="{D4502DDC-EA26-47E9-A453-E89952727A4D}" dt="2026-08-10T15:20:45.124" v="52" actId="1076"/>
        <pc:sldMkLst>
          <pc:docMk/>
          <pc:sldMk cId="0" sldId="2483"/>
        </pc:sldMkLst>
        <pc:spChg chg="mod">
          <ac:chgData name="Alan Harrah" userId="9dbaa1db5e5d5f04" providerId="LiveId" clId="{D4502DDC-EA26-47E9-A453-E89952727A4D}" dt="2026-08-10T15:20:45.124" v="52" actId="1076"/>
          <ac:spMkLst>
            <pc:docMk/>
            <pc:sldMk cId="0" sldId="2483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EF3C4-8476-4408-BAF5-0E9099EBA87F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E0754-FC1E-4B90-8AFC-06EC2377D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07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D96D-9414-4EC8-A049-EF82295A5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C6E59-6730-4555-8BFD-8EE7BDB80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E135F-308B-4473-929E-DFCA5C05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CA6EA-5E55-4989-A1FB-B842E091D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F4E6F-E349-4F9D-99BC-BCB8A1DA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CEE424-0FFA-4AA4-A1A5-B7F5CCD2C7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7EE6-2D42-467D-9B55-AD820F3D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C94BF-E13C-4E7D-B64D-211A75AA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45BBE-18CC-4363-9346-7323552D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9B05-AAF6-4FA0-817F-C762E7BB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F6B0E-B8A3-4B99-B866-49EF2C49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71C898-921A-43C0-A273-CD50A1FC5A6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7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1500-E5D1-418E-9098-C20220AED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86FEB-8B24-4C8A-8555-0C86EC43B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C8796-81AF-4314-AC44-0A1FE3E52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FCDF3-74C7-4035-85FB-6EDBFE0E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55A79-DA1F-412A-9058-983A150F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7491A-861A-4D72-AC54-CF01F711CA3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8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7405-392F-464C-A52F-1C83EF74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E9CDE-C9A7-4B26-A2BD-C4DDDE8D4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85209-BE00-42C9-879D-8E8A53D2A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5258B-6442-4DAC-9FE3-90F48DC1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6D757-7169-4F5E-A205-B4D94DA0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A6FD9-F6D0-4896-950E-EB4A1806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1E87E9-14EC-4A07-A9A5-2D721D2002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1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9470-989E-442D-A4EF-F729C9D8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04661-2D80-4E9E-ACC4-30C38D38A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DEF38-43DE-4A82-8D84-5B5D11925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6EE9BB-1F9B-4CE6-9C1C-02824C7AB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C48FE3-B056-4947-B219-420A7E4D4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0F1E42-5454-4907-826F-D23BF42E8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238EAD-1970-404A-8604-1A956D00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63C5D-76E4-4C33-B0E9-41B6A4DB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133DF3-993D-4955-9786-BDF29A7F751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6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BD47-F864-493B-9BBF-55D1EB228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88066-E590-4858-A6C7-77BA45A5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B0BB7-4A53-410D-BDAE-CE5D59B94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A1E79-B215-4913-A329-41EB9058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3ED260-11F0-4911-A926-0EBAD8F3E0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6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C3FC3-FE85-4A69-BCAD-578ACB595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E1B13-D7C1-4F9B-9513-2AEC0C0D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AAEE8-A4AB-4759-858F-82675D76C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BCC0D7-B44A-4DD8-B23C-0F6CD83D54C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1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DD4E-0C25-4E78-9F9B-349620D76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FD2BE-CD29-42E1-94C5-6DE5AD590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6D0B0-DDF8-4C62-9070-2F3FCBF08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72742-D0EA-40E8-95BB-22B4D1AB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52503-DF51-40F0-9D0D-F5E9EF42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7E99A-233B-40A5-AC3C-EFDCE74E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859F8-1D27-42EB-85B4-A8EC42F6A3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4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9E23-6EB6-4C2C-B26A-6CFCD156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9BFEB1-F5D8-4DAB-9A8C-AD71A0449F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23EBE-6D8D-46D1-A268-F181C2156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12B15-BCD6-4536-A2B0-4AA60A9F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213FD-1590-4E4E-B85D-22AB98D7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057E2-499D-40F0-92F1-0351DB96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7277D7-1E82-48C9-BDE8-BDA911F227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43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2D59D-AE53-441B-AC99-020BDF18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FED38-2E17-422E-A20F-B63CF9B75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A3EE7-DB6E-423C-8AE8-7032C3FD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87CC8-A5A5-4FDB-B206-2CCD0BC2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D08AC-234C-483F-9187-2DD86F1D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C6EA26-6707-4AE4-93A5-0F006B1E3C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52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3479BF-F279-4287-BE6C-EC747C3A3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8311E-C542-4BE4-9E8E-7359C1EE2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A793C-4B14-436C-88E3-6A57DA42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96D46-003B-4E4C-A79D-C1D51607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D04B6-F12F-4F9C-8474-B46D7FAF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B30097-E05E-45A5-BB98-DACA28B7825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05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Fi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1925" y="1302040"/>
            <a:ext cx="846015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1926" y="100270"/>
            <a:ext cx="7883768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61365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553200" y="6396398"/>
            <a:ext cx="2133600" cy="304440"/>
          </a:xfrm>
          <a:prstGeom prst="rect">
            <a:avLst/>
          </a:prstGeom>
        </p:spPr>
        <p:txBody>
          <a:bodyPr wrap="square" lIns="65023" tIns="65023" rIns="65023" bIns="65023" anchor="b"/>
          <a:lstStyle>
            <a:lvl1pPr algn="r" defTabSz="642915">
              <a:defRPr sz="1125">
                <a:effectLst>
                  <a:outerShdw blurRad="12700" dist="25400" dir="2700000" rotWithShape="0">
                    <a:srgbClr val="000000"/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093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5488-3BF0-4B50-81CD-E460E7E3E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53420-4EFD-4AF5-A3C0-9BB5D8CA8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EC6A6-F25F-4B72-B745-2E732C58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4A791-EF63-4F61-BC90-5BC88407B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61BAE-7ADA-4E6C-B057-F2F51EA0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74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6026C-CE20-44FF-9271-65F7DD69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72986-599A-424E-B014-6ED87FB3A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F71E5-A16D-45BA-859B-CBDCBACD9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173FF-38A4-4507-BCF5-B4D72666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9501A-4CFE-45E4-9A0C-8172FD62A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55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D4DF-70AF-4B2F-B870-DD12001F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D86AC-092E-48A0-BEB0-6E4C17079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B68C2-882C-4B28-9EBF-D2B826E46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C0190-E166-4E00-83D3-31D7C2A0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593B1-D5C6-40AF-B0D7-BB4A9F95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60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7158-68E1-4F77-B7A0-21E174BF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A8574-FE3E-4324-8B2B-670FEDE50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DEB0A-B184-46EE-B26A-6A1ECFC5D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A6F39-4EF3-4A16-97EE-6106756E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E1157-C522-4756-B4E3-E8AC75E0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4BEDC-C516-454E-8E3E-91BBFB77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07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4589-3FC4-451C-BA2E-254BEB400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99443-ADD6-482E-A342-30ABA8DEE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6E64F-CA31-466B-9025-EFF6B41ED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C99816-60EA-4952-A562-08FF696C4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56AB9-4A91-4C95-931B-46D850519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443C-002F-4941-929A-FDE52DF4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9E7666-E1C4-4A40-8A3B-397D9A01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CDDA4-F7A5-4513-8489-895D31D1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85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459D-0663-429D-B08F-98B4A6AF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8B4BD-D190-4E0D-AB25-3B3A9A0C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AE147-B342-4EDB-8FD0-7EFA2336F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4BD47-2CA9-44C7-AF78-D0A204C7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67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BAB34-8FF5-4D7C-9696-871877D6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73C84-8A3C-42BC-9F81-D36E01E04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E4C68-96B4-41F0-B3A1-9DDE8952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02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9187-2A95-4ABA-AF62-38CE0D3A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348F6-2BE5-459C-87D5-4829FCA0F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4C94E-CAFB-49B1-B4CC-21F77B64E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245B6-797A-4FFF-853D-CAF713EB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C900E-8056-4C87-A113-F38CF78D4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34976-41B4-4945-B2C2-A3014225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48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EE6D-5F3F-4ACE-BD73-DD8B3F17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E4FB4-5751-4BF5-82BE-6314A2711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78F4E-1659-4494-B843-C4B505A00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67B54-430C-483E-97C9-75CAEA7D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165B7-42F5-477F-AB8A-2015B1CE8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1AE95-B0D6-478E-9608-6B81EF8B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3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03A4-EE29-4B21-A91B-7955C783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EF606-A1E3-4BD5-96F4-F299A38A9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0EDEB-5637-4A4F-A8D6-B0FE1DA9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5F88-5B74-4DAA-A1A8-5C92A54F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7C566-3ED4-45DC-B797-F7AF06B9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399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ACAB9-F020-4A93-A2CC-C02B0881B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E2F43-22D4-4E84-A785-6D06FCEAA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1DAA1-DB19-441F-BF2C-70DF96DD5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70F7-E2CB-45F4-AEDD-77BE894C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5642B-04B2-4F7D-A324-B8415A781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11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38150" y="585788"/>
            <a:ext cx="102483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2702781"/>
            <a:ext cx="3429000" cy="830997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2700" spc="-38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" y="3962401"/>
            <a:ext cx="3429000" cy="230832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5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88070" y="800100"/>
            <a:ext cx="3768364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57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 userDrawn="1">
          <p15:clr>
            <a:srgbClr val="5ACBF0"/>
          </p15:clr>
        </p15:guide>
        <p15:guide id="2" orient="horz" pos="2496" userDrawn="1">
          <p15:clr>
            <a:srgbClr val="5ACBF0"/>
          </p15:clr>
        </p15:guide>
        <p15:guide id="3" pos="6132" userDrawn="1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4000500" y="0"/>
            <a:ext cx="51435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699354" fontAlgn="base">
              <a:spcBef>
                <a:spcPct val="0"/>
              </a:spcBef>
              <a:spcAft>
                <a:spcPct val="0"/>
              </a:spcAft>
            </a:pPr>
            <a:endParaRPr lang="en-US" sz="15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199" y="2702542"/>
            <a:ext cx="3125915" cy="830997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6533" y="3962401"/>
            <a:ext cx="3123437" cy="230832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5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38150" y="585788"/>
            <a:ext cx="102483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88070" y="800100"/>
            <a:ext cx="3768364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84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 userDrawn="1">
          <p15:clr>
            <a:srgbClr val="5ACBF0"/>
          </p15:clr>
        </p15:guide>
        <p15:guide id="3" pos="3355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229" userDrawn="1">
          <p15:clr>
            <a:srgbClr val="5ACBF0"/>
          </p15:clr>
        </p15:guide>
        <p15:guide id="7" pos="2996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38150" y="585788"/>
            <a:ext cx="102483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199" y="2702542"/>
            <a:ext cx="3125915" cy="830997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6533" y="3962401"/>
            <a:ext cx="3123437" cy="230832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5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4000500" y="0"/>
            <a:ext cx="51435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699354" fontAlgn="base">
              <a:spcBef>
                <a:spcPct val="0"/>
              </a:spcBef>
              <a:spcAft>
                <a:spcPct val="0"/>
              </a:spcAft>
            </a:pPr>
            <a:endParaRPr lang="en-US" sz="1500" dirty="0" err="1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88070" y="800100"/>
            <a:ext cx="3768364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41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 userDrawn="1">
          <p15:clr>
            <a:srgbClr val="5ACBF0"/>
          </p15:clr>
        </p15:guide>
        <p15:guide id="3" pos="3360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229" userDrawn="1">
          <p15:clr>
            <a:srgbClr val="5ACBF0"/>
          </p15:clr>
        </p15:guide>
        <p15:guide id="7" pos="2996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38150" y="585788"/>
            <a:ext cx="102483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3118278"/>
            <a:ext cx="6858000" cy="4154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2700" spc="-38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" y="3962401"/>
            <a:ext cx="6858000" cy="230832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5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326468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 userDrawn="1">
          <p15:clr>
            <a:srgbClr val="5ACBF0"/>
          </p15:clr>
        </p15:guide>
        <p15:guide id="2" orient="horz" pos="2496" userDrawn="1">
          <p15:clr>
            <a:srgbClr val="5ACBF0"/>
          </p15:clr>
        </p15:guide>
        <p15:guide id="3" pos="6132" userDrawn="1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39793" y="1434370"/>
            <a:ext cx="8263890" cy="1209562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84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 userDrawn="1">
          <p15:clr>
            <a:srgbClr val="5ACBF0"/>
          </p15:clr>
        </p15:guide>
        <p15:guide id="2" orient="horz" pos="905" userDrawn="1">
          <p15:clr>
            <a:srgbClr val="5ACBF0"/>
          </p15:clr>
        </p15:guide>
        <p15:guide id="4" orient="horz" pos="1272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38150" y="1435497"/>
            <a:ext cx="8263890" cy="1209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0413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 userDrawn="1">
          <p15:clr>
            <a:srgbClr val="5ACBF0"/>
          </p15:clr>
        </p15:guide>
        <p15:guide id="3" orient="horz" pos="288" userDrawn="1">
          <p15:clr>
            <a:srgbClr val="5ACBF0"/>
          </p15:clr>
        </p15:guide>
        <p15:guide id="5" orient="horz" pos="904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38150" y="1435100"/>
            <a:ext cx="3909060" cy="1209562"/>
          </a:xfrm>
        </p:spPr>
        <p:txBody>
          <a:bodyPr wrap="square">
            <a:spAutoFit/>
          </a:bodyPr>
          <a:lstStyle>
            <a:lvl1pPr marL="0" indent="0">
              <a:spcBef>
                <a:spcPts val="918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1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191691" indent="0">
              <a:buFont typeface="Wingdings" panose="05000000000000000000" pitchFamily="2" charset="2"/>
              <a:buNone/>
              <a:defRPr sz="1500" b="0"/>
            </a:lvl2pPr>
            <a:lvl3pPr marL="338138" indent="0">
              <a:buFont typeface="Wingdings" panose="05000000000000000000" pitchFamily="2" charset="2"/>
              <a:buNone/>
              <a:tabLst/>
              <a:defRPr sz="1200" b="0"/>
            </a:lvl3pPr>
            <a:lvl4pPr marL="489347" indent="0">
              <a:buFont typeface="Wingdings" panose="05000000000000000000" pitchFamily="2" charset="2"/>
              <a:buNone/>
              <a:defRPr sz="1050" b="0"/>
            </a:lvl4pPr>
            <a:lvl5pPr marL="640556" indent="0">
              <a:buFont typeface="Wingdings" panose="05000000000000000000" pitchFamily="2" charset="2"/>
              <a:buNone/>
              <a:tabLst/>
              <a:defRPr sz="105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7878" y="1435100"/>
            <a:ext cx="3909060" cy="1209562"/>
          </a:xfrm>
        </p:spPr>
        <p:txBody>
          <a:bodyPr wrap="square">
            <a:spAutoFit/>
          </a:bodyPr>
          <a:lstStyle>
            <a:lvl1pPr marL="0" indent="0">
              <a:spcBef>
                <a:spcPts val="918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1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191691" indent="0">
              <a:buFont typeface="Wingdings" panose="05000000000000000000" pitchFamily="2" charset="2"/>
              <a:buNone/>
              <a:defRPr sz="1500" b="0"/>
            </a:lvl2pPr>
            <a:lvl3pPr marL="338138" indent="0">
              <a:buFont typeface="Wingdings" panose="05000000000000000000" pitchFamily="2" charset="2"/>
              <a:buNone/>
              <a:tabLst/>
              <a:defRPr sz="1200" b="0"/>
            </a:lvl3pPr>
            <a:lvl4pPr marL="489347" indent="0">
              <a:buFont typeface="Wingdings" panose="05000000000000000000" pitchFamily="2" charset="2"/>
              <a:buNone/>
              <a:defRPr sz="1050" b="0"/>
            </a:lvl4pPr>
            <a:lvl5pPr marL="640556" indent="0">
              <a:buFont typeface="Wingdings" panose="05000000000000000000" pitchFamily="2" charset="2"/>
              <a:buNone/>
              <a:tabLst/>
              <a:defRPr sz="105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73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 userDrawn="1">
          <p15:clr>
            <a:srgbClr val="5ACBF0"/>
          </p15:clr>
        </p15:guide>
        <p15:guide id="2" orient="horz" pos="1272" userDrawn="1">
          <p15:clr>
            <a:srgbClr val="5ACBF0"/>
          </p15:clr>
        </p15:guide>
        <p15:guide id="3" orient="horz" pos="904" userDrawn="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38150" y="1437481"/>
            <a:ext cx="3909060" cy="1209562"/>
          </a:xfrm>
        </p:spPr>
        <p:txBody>
          <a:bodyPr wrap="square">
            <a:spAutoFit/>
          </a:bodyPr>
          <a:lstStyle>
            <a:lvl1pPr marL="173831" indent="-173831">
              <a:spcBef>
                <a:spcPts val="918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1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20279" indent="-128588">
              <a:buFont typeface="Wingdings" panose="05000000000000000000" pitchFamily="2" charset="2"/>
              <a:buChar char=""/>
              <a:defRPr sz="1500" b="0"/>
            </a:lvl2pPr>
            <a:lvl3pPr marL="479822" indent="-141685">
              <a:buFont typeface="Wingdings" panose="05000000000000000000" pitchFamily="2" charset="2"/>
              <a:buChar char=""/>
              <a:tabLst/>
              <a:defRPr sz="1200" b="0"/>
            </a:lvl3pPr>
            <a:lvl4pPr marL="621506" indent="-132160">
              <a:buFont typeface="Wingdings" panose="05000000000000000000" pitchFamily="2" charset="2"/>
              <a:buChar char=""/>
              <a:defRPr sz="1050" b="0"/>
            </a:lvl4pPr>
            <a:lvl5pPr marL="767954" indent="-127397">
              <a:buFont typeface="Wingdings" panose="05000000000000000000" pitchFamily="2" charset="2"/>
              <a:buChar char=""/>
              <a:tabLst/>
              <a:defRPr sz="105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2436" y="1437481"/>
            <a:ext cx="3909060" cy="1209562"/>
          </a:xfrm>
        </p:spPr>
        <p:txBody>
          <a:bodyPr wrap="square">
            <a:spAutoFit/>
          </a:bodyPr>
          <a:lstStyle>
            <a:lvl1pPr marL="173831" indent="-173831">
              <a:spcBef>
                <a:spcPts val="918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1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20279" indent="-128588">
              <a:buFont typeface="Wingdings" panose="05000000000000000000" pitchFamily="2" charset="2"/>
              <a:buChar char=""/>
              <a:defRPr sz="1500" b="0"/>
            </a:lvl2pPr>
            <a:lvl3pPr marL="479822" indent="-141685">
              <a:buFont typeface="Wingdings" panose="05000000000000000000" pitchFamily="2" charset="2"/>
              <a:buChar char=""/>
              <a:tabLst/>
              <a:defRPr sz="1200" b="0"/>
            </a:lvl3pPr>
            <a:lvl4pPr marL="621506" indent="-132160">
              <a:buFont typeface="Wingdings" panose="05000000000000000000" pitchFamily="2" charset="2"/>
              <a:buChar char=""/>
              <a:defRPr sz="1050" b="0"/>
            </a:lvl4pPr>
            <a:lvl5pPr marL="767954" indent="-127397">
              <a:buFont typeface="Wingdings" panose="05000000000000000000" pitchFamily="2" charset="2"/>
              <a:buChar char=""/>
              <a:tabLst/>
              <a:defRPr sz="105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554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 userDrawn="1">
          <p15:clr>
            <a:srgbClr val="5ACBF0"/>
          </p15:clr>
        </p15:guide>
        <p15:guide id="2" orient="horz" pos="1276" userDrawn="1">
          <p15:clr>
            <a:srgbClr val="5ACBF0"/>
          </p15:clr>
        </p15:guide>
        <p15:guide id="3" orient="horz" pos="904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2331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 userDrawn="1">
          <p15:clr>
            <a:srgbClr val="5ACBF0"/>
          </p15:clr>
        </p15:guide>
        <p15:guide id="4" orient="horz" pos="1276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98625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2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4" userDrawn="1">
          <p15:clr>
            <a:srgbClr val="A4A3A4"/>
          </p15:clr>
        </p15:guide>
        <p15:guide id="14" pos="3155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6" userDrawn="1">
          <p15:clr>
            <a:srgbClr val="A4A3A4"/>
          </p15:clr>
        </p15:guide>
        <p15:guide id="20" pos="4937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29" userDrawn="1">
          <p15:clr>
            <a:srgbClr val="A4A3A4"/>
          </p15:clr>
        </p15:guide>
        <p15:guide id="23" pos="5714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  <p15:guide id="29" orient="horz" pos="1271" userDrawn="1">
          <p15:clr>
            <a:srgbClr val="5ACBF0"/>
          </p15:clr>
        </p15:guide>
        <p15:guide id="30" orient="horz" pos="288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457200"/>
            <a:ext cx="4131314" cy="295466"/>
          </a:xfrm>
        </p:spPr>
        <p:txBody>
          <a:bodyPr tIns="64008"/>
          <a:lstStyle>
            <a:lvl1pPr>
              <a:defRPr sz="15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6292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2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4" userDrawn="1">
          <p15:clr>
            <a:srgbClr val="A4A3A4"/>
          </p15:clr>
        </p15:guide>
        <p15:guide id="14" pos="3155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6" userDrawn="1">
          <p15:clr>
            <a:srgbClr val="A4A3A4"/>
          </p15:clr>
        </p15:guide>
        <p15:guide id="20" pos="4937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29" userDrawn="1">
          <p15:clr>
            <a:srgbClr val="A4A3A4"/>
          </p15:clr>
        </p15:guide>
        <p15:guide id="23" pos="5714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  <p15:guide id="29" orient="horz" pos="1271" userDrawn="1">
          <p15:clr>
            <a:srgbClr val="5ACBF0"/>
          </p15:clr>
        </p15:guide>
        <p15:guide id="30" orient="horz" pos="288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2302651"/>
            <a:ext cx="3121486" cy="830997"/>
          </a:xfrm>
        </p:spPr>
        <p:txBody>
          <a:bodyPr wrap="square" rIns="0" anchor="b">
            <a:spAutoFit/>
          </a:bodyPr>
          <a:lstStyle>
            <a:lvl1pPr>
              <a:lnSpc>
                <a:spcPct val="100000"/>
              </a:lnSpc>
              <a:defRPr sz="2700" b="0" spc="-37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Title format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8151" y="3535542"/>
            <a:ext cx="3121819" cy="230832"/>
          </a:xfrm>
        </p:spPr>
        <p:txBody>
          <a:bodyPr/>
          <a:lstStyle>
            <a:lvl1pPr marL="0" indent="0">
              <a:buNone/>
              <a:defRPr sz="1500">
                <a:latin typeface="+mn-lt"/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496491" indent="0">
              <a:buNone/>
              <a:defRPr/>
            </a:lvl4pPr>
            <a:lvl5pPr marL="641747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6178F5D2-7CA2-4202-8FD2-95D8F7A2E98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4000500" y="0"/>
            <a:ext cx="5143500" cy="6858000"/>
          </a:xfrm>
          <a:blipFill>
            <a:blip r:embed="rId2"/>
            <a:stretch>
              <a:fillRect/>
            </a:stretch>
          </a:blipFill>
        </p:spPr>
        <p:txBody>
          <a:bodyPr lIns="0" tIns="201168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2197765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6" orient="horz" pos="904" userDrawn="1">
          <p15:clr>
            <a:srgbClr val="5ACBF0"/>
          </p15:clr>
        </p15:guide>
        <p15:guide id="7" orient="horz" pos="1276" userDrawn="1">
          <p15:clr>
            <a:srgbClr val="5ACBF0"/>
          </p15:clr>
        </p15:guide>
        <p15:guide id="8" orient="horz" pos="2226" userDrawn="1">
          <p15:clr>
            <a:srgbClr val="5ACBF0"/>
          </p15:clr>
        </p15:guide>
        <p15:guide id="10" pos="3729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43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020" y="3013503"/>
            <a:ext cx="3121486" cy="830997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700" b="0" spc="-37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Square photo layout with Title  </a:t>
            </a:r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3956AAB8-C2DF-40F3-A72B-0FA6F47702E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4000500" y="0"/>
            <a:ext cx="5143500" cy="6858000"/>
          </a:xfrm>
          <a:blipFill>
            <a:blip r:embed="rId2"/>
            <a:stretch>
              <a:fillRect/>
            </a:stretch>
          </a:blipFill>
        </p:spPr>
        <p:txBody>
          <a:bodyPr lIns="0" tIns="201168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9680273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pos="2991" userDrawn="1">
          <p15:clr>
            <a:srgbClr val="5ACBF0"/>
          </p15:clr>
        </p15:guide>
        <p15:guide id="7" pos="3728" userDrawn="1">
          <p15:clr>
            <a:srgbClr val="C35EA4"/>
          </p15:clr>
        </p15:guide>
        <p15:guide id="8" pos="3544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2981639"/>
            <a:ext cx="3120390" cy="646331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100" b="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18102CFD-D7DD-461F-B675-FAE01404E55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4000500" y="0"/>
            <a:ext cx="5143500" cy="6858000"/>
          </a:xfrm>
          <a:blipFill>
            <a:blip r:embed="rId2"/>
            <a:stretch>
              <a:fillRect/>
            </a:stretch>
          </a:blipFill>
        </p:spPr>
        <p:txBody>
          <a:bodyPr lIns="0" tIns="201168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981288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3" orient="horz" pos="1877" userDrawn="1">
          <p15:clr>
            <a:srgbClr val="5ACBF0"/>
          </p15:clr>
        </p15:guide>
        <p15:guide id="4" pos="3731" userDrawn="1">
          <p15:clr>
            <a:srgbClr val="C35EA4"/>
          </p15:clr>
        </p15:guide>
        <p15:guide id="5" pos="2993" userDrawn="1">
          <p15:clr>
            <a:srgbClr val="5ACBF0"/>
          </p15:clr>
        </p15:guide>
        <p15:guide id="6" pos="3547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3157874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912" y="3977320"/>
            <a:ext cx="6858000" cy="230832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08019" y="3898486"/>
            <a:ext cx="1699022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543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135" userDrawn="1">
          <p15:clr>
            <a:srgbClr val="5ACBF0"/>
          </p15:clr>
        </p15:guide>
        <p15:guide id="3" orient="horz" pos="1910" userDrawn="1">
          <p15:clr>
            <a:srgbClr val="5ACBF0"/>
          </p15:clr>
        </p15:guide>
        <p15:guide id="4" orient="horz" pos="2505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3157874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912" y="3977320"/>
            <a:ext cx="6858000" cy="230832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923502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135" userDrawn="1">
          <p15:clr>
            <a:srgbClr val="5ACBF0"/>
          </p15:clr>
        </p15:guide>
        <p15:guide id="3" orient="horz" pos="1910" userDrawn="1">
          <p15:clr>
            <a:srgbClr val="5ACBF0"/>
          </p15:clr>
        </p15:guide>
        <p15:guide id="4" orient="horz" pos="2505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3160459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08019" y="3898486"/>
            <a:ext cx="1699022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89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131" userDrawn="1">
          <p15:clr>
            <a:srgbClr val="5ACBF0"/>
          </p15:clr>
        </p15:guide>
        <p15:guide id="3" orient="horz" pos="1914" userDrawn="1">
          <p15:clr>
            <a:srgbClr val="5ACBF0"/>
          </p15:clr>
        </p15:guide>
        <p15:guide id="4" orient="horz" pos="2505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3160459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1478285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131" userDrawn="1">
          <p15:clr>
            <a:srgbClr val="5ACBF0"/>
          </p15:clr>
        </p15:guide>
        <p15:guide id="3" orient="horz" pos="1914" userDrawn="1">
          <p15:clr>
            <a:srgbClr val="5ACBF0"/>
          </p15:clr>
        </p15:guide>
        <p15:guide id="4" orient="horz" pos="2505" userDrawn="1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3160459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08019" y="3898486"/>
            <a:ext cx="1699022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69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127" userDrawn="1">
          <p15:clr>
            <a:srgbClr val="5ACBF0"/>
          </p15:clr>
        </p15:guide>
        <p15:guide id="3" orient="horz" pos="1911" userDrawn="1">
          <p15:clr>
            <a:srgbClr val="5ACBF0"/>
          </p15:clr>
        </p15:guide>
        <p15:guide id="4" orient="horz" pos="2505" userDrawn="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912" y="3160459"/>
            <a:ext cx="6858000" cy="373949"/>
          </a:xfrm>
          <a:noFill/>
        </p:spPr>
        <p:txBody>
          <a:bodyPr lIns="0" tIns="0" rIns="0" bIns="0" anchor="b" anchorCtr="0">
            <a:spAutoFit/>
          </a:bodyPr>
          <a:lstStyle>
            <a:lvl1pPr algn="l" defTabSz="6995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9118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135" userDrawn="1">
          <p15:clr>
            <a:srgbClr val="5ACBF0"/>
          </p15:clr>
        </p15:guide>
        <p15:guide id="3" orient="horz" pos="1910" userDrawn="1">
          <p15:clr>
            <a:srgbClr val="5ACBF0"/>
          </p15:clr>
        </p15:guide>
        <p15:guide id="4" orient="horz" pos="2505" userDrawn="1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2098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 userDrawn="1">
          <p15:clr>
            <a:srgbClr val="5ACBF0"/>
          </p15:clr>
        </p15:guide>
        <p15:guide id="2" orient="horz" pos="904" userDrawn="1">
          <p15:clr>
            <a:srgbClr val="5ACBF0"/>
          </p15:clr>
        </p15:guide>
        <p15:guide id="3" orient="horz" pos="288" userDrawn="1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696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 userDrawn="1">
          <p15:clr>
            <a:srgbClr val="5ACBF0"/>
          </p15:clr>
        </p15:guide>
        <p15:guide id="2" orient="horz" pos="1272" userDrawn="1">
          <p15:clr>
            <a:srgbClr val="5ACBF0"/>
          </p15:clr>
        </p15:guide>
        <p15:guide id="3" orient="horz" pos="288" userDrawn="1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1197" y="1436691"/>
            <a:ext cx="8263890" cy="1431161"/>
          </a:xfrm>
        </p:spPr>
        <p:txBody>
          <a:bodyPr/>
          <a:lstStyle>
            <a:lvl1pPr marL="0" indent="0">
              <a:buNone/>
              <a:defRPr sz="21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59915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438455" indent="0">
              <a:buNone/>
              <a:defRPr sz="15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610922" indent="0">
              <a:buNone/>
              <a:defRPr sz="135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788248" indent="0">
              <a:buNone/>
              <a:defRPr sz="135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6389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 userDrawn="1">
          <p15:clr>
            <a:srgbClr val="5ACBF0"/>
          </p15:clr>
        </p15:guide>
        <p15:guide id="2" orient="horz" pos="905" userDrawn="1">
          <p15:clr>
            <a:srgbClr val="5ACBF0"/>
          </p15:clr>
        </p15:guide>
        <p15:guide id="3" orient="horz" pos="288" userDrawn="1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438151" y="6188250"/>
            <a:ext cx="3361593" cy="8079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699218" eaLnBrk="0" hangingPunct="0"/>
            <a:r>
              <a:rPr lang="en-US" sz="525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38150" y="585788"/>
            <a:ext cx="102483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2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438151" y="1436691"/>
            <a:ext cx="8264129" cy="1661993"/>
          </a:xfrm>
        </p:spPr>
        <p:txBody>
          <a:bodyPr>
            <a:spAutoFit/>
          </a:bodyPr>
          <a:lstStyle>
            <a:lvl1pPr>
              <a:defRPr sz="2700">
                <a:latin typeface="+mn-lt"/>
              </a:defRPr>
            </a:lvl1pPr>
            <a:lvl2pPr>
              <a:defRPr sz="21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500">
                <a:latin typeface="+mn-lt"/>
              </a:defRPr>
            </a:lvl4pPr>
            <a:lvl5pPr>
              <a:defRPr sz="135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2" y="6269041"/>
            <a:ext cx="9144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775" spc="-38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580693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 userDrawn="1">
          <p15:clr>
            <a:srgbClr val="5ACBF0"/>
          </p15:clr>
        </p15:guide>
        <p15:guide id="2" orient="horz" pos="288" userDrawn="1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165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7443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N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2608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906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87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6F8E5-17F1-4BC2-9D9B-B40DABC5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4A257-D2EB-4DD4-AB38-599AD4DDA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EF0B5-2CCC-4AFD-B900-7868DEA8D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E2A53-8D74-41F4-917C-B4C56386FA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101C2-6D86-4D58-AD9F-8772D1B46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DABF2-8568-4284-A42E-6743BE8BA1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1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67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7BC12-C6F6-451C-9319-44D9BF180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D211C-4C08-4BEB-A862-9C9311A7D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A9F61-8077-47C9-8B38-5A3FD4665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8DEA6-10F9-487A-895B-346694AB3F0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F12AB-B872-4FB6-9B46-8CE03A741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5950F-AC39-4718-80B9-66146ADFB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883DF-B8A9-44F0-87EB-52D6DA82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441197" y="457200"/>
            <a:ext cx="8263890" cy="4154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438150" y="1435504"/>
            <a:ext cx="8263890" cy="1209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9" name="NEW Brand Colors 2018">
            <a:extLst>
              <a:ext uri="{FF2B5EF4-FFF2-40B4-BE49-F238E27FC236}">
                <a16:creationId xmlns:a16="http://schemas.microsoft.com/office/drawing/2014/main" id="{9D5783B5-1069-4509-929A-C02C0B0887F7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 rot="5400000">
            <a:off x="6109491" y="3064233"/>
            <a:ext cx="6858000" cy="729534"/>
          </a:xfrm>
          <a:prstGeom prst="rect">
            <a:avLst/>
          </a:prstGeom>
        </p:spPr>
      </p:pic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438912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19456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85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51" r:id="rId18"/>
    <p:sldLayoutId id="2147483852" r:id="rId19"/>
    <p:sldLayoutId id="2147483853" r:id="rId20"/>
    <p:sldLayoutId id="2147483854" r:id="rId21"/>
    <p:sldLayoutId id="2147483855" r:id="rId22"/>
    <p:sldLayoutId id="2147483856" r:id="rId23"/>
    <p:sldLayoutId id="2147483857" r:id="rId24"/>
    <p:sldLayoutId id="2147483858" r:id="rId25"/>
  </p:sldLayoutIdLst>
  <p:transition>
    <p:fade/>
  </p:transition>
  <p:hf sldNum="0" hdr="0" ftr="0" dt="0"/>
  <p:txStyles>
    <p:titleStyle>
      <a:lvl1pPr algn="l" defTabSz="699557" rtl="0" eaLnBrk="1" latinLnBrk="0" hangingPunct="1">
        <a:lnSpc>
          <a:spcPct val="100000"/>
        </a:lnSpc>
        <a:spcBef>
          <a:spcPct val="0"/>
        </a:spcBef>
        <a:buNone/>
        <a:defRPr lang="en-US" sz="2700" b="0" kern="1200" cap="none" spc="-38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171450" marR="0" indent="-171450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1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342900" marR="0" indent="-171450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5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492919" marR="0" indent="-150019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632222" marR="0" indent="-135731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5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767954" marR="0" indent="-126206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5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1923780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73559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23337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73116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9778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99557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49335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99113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48892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98670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48448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98227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499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2" name="Rectangle 18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EF5776D0-2002-4EBF-8173-F9E6EDA9F4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Classifying Data"/>
          <p:cNvSpPr txBox="1">
            <a:spLocks noGrp="1"/>
          </p:cNvSpPr>
          <p:nvPr>
            <p:ph type="title" idx="4294967295"/>
          </p:nvPr>
        </p:nvSpPr>
        <p:spPr>
          <a:xfrm>
            <a:off x="1097280" y="325550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defTabSz="914400">
              <a:defRPr sz="6200">
                <a:effectLst>
                  <a:outerShdw blurRad="12700" dist="25400" dir="2700000" rotWithShape="0">
                    <a:srgbClr val="000000"/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defRPr>
                <a:effectLst/>
              </a:defRPr>
            </a:pPr>
            <a:r>
              <a:rPr lang="en-US" sz="5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Asset Security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D7A10C-A9C8-45BA-B462-610FAB76804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86CB4B4D-7CA3-9044-876B-883B54F8677D}" type="slidenum">
              <a:rPr lang="en-US" sz="1200">
                <a:solidFill>
                  <a:srgbClr val="FFFFFF"/>
                </a:solidFill>
                <a:effectLst/>
                <a:latin typeface="Calibri" panose="020F0502020204030204"/>
                <a:ea typeface="+mn-ea"/>
                <a:cs typeface="+mn-cs"/>
              </a:rPr>
              <a:pPr defTabSz="914400">
                <a:spcAft>
                  <a:spcPts val="600"/>
                </a:spcAft>
                <a:defRPr/>
              </a:pPr>
              <a:t>1</a:t>
            </a:fld>
            <a:endParaRPr lang="en-US" sz="1200">
              <a:solidFill>
                <a:srgbClr val="FFFFFF"/>
              </a:solidFill>
              <a:effectLst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91242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background with black text&#10;&#10;Description automatically generated">
            <a:extLst>
              <a:ext uri="{FF2B5EF4-FFF2-40B4-BE49-F238E27FC236}">
                <a16:creationId xmlns:a16="http://schemas.microsoft.com/office/drawing/2014/main" id="{5A1FF0EC-61E2-34DE-8199-31D99486E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48208"/>
            <a:ext cx="10905066" cy="55615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F780C0-CF51-D103-439F-0CF2072F91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>
                <a:outerShdw blurRad="12700" dist="25400" dir="2700000" rotWithShape="0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206354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" y="3886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DATA LIFECYCLE</a:t>
            </a:r>
            <a:endParaRPr lang="en-US" sz="4200" dirty="0"/>
          </a:p>
        </p:txBody>
      </p:sp>
      <p:sp>
        <p:nvSpPr>
          <p:cNvPr id="3" name="Cycle flow arrow"/>
          <p:cNvSpPr/>
          <p:nvPr/>
        </p:nvSpPr>
        <p:spPr>
          <a:xfrm>
            <a:off x="4867029" y="1868168"/>
            <a:ext cx="307490" cy="492763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ycle flow arrow"/>
          <p:cNvSpPr/>
          <p:nvPr/>
        </p:nvSpPr>
        <p:spPr>
          <a:xfrm>
            <a:off x="6109627" y="3360420"/>
            <a:ext cx="0" cy="868680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ycle flow arrow"/>
          <p:cNvSpPr/>
          <p:nvPr/>
        </p:nvSpPr>
        <p:spPr>
          <a:xfrm flipH="1">
            <a:off x="4867029" y="5228588"/>
            <a:ext cx="307490" cy="492763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ycle flow arrow"/>
          <p:cNvSpPr/>
          <p:nvPr/>
        </p:nvSpPr>
        <p:spPr>
          <a:xfrm flipH="1" flipV="1">
            <a:off x="2689321" y="5228588"/>
            <a:ext cx="307490" cy="492763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ycle flow arrow"/>
          <p:cNvSpPr/>
          <p:nvPr/>
        </p:nvSpPr>
        <p:spPr>
          <a:xfrm flipV="1">
            <a:off x="1754213" y="3360420"/>
            <a:ext cx="0" cy="868680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ycle flow arrow"/>
          <p:cNvSpPr/>
          <p:nvPr/>
        </p:nvSpPr>
        <p:spPr>
          <a:xfrm flipV="1">
            <a:off x="2689321" y="1868168"/>
            <a:ext cx="307490" cy="492763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3260" y="112014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23260" y="11201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967" y="2240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00967" y="22402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967" y="44805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00967" y="4480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3260" y="560070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23260" y="56007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553" y="44805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5553" y="4480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553" y="2240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45553" y="22402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0" y="4114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Impact" pitchFamily="34" charset="0"/>
                <a:ea typeface="Impact" pitchFamily="34" charset="-122"/>
                <a:cs typeface="Impact" pitchFamily="34" charset="-120"/>
              </a:rPr>
              <a:t>THE INFORMATION LIFECYCLE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omain sub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52360" y="1234440"/>
            <a:ext cx="4526280" cy="4572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52360" y="12344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DOMAIN 7: </a:t>
            </a:r>
            <a:r>
              <a:rPr kumimoji="0" lang="en-US" sz="1600" b="0" i="0" u="none" strike="noStrike" kern="0" cap="none" spc="15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SECURITY OPERATIONS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ycle flow arrow"/>
          <p:cNvSpPr/>
          <p:nvPr/>
        </p:nvSpPr>
        <p:spPr>
          <a:xfrm>
            <a:off x="4867029" y="1868168"/>
            <a:ext cx="307490" cy="492763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ycle flow arrow"/>
          <p:cNvSpPr/>
          <p:nvPr/>
        </p:nvSpPr>
        <p:spPr>
          <a:xfrm>
            <a:off x="6109627" y="3360420"/>
            <a:ext cx="0" cy="868680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ycle flow arrow"/>
          <p:cNvSpPr/>
          <p:nvPr/>
        </p:nvSpPr>
        <p:spPr>
          <a:xfrm flipH="1">
            <a:off x="4867029" y="5228588"/>
            <a:ext cx="307490" cy="492763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ycle flow arrow"/>
          <p:cNvSpPr/>
          <p:nvPr/>
        </p:nvSpPr>
        <p:spPr>
          <a:xfrm flipH="1" flipV="1">
            <a:off x="2689321" y="5228588"/>
            <a:ext cx="307490" cy="492763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ycle flow arrow"/>
          <p:cNvSpPr/>
          <p:nvPr/>
        </p:nvSpPr>
        <p:spPr>
          <a:xfrm flipV="1">
            <a:off x="1754213" y="3360420"/>
            <a:ext cx="0" cy="868680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ycle flow arrow"/>
          <p:cNvSpPr/>
          <p:nvPr/>
        </p:nvSpPr>
        <p:spPr>
          <a:xfrm flipV="1">
            <a:off x="2689321" y="1868168"/>
            <a:ext cx="307490" cy="492763"/>
          </a:xfrm>
          <a:prstGeom prst="line">
            <a:avLst/>
          </a:prstGeom>
          <a:noFill/>
          <a:ln w="25400">
            <a:solidFill>
              <a:srgbClr val="2E75D4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3260" y="112014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23260" y="11201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967" y="2240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1CE3EC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00967" y="22402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967" y="44805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00967" y="4480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3260" y="560070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23260" y="56007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553" y="44805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45553" y="4480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Lifecycle stag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553" y="2240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2E75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45553" y="22402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d annotation arrow"/>
          <p:cNvSpPr/>
          <p:nvPr/>
        </p:nvSpPr>
        <p:spPr>
          <a:xfrm flipH="1" flipV="1">
            <a:off x="7044735" y="2647950"/>
            <a:ext cx="1142955" cy="72390"/>
          </a:xfrm>
          <a:prstGeom prst="line">
            <a:avLst/>
          </a:prstGeom>
          <a:noFill/>
          <a:ln w="38100">
            <a:solidFill>
              <a:srgbClr val="FF1D1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9520" y="2788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Focuses a bit more 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“information protection”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yan not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0" y="5029200"/>
            <a:ext cx="5029200" cy="1051560"/>
          </a:xfrm>
          <a:prstGeom prst="rect">
            <a:avLst/>
          </a:prstGeom>
          <a:solidFill>
            <a:srgbClr val="1CE3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28560" y="50292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there isn’t a consistent standard used to identify each stage or phase of a data lifecycle.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5CA5-D9B7-4330-AA95-4C172048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Information Classification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E48EB0-1803-4761-88BC-8225188B1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004" y="1863801"/>
            <a:ext cx="9299991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5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 CONTROLS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0972800" cy="86868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Data Security Controls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338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Marking, Labeling, Handling, Classification.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Classification is the most important!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11338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handling.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Shipping, Chain of Custody.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11338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destruction.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Erasing, Clearing (overwriting w/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unclassified data).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11338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Record retention.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If the retention policy is 1 year, it should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 destroyed when it ages out (&gt;1 year).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5257800"/>
            <a:ext cx="11338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Tape Backup Security.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Secure facility, tapes labeled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ensures all understand the classification of the data.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CLASSIFICATIONS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237744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Security Control</a:t>
            </a:r>
            <a:endParaRPr kumimoji="0" lang="en-US" sz="7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Baseline</a:t>
            </a:r>
            <a:endParaRPr kumimoji="0" lang="en-US" sz="7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03120" y="3611880"/>
            <a:ext cx="795528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Provides a listing of controls that an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organization can apply as a baseline.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4552121" y="4709160"/>
            <a:ext cx="3548270" cy="22860"/>
          </a:xfrm>
          <a:prstGeom prst="line">
            <a:avLst/>
          </a:prstGeom>
          <a:noFill/>
          <a:ln w="3810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d circle around a baseline"/>
          <p:cNvSpPr/>
          <p:nvPr/>
        </p:nvSpPr>
        <p:spPr>
          <a:xfrm>
            <a:off x="8269357" y="4670397"/>
            <a:ext cx="2435086" cy="7772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CLASSIFICATIONS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Asset Classifications</a:t>
            </a:r>
            <a:endParaRPr kumimoji="0" lang="en-US" sz="8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03120" y="3246120"/>
            <a:ext cx="795528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Asset classifications should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match the data classifications.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d circle around match"/>
          <p:cNvSpPr/>
          <p:nvPr/>
        </p:nvSpPr>
        <p:spPr>
          <a:xfrm>
            <a:off x="2103120" y="4434840"/>
            <a:ext cx="1965960" cy="86868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SENSITIVE DATA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891606"/>
            <a:ext cx="11430000" cy="82296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Defining Sensitive Data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914277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Sensitive data is any information that isn’t public or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unclassified.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6567" y="2988431"/>
            <a:ext cx="11338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Personally Identifiable Information (PII).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information that can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identify an individual (name,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SSN, birthdate/place, biometric records, etc)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320540"/>
            <a:ext cx="11338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Protected Health Information (PHI)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and health-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related information that can be related to a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specific person.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covered by HIPAA (from DOMAIN 1)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426567" y="3770671"/>
            <a:ext cx="3122875" cy="21469"/>
          </a:xfrm>
          <a:prstGeom prst="line">
            <a:avLst/>
          </a:prstGeom>
          <a:noFill/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2E1F4-E7DA-49C3-8B65-6C8CBE2F8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latin typeface="Arial" panose="020B0604020202020204" pitchFamily="34" charset="0"/>
              </a:rPr>
              <a:t>Privacy Requirements in Compliance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4A876-4F8A-4224-B395-B1E02C9F7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b="1">
                <a:latin typeface="Arial" panose="020B0604020202020204" pitchFamily="34" charset="0"/>
              </a:rPr>
              <a:t>Privacy</a:t>
            </a:r>
            <a:r>
              <a:rPr lang="en-US" sz="2400">
                <a:latin typeface="Arial" panose="020B0604020202020204" pitchFamily="34" charset="0"/>
              </a:rPr>
              <a:t> is protection of </a:t>
            </a:r>
            <a:r>
              <a:rPr lang="en-US" sz="2400" b="1">
                <a:latin typeface="Arial" panose="020B0604020202020204" pitchFamily="34" charset="0"/>
              </a:rPr>
              <a:t>Personally Identifiable Information (Pll) </a:t>
            </a:r>
            <a:r>
              <a:rPr lang="en-US" sz="2400">
                <a:latin typeface="Arial" panose="020B0604020202020204" pitchFamily="34" charset="0"/>
              </a:rPr>
              <a:t>about individuals or </a:t>
            </a:r>
            <a:r>
              <a:rPr lang="en-US" sz="2400" b="1">
                <a:latin typeface="Arial" panose="020B0604020202020204" pitchFamily="34" charset="0"/>
              </a:rPr>
              <a:t>Sensitive Personal Information (SPI) </a:t>
            </a:r>
            <a:r>
              <a:rPr lang="en-US" sz="2400">
                <a:latin typeface="Arial" panose="020B0604020202020204" pitchFamily="34" charset="0"/>
              </a:rPr>
              <a:t>that can be used to identify a person in context with a group. </a:t>
            </a:r>
            <a:br>
              <a:rPr lang="en-US" sz="2400">
                <a:latin typeface="Arial" panose="020B0604020202020204" pitchFamily="34" charset="0"/>
              </a:rPr>
            </a:br>
            <a:endParaRPr lang="en-US" sz="2400">
              <a:latin typeface="Arial" panose="020B0604020202020204" pitchFamily="34" charset="0"/>
            </a:endParaRPr>
          </a:p>
          <a:p>
            <a:r>
              <a:rPr lang="en-US" sz="2400">
                <a:latin typeface="Arial" panose="020B0604020202020204" pitchFamily="34" charset="0"/>
              </a:rPr>
              <a:t>National Institute of Standards and Technology (NIST) has published a guide to protecting the confidentiality of the personally identifiable information-wide </a:t>
            </a:r>
            <a:br>
              <a:rPr lang="en-US" sz="2400">
                <a:latin typeface="Arial" panose="020B0604020202020204" pitchFamily="34" charset="0"/>
              </a:rPr>
            </a:br>
            <a:endParaRPr lang="en-US" sz="2400">
              <a:latin typeface="Arial" panose="020B0604020202020204" pitchFamily="34" charset="0"/>
            </a:endParaRPr>
          </a:p>
          <a:p>
            <a:r>
              <a:rPr lang="en-US" sz="2400">
                <a:latin typeface="Arial" panose="020B0604020202020204" pitchFamily="34" charset="0"/>
              </a:rPr>
              <a:t>NIST special publication 800-122. </a:t>
            </a:r>
            <a:br>
              <a:rPr lang="en-US" sz="2400" b="1">
                <a:latin typeface="Arial" panose="020B0604020202020204" pitchFamily="34" charset="0"/>
              </a:rPr>
            </a:b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47910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OWNERSHIP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82296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KNOW THESE TWO ROLES!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most likely to show up on the exam?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529608"/>
            <a:ext cx="11338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Owner.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Usually a member of senior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management. Can delegate some day-to-day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duties. Cannot delegate total responsibility.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3817621"/>
            <a:ext cx="11338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Custodian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Usually someone in the IT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department. Does not decide what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controls are needed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but does implement controls for data owner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52818" y="2885282"/>
            <a:ext cx="2148840" cy="0"/>
          </a:xfrm>
          <a:prstGeom prst="line">
            <a:avLst/>
          </a:prstGeom>
          <a:noFill/>
          <a:ln w="3810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d circle around Does not decide"/>
          <p:cNvSpPr/>
          <p:nvPr/>
        </p:nvSpPr>
        <p:spPr>
          <a:xfrm>
            <a:off x="8521526" y="3689254"/>
            <a:ext cx="2695492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9120" y="5031147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TIP: if question mentions "day-to-day" it’s custodian!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OWNERSHIP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82296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OTHER ROLES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4134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 prepared to answer questions on other roles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Administrators.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Responsible for granting appropriate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access to personnel (often via RBAC).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User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any person who accesses data via a computing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to accomplish work tasks.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Business/Mission Owners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Can overlap with the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responsibilities of the system owner or be same role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5349240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Asset Owners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Owns asset or system that processes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sensitive data and associated security plans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3627783" y="3657600"/>
            <a:ext cx="1292087" cy="0"/>
          </a:xfrm>
          <a:prstGeom prst="line">
            <a:avLst/>
          </a:prstGeom>
          <a:noFill/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4770119" y="6035038"/>
            <a:ext cx="2033451" cy="45721"/>
          </a:xfrm>
          <a:prstGeom prst="line">
            <a:avLst/>
          </a:prstGeom>
          <a:noFill/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TERMS AND CONCEPTS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82296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GDPR Terms and Requirements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 prepared to answer questions on other roles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473541"/>
            <a:ext cx="11338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Processor.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natural or legal person, public authority,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agency, or other body, which processes personal data solely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behalf of the data controller.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3899827"/>
            <a:ext cx="11338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Controller.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person or entity that controls</a:t>
            </a:r>
            <a:r>
              <a:rPr lang="en-US" sz="23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processing of the data.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11338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Transfer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GDPR restricts data transfers to countries</a:t>
            </a:r>
            <a:r>
              <a:rPr lang="en-US" sz="23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outside the EU.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4457" y="3523593"/>
            <a:ext cx="2154804" cy="0"/>
          </a:xfrm>
          <a:prstGeom prst="line">
            <a:avLst/>
          </a:prstGeom>
          <a:noFill/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213834" y="5189254"/>
            <a:ext cx="1023730" cy="14312"/>
          </a:xfrm>
          <a:prstGeom prst="line">
            <a:avLst/>
          </a:prstGeom>
          <a:noFill/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TERMS AND CONCEPTS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82296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Reducing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highlight>
                  <a:srgbClr val="FFFF00"/>
                </a:highlight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GDPR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Exposure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Steps to reduce or eliminate GDPR requirements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Yellow highl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6097" y="3081528"/>
            <a:ext cx="3625795" cy="402336"/>
          </a:xfrm>
          <a:prstGeom prst="rect">
            <a:avLst/>
          </a:prstGeom>
          <a:solidFill>
            <a:srgbClr val="FFF2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74395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Anonymization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The process of removing all relevant data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 that it is impossible to identify original subject or person.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6774" y="31318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done effectively, the GDPR is no longer relevant for the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anonymized data.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5226" y="4171155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Pseudonymization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The process of using pseudonyms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(aliases) to represent other data.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6774" y="5154134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 result in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less stringent requirements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 would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otherwise apply under the GDPR.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4570012" y="2586261"/>
            <a:ext cx="1419308" cy="25842"/>
          </a:xfrm>
          <a:prstGeom prst="line">
            <a:avLst/>
          </a:prstGeom>
          <a:noFill/>
          <a:ln w="2794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52811" y="4474497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Good only if you don’t need the data!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123" y="6082251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Use if you need data and want to reduce exposure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itchFamily="34" charset="0"/>
                <a:ea typeface="Impact" pitchFamily="34" charset="-122"/>
                <a:cs typeface="Impact" pitchFamily="34" charset="-120"/>
              </a:rPr>
              <a:t>FOR THE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XAM highl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3017520"/>
            <a:ext cx="3063240" cy="868680"/>
          </a:xfrm>
          <a:prstGeom prst="rect">
            <a:avLst/>
          </a:prstGeom>
          <a:solidFill>
            <a:srgbClr val="1CE3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mpact" pitchFamily="34" charset="0"/>
                <a:ea typeface="Impact" pitchFamily="34" charset="-122"/>
                <a:cs typeface="Impact" pitchFamily="34" charset="-120"/>
              </a:rPr>
              <a:t>EXAM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4760" y="2240280"/>
            <a:ext cx="0" cy="17373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60520" y="201168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 familiar with the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2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terms,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roles, security controls.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11680" y="50749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200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Notification of data breach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200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must be made within 72 hours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CLASSIFICATIONS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146304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Data protection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03120" y="3429000"/>
            <a:ext cx="795528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Confidentiality is often protected through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encryption (at rest and in transport)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818861" y="5158409"/>
            <a:ext cx="2504661" cy="0"/>
          </a:xfrm>
          <a:prstGeom prst="line">
            <a:avLst/>
          </a:prstGeom>
          <a:noFill/>
          <a:ln w="3810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We’ll cover encryption in DOMAIN 3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28237-2454-4825-BD48-DAC8794C0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i="0" u="none" strike="noStrike" baseline="0" dirty="0">
                <a:latin typeface="Arial" panose="020B0604020202020204" pitchFamily="34" charset="0"/>
              </a:rPr>
              <a:t>Emanations/Tempest</a:t>
            </a:r>
            <a:endParaRPr lang="en-US" sz="5400" dirty="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B8285E3-3A6A-433E-9E6C-6B2883579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052"/>
            <a:ext cx="10515600" cy="4251960"/>
          </a:xfrm>
        </p:spPr>
        <p:txBody>
          <a:bodyPr>
            <a:normAutofit lnSpcReduction="10000"/>
          </a:bodyPr>
          <a:lstStyle/>
          <a:p>
            <a:endParaRPr lang="en-US" sz="2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20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TEMPEST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 U.S. 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National Security Agency specification and a NATO certification referring to spying on information systems through leaking emanations, including unintentional radio or electrical signals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sounds, and vibrations.</a:t>
            </a:r>
            <a:br>
              <a:rPr lang="en-US" sz="2200" b="0" i="0" strike="noStrike" baseline="0" dirty="0">
                <a:latin typeface="Arial" panose="020B0604020202020204" pitchFamily="34" charset="0"/>
              </a:rPr>
            </a:br>
            <a:endParaRPr lang="en-US" sz="2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2200" b="0" i="0" u="none" strike="noStrike" baseline="0" dirty="0">
                <a:latin typeface="Arial" panose="020B0604020202020204" pitchFamily="34" charset="0"/>
              </a:rPr>
              <a:t>Defines several shielding standards (many are classified)</a:t>
            </a:r>
          </a:p>
          <a:p>
            <a:endParaRPr lang="en-US" sz="2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</a:rPr>
              <a:t>A Faraday cage or Faraday shield is an enclosure used to block electromagnetic fields</a:t>
            </a:r>
            <a:br>
              <a:rPr lang="en-US" sz="2200" b="0" i="0" u="none" strike="noStrike" baseline="0" dirty="0">
                <a:latin typeface="Arial" panose="020B0604020202020204" pitchFamily="34" charset="0"/>
              </a:rPr>
            </a:br>
            <a:endParaRPr lang="en-US" sz="2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</a:rPr>
              <a:t>Protects against emanations</a:t>
            </a:r>
            <a:endParaRPr lang="en-US" sz="2200" b="0" i="0" u="none" strike="noStrike" baseline="0" dirty="0">
              <a:latin typeface="Arial" panose="020B0604020202020204" pitchFamily="34" charset="0"/>
            </a:endParaRPr>
          </a:p>
          <a:p>
            <a:endParaRPr lang="en-US" sz="2200" dirty="0">
              <a:latin typeface="Arial" panose="020B0604020202020204" pitchFamily="34" charset="0"/>
            </a:endParaRPr>
          </a:p>
          <a:p>
            <a:r>
              <a:rPr lang="en-US" sz="2200" b="0" i="0" u="none" strike="noStrike" baseline="0" dirty="0">
                <a:latin typeface="Arial" panose="020B0604020202020204" pitchFamily="34" charset="0"/>
              </a:rPr>
              <a:t>Shielding can be for small or ver</a:t>
            </a:r>
            <a:r>
              <a:rPr lang="en-US" sz="2200" dirty="0">
                <a:latin typeface="Arial" panose="020B0604020202020204" pitchFamily="34" charset="0"/>
              </a:rPr>
              <a:t>y large areas</a:t>
            </a:r>
            <a:endParaRPr lang="en-US" sz="2200" b="0" i="0" u="none" strike="noStrike" baseline="0" dirty="0">
              <a:latin typeface="Arial" panose="020B0604020202020204" pitchFamily="34" charset="0"/>
            </a:endParaRPr>
          </a:p>
          <a:p>
            <a:pPr marR="0" rtl="0">
              <a:buChar char="·"/>
            </a:pPr>
            <a:endParaRPr lang="en-US" sz="2200" b="0" i="0" u="none" strike="noStrike" baseline="0" dirty="0">
              <a:latin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81DB4-2BCF-45E2-861A-341E7EBA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9671C898-921A-43C0-A273-CD50A1FC5A64}" type="slidenum">
              <a:rPr lang="en-US" smtClean="0"/>
              <a:pPr>
                <a:spcAft>
                  <a:spcPts val="600"/>
                </a:spcAft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11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1FA513-A56B-4469-B1F4-F976E1797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000" dirty="0"/>
              <a:t>Faraday Cage Example</a:t>
            </a:r>
          </a:p>
        </p:txBody>
      </p:sp>
      <p:pic>
        <p:nvPicPr>
          <p:cNvPr id="1026" name="Picture 2" descr="Faraday Cage - rhd instruments">
            <a:extLst>
              <a:ext uri="{FF2B5EF4-FFF2-40B4-BE49-F238E27FC236}">
                <a16:creationId xmlns:a16="http://schemas.microsoft.com/office/drawing/2014/main" id="{F0D5E8CA-DB91-45C1-8AE5-07722BA3F62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"/>
          <a:stretch/>
        </p:blipFill>
        <p:spPr bwMode="auto">
          <a:xfrm>
            <a:off x="376632" y="444309"/>
            <a:ext cx="6487012" cy="641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Content Placeholder 1">
            <a:extLst>
              <a:ext uri="{FF2B5EF4-FFF2-40B4-BE49-F238E27FC236}">
                <a16:creationId xmlns:a16="http://schemas.microsoft.com/office/drawing/2014/main" id="{F6C70426-7EC8-9E1A-09F9-2B237B607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/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EF893-4F85-4A1E-A78C-D5832B1B0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7832" y="6356350"/>
            <a:ext cx="8859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9671C898-921A-43C0-A273-CD50A1FC5A64}" type="slidenum">
              <a:rPr lang="en-US" sz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18</a:t>
            </a:fld>
            <a:endParaRPr lang="en-US" sz="12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92276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2514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itchFamily="34" charset="0"/>
                <a:ea typeface="Impact" pitchFamily="34" charset="-122"/>
                <a:cs typeface="Impact" pitchFamily="34" charset="-120"/>
              </a:rPr>
              <a:t>FOR THE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XAM highl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3383280"/>
            <a:ext cx="3063240" cy="868680"/>
          </a:xfrm>
          <a:prstGeom prst="rect">
            <a:avLst/>
          </a:prstGeom>
          <a:solidFill>
            <a:srgbClr val="1CE3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3383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mpact" pitchFamily="34" charset="0"/>
                <a:ea typeface="Impact" pitchFamily="34" charset="-122"/>
                <a:cs typeface="Impact" pitchFamily="34" charset="-120"/>
              </a:rPr>
              <a:t>EXAM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4760" y="2606040"/>
            <a:ext cx="0" cy="17373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60520" y="23774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Keeping data longer than necessary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presents unnecessary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2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legal issues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E2FD-E94D-43E2-A83C-201817BE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>
                <a:latin typeface="Arial" panose="020B0604020202020204" pitchFamily="34" charset="0"/>
              </a:rPr>
              <a:t>Data Remanence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271FE-AB9A-4E88-BE2C-4E9C54451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Data remanence </a:t>
            </a:r>
            <a:r>
              <a:rPr lang="en-US" sz="2000">
                <a:latin typeface="Arial" panose="020B0604020202020204" pitchFamily="34" charset="0"/>
              </a:rPr>
              <a:t>is the residual representation of digital data that remains even after attempts have been made to remove or erase the data. </a:t>
            </a:r>
            <a:br>
              <a:rPr lang="en-US" sz="2000">
                <a:latin typeface="Arial" panose="020B0604020202020204" pitchFamily="34" charset="0"/>
              </a:rPr>
            </a:br>
            <a:endParaRPr lang="en-US" sz="2000">
              <a:latin typeface="Arial" panose="020B0604020202020204" pitchFamily="34" charset="0"/>
            </a:endParaRPr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D4F4EF11-B285-4F80-BE22-A759DD8E0B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966" r="40914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62" name="Straight Connector 27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852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2:  </a:t>
            </a:r>
            <a:r>
              <a:rPr lang="en-US" sz="2300" kern="0" spc="200" dirty="0">
                <a:solidFill>
                  <a:srgbClr val="1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DESTROYING DATA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868680"/>
          </a:xfrm>
          <a:prstGeom prst="rect">
            <a:avLst/>
          </a:prstGeom>
          <a:noFill/>
          <a:ln/>
          <a:effectLst>
            <a:outerShdw blurRad="38100" dist="25400" dir="8100000" algn="bl" rotWithShape="0">
              <a:srgbClr val="6A6A6A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CE3EC"/>
                </a:solidFill>
                <a:effectLst/>
                <a:uLnTx/>
                <a:uFillTx/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Data Destruction Methods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Erasing.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performing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delete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operation against a file, files, 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media.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Clearing (overwriting).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preparing media for reuse and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ensuring data cannot be recovered using traditional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recovery tools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Purging.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more intense form of clearing that prepares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media for reuse in less secure environments.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279392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Degaussing.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creates a strong magnetic field that erases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on some media.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Destruction.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final stage in the lifecycle of media and is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most secure method of sanitizing media.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82918" y="203911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1D1D"/>
                </a:solidFill>
                <a:effectLst/>
                <a:uLnTx/>
                <a:uFillTx/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data is typically recoverable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98805" y="4140641"/>
            <a:ext cx="3085769" cy="1592"/>
          </a:xfrm>
          <a:prstGeom prst="line">
            <a:avLst/>
          </a:prstGeom>
          <a:noFill/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d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15725" y="5705060"/>
            <a:ext cx="2622605" cy="31805"/>
          </a:xfrm>
          <a:prstGeom prst="line">
            <a:avLst/>
          </a:prstGeom>
          <a:noFill/>
          <a:ln w="31750">
            <a:solidFill>
              <a:srgbClr val="ED1C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BDBFF-1ED4-994A-C2B7-1C8196F6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291775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Standards and Guidelines for Sanitation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CC99E-BD11-8103-3399-753C458D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1" y="1991626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NIST SP 800-88 (Guidelines for Media Sanitization):</a:t>
            </a:r>
            <a:r>
              <a:rPr lang="en-US" sz="2400" dirty="0"/>
              <a:t> Recommendations and best practices for media sanitization outlined in this document.</a:t>
            </a:r>
            <a:br>
              <a:rPr lang="en-US" sz="2400" dirty="0"/>
            </a:b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DoD 5220.22-M:</a:t>
            </a:r>
            <a:r>
              <a:rPr lang="en-US" sz="2400" dirty="0"/>
              <a:t> Department of Defense standard for clearing and sanitizing data from storage media.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25864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7371</TotalTime>
  <Words>979</Words>
  <Application>Microsoft Macintosh PowerPoint</Application>
  <PresentationFormat>Widescreen</PresentationFormat>
  <Paragraphs>153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9" baseType="lpstr">
      <vt:lpstr>Arial</vt:lpstr>
      <vt:lpstr>Arial Rounded MT Bold</vt:lpstr>
      <vt:lpstr>Calibri</vt:lpstr>
      <vt:lpstr>Calibri Light</vt:lpstr>
      <vt:lpstr>Century Gothic</vt:lpstr>
      <vt:lpstr>Consolas</vt:lpstr>
      <vt:lpstr>Impact</vt:lpstr>
      <vt:lpstr>Segoe Print</vt:lpstr>
      <vt:lpstr>Segoe UI</vt:lpstr>
      <vt:lpstr>Segoe UI Semibold</vt:lpstr>
      <vt:lpstr>Segoe UI Semilight</vt:lpstr>
      <vt:lpstr>Times New Roman</vt:lpstr>
      <vt:lpstr>Wingdings</vt:lpstr>
      <vt:lpstr>1_Office Theme</vt:lpstr>
      <vt:lpstr>2_Office Theme</vt:lpstr>
      <vt:lpstr>WHITE TEMPLATE</vt:lpstr>
      <vt:lpstr>5_Office Theme</vt:lpstr>
      <vt:lpstr>Asset Security</vt:lpstr>
      <vt:lpstr>PowerPoint Presentation</vt:lpstr>
      <vt:lpstr>THE DATA LIFECYCLE</vt:lpstr>
      <vt:lpstr>PowerPoint Presentation</vt:lpstr>
      <vt:lpstr>Information Classification</vt:lpstr>
      <vt:lpstr>DOMAIN 2:  DATA SECURITY CONTROLS</vt:lpstr>
      <vt:lpstr>DOMAIN 2:  ASSET CLASSIFICATIONS</vt:lpstr>
      <vt:lpstr>DOMAIN 2:  ASSET CLASSIFICATIONS</vt:lpstr>
      <vt:lpstr>DOMAIN 2:  DEFINING SENSITIVE DATA</vt:lpstr>
      <vt:lpstr>Privacy Requirements in Compliance</vt:lpstr>
      <vt:lpstr>DOMAIN 2:  DATA OWNERSHIP</vt:lpstr>
      <vt:lpstr>DOMAIN 2:  DATA OWNERSHIP</vt:lpstr>
      <vt:lpstr>DOMAIN 2:  GDPR TERMS AND CONCEPTS</vt:lpstr>
      <vt:lpstr>DOMAIN 2:  GDPR TERMS AND CONCEPTS</vt:lpstr>
      <vt:lpstr>PowerPoint Presentation</vt:lpstr>
      <vt:lpstr>DOMAIN 2:  ASSET CLASSIFICATIONS</vt:lpstr>
      <vt:lpstr>Emanations/Tempest</vt:lpstr>
      <vt:lpstr>Faraday Cage Example</vt:lpstr>
      <vt:lpstr>PowerPoint Presentation</vt:lpstr>
      <vt:lpstr>Data Remanence</vt:lpstr>
      <vt:lpstr>DOMAIN 2:  DESTROYING DATA</vt:lpstr>
      <vt:lpstr>Standards and Guidelines for Sanitation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 Security</dc:title>
  <dc:creator>Alan Harrah</dc:creator>
  <cp:lastModifiedBy>Alan Harrah</cp:lastModifiedBy>
  <cp:revision>22</cp:revision>
  <dcterms:created xsi:type="dcterms:W3CDTF">2020-11-08T16:45:01Z</dcterms:created>
  <dcterms:modified xsi:type="dcterms:W3CDTF">2026-08-17T20:03:45Z</dcterms:modified>
</cp:coreProperties>
</file>
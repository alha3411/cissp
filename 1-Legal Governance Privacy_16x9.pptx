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813" r:id="rId2"/>
    <p:sldMasterId id="2147483874" r:id="rId3"/>
    <p:sldMasterId id="2147483889" r:id="rId4"/>
  </p:sldMasterIdLst>
  <p:notesMasterIdLst>
    <p:notesMasterId r:id="rId27"/>
  </p:notesMasterIdLst>
  <p:sldIdLst>
    <p:sldId id="256" r:id="rId5"/>
    <p:sldId id="389" r:id="rId6"/>
    <p:sldId id="390" r:id="rId7"/>
    <p:sldId id="2349" r:id="rId8"/>
    <p:sldId id="257" r:id="rId9"/>
    <p:sldId id="1167" r:id="rId10"/>
    <p:sldId id="259" r:id="rId11"/>
    <p:sldId id="281" r:id="rId12"/>
    <p:sldId id="391" r:id="rId13"/>
    <p:sldId id="394" r:id="rId14"/>
    <p:sldId id="2351" r:id="rId15"/>
    <p:sldId id="285" r:id="rId16"/>
    <p:sldId id="286" r:id="rId17"/>
    <p:sldId id="393" r:id="rId18"/>
    <p:sldId id="2305" r:id="rId19"/>
    <p:sldId id="2342" r:id="rId20"/>
    <p:sldId id="2341" r:id="rId21"/>
    <p:sldId id="392" r:id="rId22"/>
    <p:sldId id="2322" r:id="rId23"/>
    <p:sldId id="308" r:id="rId24"/>
    <p:sldId id="518" r:id="rId25"/>
    <p:sldId id="39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66D235-7F43-4582-808C-189C263BF9BD}" v="5" dt="2026-08-10T18:37:30.1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616" autoAdjust="0"/>
    <p:restoredTop sz="94676"/>
  </p:normalViewPr>
  <p:slideViewPr>
    <p:cSldViewPr>
      <p:cViewPr varScale="1">
        <p:scale>
          <a:sx n="125" d="100"/>
          <a:sy n="125" d="100"/>
        </p:scale>
        <p:origin x="176" y="39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139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n Harrah" userId="13ac046d-2492-4a67-a5cf-463964845fac" providerId="ADAL" clId="{D4502DDC-EA26-47E9-A453-E89952727A4D}"/>
    <pc:docChg chg="custSel modSld sldOrd">
      <pc:chgData name="Alan Harrah" userId="13ac046d-2492-4a67-a5cf-463964845fac" providerId="ADAL" clId="{D4502DDC-EA26-47E9-A453-E89952727A4D}" dt="2026-08-06T15:50:14.354" v="1" actId="26606"/>
      <pc:docMkLst>
        <pc:docMk/>
      </pc:docMkLst>
      <pc:sldChg chg="modSp mod">
        <pc:chgData name="Alan Harrah" userId="13ac046d-2492-4a67-a5cf-463964845fac" providerId="ADAL" clId="{D4502DDC-EA26-47E9-A453-E89952727A4D}" dt="2026-08-06T15:38:32.931" v="0" actId="26606"/>
        <pc:sldMkLst>
          <pc:docMk/>
          <pc:sldMk cId="0" sldId="286"/>
        </pc:sldMkLst>
      </pc:sldChg>
      <pc:sldChg chg="ord">
        <pc:chgData name="Alan Harrah" userId="13ac046d-2492-4a67-a5cf-463964845fac" providerId="ADAL" clId="{D4502DDC-EA26-47E9-A453-E89952727A4D}" dt="2026-08-06T15:50:14.354" v="1" actId="26606"/>
        <pc:sldMkLst>
          <pc:docMk/>
          <pc:sldMk cId="0" sldId="392"/>
        </pc:sldMkLst>
      </pc:sldChg>
      <pc:sldChg chg="ord">
        <pc:chgData name="Alan Harrah" userId="13ac046d-2492-4a67-a5cf-463964845fac" providerId="ADAL" clId="{D4502DDC-EA26-47E9-A453-E89952727A4D}" dt="2026-08-06T15:50:14.354" v="1" actId="26606"/>
        <pc:sldMkLst>
          <pc:docMk/>
          <pc:sldMk cId="0" sldId="393"/>
        </pc:sldMkLst>
      </pc:sldChg>
      <pc:sldChg chg="ord">
        <pc:chgData name="Alan Harrah" userId="13ac046d-2492-4a67-a5cf-463964845fac" providerId="ADAL" clId="{D4502DDC-EA26-47E9-A453-E89952727A4D}" dt="2026-08-06T15:50:14.354" v="1" actId="26606"/>
        <pc:sldMkLst>
          <pc:docMk/>
          <pc:sldMk cId="0" sldId="394"/>
        </pc:sldMkLst>
      </pc:sldChg>
      <pc:sldChg chg="ord">
        <pc:chgData name="Alan Harrah" userId="13ac046d-2492-4a67-a5cf-463964845fac" providerId="ADAL" clId="{D4502DDC-EA26-47E9-A453-E89952727A4D}" dt="2026-08-06T15:38:32.931" v="0" actId="26606"/>
        <pc:sldMkLst>
          <pc:docMk/>
          <pc:sldMk cId="0" sldId="397"/>
        </pc:sldMkLst>
      </pc:sldChg>
      <pc:sldChg chg="ord">
        <pc:chgData name="Alan Harrah" userId="13ac046d-2492-4a67-a5cf-463964845fac" providerId="ADAL" clId="{D4502DDC-EA26-47E9-A453-E89952727A4D}" dt="2026-08-06T15:38:32.931" v="0" actId="26606"/>
        <pc:sldMkLst>
          <pc:docMk/>
          <pc:sldMk cId="0" sldId="2350"/>
        </pc:sldMkLst>
      </pc:sldChg>
    </pc:docChg>
  </pc:docChgLst>
  <pc:docChgLst>
    <pc:chgData name="Alan Harrah" userId="9dbaa1db5e5d5f04" providerId="LiveId" clId="{D4502DDC-EA26-47E9-A453-E89952727A4D}"/>
    <pc:docChg chg="custSel addSld delSld modSld sldOrd delMainMaster modMainMaster">
      <pc:chgData name="Alan Harrah" userId="9dbaa1db5e5d5f04" providerId="LiveId" clId="{D4502DDC-EA26-47E9-A453-E89952727A4D}" dt="2026-08-10T18:41:51.413" v="144" actId="13926"/>
      <pc:docMkLst>
        <pc:docMk/>
      </pc:docMkLst>
      <pc:sldChg chg="add">
        <pc:chgData name="Alan Harrah" userId="9dbaa1db5e5d5f04" providerId="LiveId" clId="{D4502DDC-EA26-47E9-A453-E89952727A4D}" dt="2026-08-05T15:25:16.457" v="0"/>
        <pc:sldMkLst>
          <pc:docMk/>
          <pc:sldMk cId="0" sldId="257"/>
        </pc:sldMkLst>
      </pc:sldChg>
      <pc:sldChg chg="add">
        <pc:chgData name="Alan Harrah" userId="9dbaa1db5e5d5f04" providerId="LiveId" clId="{D4502DDC-EA26-47E9-A453-E89952727A4D}" dt="2026-08-05T15:25:16.457" v="0"/>
        <pc:sldMkLst>
          <pc:docMk/>
          <pc:sldMk cId="0" sldId="259"/>
        </pc:sldMkLst>
      </pc:sldChg>
      <pc:sldChg chg="modSp add mod">
        <pc:chgData name="Alan Harrah" userId="9dbaa1db5e5d5f04" providerId="LiveId" clId="{D4502DDC-EA26-47E9-A453-E89952727A4D}" dt="2026-08-10T18:39:48.679" v="91" actId="255"/>
        <pc:sldMkLst>
          <pc:docMk/>
          <pc:sldMk cId="0" sldId="281"/>
        </pc:sldMkLst>
        <pc:spChg chg="mod">
          <ac:chgData name="Alan Harrah" userId="9dbaa1db5e5d5f04" providerId="LiveId" clId="{D4502DDC-EA26-47E9-A453-E89952727A4D}" dt="2026-08-10T18:39:48.679" v="91" actId="255"/>
          <ac:spMkLst>
            <pc:docMk/>
            <pc:sldMk cId="0" sldId="281"/>
            <ac:spMk id="11" creationId="{00000000-0000-0000-0000-000000000000}"/>
          </ac:spMkLst>
        </pc:spChg>
      </pc:sldChg>
      <pc:sldChg chg="add del">
        <pc:chgData name="Alan Harrah" userId="9dbaa1db5e5d5f04" providerId="LiveId" clId="{D4502DDC-EA26-47E9-A453-E89952727A4D}" dt="2026-08-10T18:38:01.384" v="84" actId="2696"/>
        <pc:sldMkLst>
          <pc:docMk/>
          <pc:sldMk cId="0" sldId="282"/>
        </pc:sldMkLst>
      </pc:sldChg>
      <pc:sldChg chg="del">
        <pc:chgData name="Alan Harrah" userId="9dbaa1db5e5d5f04" providerId="LiveId" clId="{D4502DDC-EA26-47E9-A453-E89952727A4D}" dt="2026-08-10T18:39:32.924" v="90" actId="2696"/>
        <pc:sldMkLst>
          <pc:docMk/>
          <pc:sldMk cId="3694685166" sldId="284"/>
        </pc:sldMkLst>
      </pc:sldChg>
      <pc:sldChg chg="modSp add mod">
        <pc:chgData name="Alan Harrah" userId="9dbaa1db5e5d5f04" providerId="LiveId" clId="{D4502DDC-EA26-47E9-A453-E89952727A4D}" dt="2026-08-10T18:40:58.030" v="123" actId="1076"/>
        <pc:sldMkLst>
          <pc:docMk/>
          <pc:sldMk cId="0" sldId="285"/>
        </pc:sldMkLst>
        <pc:spChg chg="mod">
          <ac:chgData name="Alan Harrah" userId="9dbaa1db5e5d5f04" providerId="LiveId" clId="{D4502DDC-EA26-47E9-A453-E89952727A4D}" dt="2026-08-10T18:40:51.785" v="122" actId="20577"/>
          <ac:spMkLst>
            <pc:docMk/>
            <pc:sldMk cId="0" sldId="285"/>
            <ac:spMk id="3" creationId="{00000000-0000-0000-0000-000000000000}"/>
          </ac:spMkLst>
        </pc:spChg>
        <pc:spChg chg="mod">
          <ac:chgData name="Alan Harrah" userId="9dbaa1db5e5d5f04" providerId="LiveId" clId="{D4502DDC-EA26-47E9-A453-E89952727A4D}" dt="2026-08-10T18:40:58.030" v="123" actId="1076"/>
          <ac:spMkLst>
            <pc:docMk/>
            <pc:sldMk cId="0" sldId="285"/>
            <ac:spMk id="15" creationId="{00000000-0000-0000-0000-000000000000}"/>
          </ac:spMkLst>
        </pc:spChg>
      </pc:sldChg>
      <pc:sldChg chg="modSp add del mod">
        <pc:chgData name="Alan Harrah" userId="9dbaa1db5e5d5f04" providerId="LiveId" clId="{D4502DDC-EA26-47E9-A453-E89952727A4D}" dt="2026-08-10T18:39:20.864" v="89" actId="27636"/>
        <pc:sldMkLst>
          <pc:docMk/>
          <pc:sldMk cId="0" sldId="286"/>
        </pc:sldMkLst>
        <pc:spChg chg="mod">
          <ac:chgData name="Alan Harrah" userId="9dbaa1db5e5d5f04" providerId="LiveId" clId="{D4502DDC-EA26-47E9-A453-E89952727A4D}" dt="2026-08-10T18:39:20.864" v="89" actId="27636"/>
          <ac:spMkLst>
            <pc:docMk/>
            <pc:sldMk cId="0" sldId="286"/>
            <ac:spMk id="10" creationId="{00000000-0000-0000-0000-000000000000}"/>
          </ac:spMkLst>
        </pc:spChg>
      </pc:sldChg>
      <pc:sldChg chg="modSp add mod">
        <pc:chgData name="Alan Harrah" userId="9dbaa1db5e5d5f04" providerId="LiveId" clId="{D4502DDC-EA26-47E9-A453-E89952727A4D}" dt="2026-08-10T18:41:31.339" v="143" actId="20577"/>
        <pc:sldMkLst>
          <pc:docMk/>
          <pc:sldMk cId="0" sldId="308"/>
        </pc:sldMkLst>
        <pc:spChg chg="mod">
          <ac:chgData name="Alan Harrah" userId="9dbaa1db5e5d5f04" providerId="LiveId" clId="{D4502DDC-EA26-47E9-A453-E89952727A4D}" dt="2026-08-10T18:41:31.339" v="143" actId="20577"/>
          <ac:spMkLst>
            <pc:docMk/>
            <pc:sldMk cId="0" sldId="308"/>
            <ac:spMk id="3" creationId="{00000000-0000-0000-0000-000000000000}"/>
          </ac:spMkLst>
        </pc:spChg>
      </pc:sldChg>
      <pc:sldChg chg="del">
        <pc:chgData name="Alan Harrah" userId="9dbaa1db5e5d5f04" providerId="LiveId" clId="{D4502DDC-EA26-47E9-A453-E89952727A4D}" dt="2026-08-10T15:04:02.844" v="74" actId="2696"/>
        <pc:sldMkLst>
          <pc:docMk/>
          <pc:sldMk cId="4220166708" sldId="377"/>
        </pc:sldMkLst>
      </pc:sldChg>
      <pc:sldChg chg="add">
        <pc:chgData name="Alan Harrah" userId="9dbaa1db5e5d5f04" providerId="LiveId" clId="{D4502DDC-EA26-47E9-A453-E89952727A4D}" dt="2026-08-05T15:35:55.800" v="5"/>
        <pc:sldMkLst>
          <pc:docMk/>
          <pc:sldMk cId="0" sldId="389"/>
        </pc:sldMkLst>
      </pc:sldChg>
      <pc:sldChg chg="add">
        <pc:chgData name="Alan Harrah" userId="9dbaa1db5e5d5f04" providerId="LiveId" clId="{D4502DDC-EA26-47E9-A453-E89952727A4D}" dt="2026-08-05T15:35:55.800" v="5"/>
        <pc:sldMkLst>
          <pc:docMk/>
          <pc:sldMk cId="0" sldId="390"/>
        </pc:sldMkLst>
      </pc:sldChg>
      <pc:sldChg chg="modSp add mod ord modNotes">
        <pc:chgData name="Alan Harrah" userId="9dbaa1db5e5d5f04" providerId="LiveId" clId="{D4502DDC-EA26-47E9-A453-E89952727A4D}" dt="2026-08-10T18:40:01.222" v="101" actId="20577"/>
        <pc:sldMkLst>
          <pc:docMk/>
          <pc:sldMk cId="0" sldId="391"/>
        </pc:sldMkLst>
        <pc:spChg chg="mod">
          <ac:chgData name="Alan Harrah" userId="9dbaa1db5e5d5f04" providerId="LiveId" clId="{D4502DDC-EA26-47E9-A453-E89952727A4D}" dt="2026-08-10T18:40:01.222" v="101" actId="20577"/>
          <ac:spMkLst>
            <pc:docMk/>
            <pc:sldMk cId="0" sldId="391"/>
            <ac:spMk id="3" creationId="{00000000-0000-0000-0000-000000000000}"/>
          </ac:spMkLst>
        </pc:spChg>
      </pc:sldChg>
      <pc:sldChg chg="modSp add mod">
        <pc:chgData name="Alan Harrah" userId="9dbaa1db5e5d5f04" providerId="LiveId" clId="{D4502DDC-EA26-47E9-A453-E89952727A4D}" dt="2026-08-06T17:11:11.713" v="42" actId="255"/>
        <pc:sldMkLst>
          <pc:docMk/>
          <pc:sldMk cId="0" sldId="392"/>
        </pc:sldMkLst>
        <pc:spChg chg="mod">
          <ac:chgData name="Alan Harrah" userId="9dbaa1db5e5d5f04" providerId="LiveId" clId="{D4502DDC-EA26-47E9-A453-E89952727A4D}" dt="2026-08-06T17:11:11.713" v="42" actId="255"/>
          <ac:spMkLst>
            <pc:docMk/>
            <pc:sldMk cId="0" sldId="392"/>
            <ac:spMk id="4" creationId="{00000000-0000-0000-0000-000000000000}"/>
          </ac:spMkLst>
        </pc:spChg>
      </pc:sldChg>
      <pc:sldChg chg="modSp add mod ord">
        <pc:chgData name="Alan Harrah" userId="9dbaa1db5e5d5f04" providerId="LiveId" clId="{D4502DDC-EA26-47E9-A453-E89952727A4D}" dt="2026-08-10T18:41:51.413" v="144" actId="13926"/>
        <pc:sldMkLst>
          <pc:docMk/>
          <pc:sldMk cId="0" sldId="393"/>
        </pc:sldMkLst>
        <pc:spChg chg="mod">
          <ac:chgData name="Alan Harrah" userId="9dbaa1db5e5d5f04" providerId="LiveId" clId="{D4502DDC-EA26-47E9-A453-E89952727A4D}" dt="2026-08-10T18:41:12.682" v="133" actId="20577"/>
          <ac:spMkLst>
            <pc:docMk/>
            <pc:sldMk cId="0" sldId="393"/>
            <ac:spMk id="3" creationId="{00000000-0000-0000-0000-000000000000}"/>
          </ac:spMkLst>
        </pc:spChg>
        <pc:spChg chg="mod">
          <ac:chgData name="Alan Harrah" userId="9dbaa1db5e5d5f04" providerId="LiveId" clId="{D4502DDC-EA26-47E9-A453-E89952727A4D}" dt="2026-08-10T18:41:51.413" v="144" actId="13926"/>
          <ac:spMkLst>
            <pc:docMk/>
            <pc:sldMk cId="0" sldId="393"/>
            <ac:spMk id="9" creationId="{00000000-0000-0000-0000-000000000000}"/>
          </ac:spMkLst>
        </pc:spChg>
      </pc:sldChg>
      <pc:sldChg chg="add">
        <pc:chgData name="Alan Harrah" userId="9dbaa1db5e5d5f04" providerId="LiveId" clId="{D4502DDC-EA26-47E9-A453-E89952727A4D}" dt="2026-08-05T15:35:55.800" v="5"/>
        <pc:sldMkLst>
          <pc:docMk/>
          <pc:sldMk cId="0" sldId="394"/>
        </pc:sldMkLst>
      </pc:sldChg>
      <pc:sldChg chg="add del mod modShow">
        <pc:chgData name="Alan Harrah" userId="9dbaa1db5e5d5f04" providerId="LiveId" clId="{D4502DDC-EA26-47E9-A453-E89952727A4D}" dt="2026-08-10T15:04:36.123" v="75" actId="2696"/>
        <pc:sldMkLst>
          <pc:docMk/>
          <pc:sldMk cId="0" sldId="395"/>
        </pc:sldMkLst>
      </pc:sldChg>
      <pc:sldChg chg="del mod modShow">
        <pc:chgData name="Alan Harrah" userId="9dbaa1db5e5d5f04" providerId="LiveId" clId="{D4502DDC-EA26-47E9-A453-E89952727A4D}" dt="2026-08-10T15:00:27.046" v="69" actId="2696"/>
        <pc:sldMkLst>
          <pc:docMk/>
          <pc:sldMk cId="2141829136" sldId="396"/>
        </pc:sldMkLst>
      </pc:sldChg>
      <pc:sldChg chg="add mod modShow">
        <pc:chgData name="Alan Harrah" userId="9dbaa1db5e5d5f04" providerId="LiveId" clId="{D4502DDC-EA26-47E9-A453-E89952727A4D}" dt="2026-08-06T17:13:04.084" v="58" actId="34476"/>
        <pc:sldMkLst>
          <pc:docMk/>
          <pc:sldMk cId="0" sldId="397"/>
        </pc:sldMkLst>
      </pc:sldChg>
      <pc:sldChg chg="del">
        <pc:chgData name="Alan Harrah" userId="9dbaa1db5e5d5f04" providerId="LiveId" clId="{D4502DDC-EA26-47E9-A453-E89952727A4D}" dt="2026-08-10T15:04:49.737" v="77" actId="2696"/>
        <pc:sldMkLst>
          <pc:docMk/>
          <pc:sldMk cId="1201115364" sldId="498"/>
        </pc:sldMkLst>
      </pc:sldChg>
      <pc:sldChg chg="del">
        <pc:chgData name="Alan Harrah" userId="9dbaa1db5e5d5f04" providerId="LiveId" clId="{D4502DDC-EA26-47E9-A453-E89952727A4D}" dt="2026-08-10T15:03:47.685" v="72" actId="2696"/>
        <pc:sldMkLst>
          <pc:docMk/>
          <pc:sldMk cId="2721510936" sldId="504"/>
        </pc:sldMkLst>
      </pc:sldChg>
      <pc:sldChg chg="del">
        <pc:chgData name="Alan Harrah" userId="9dbaa1db5e5d5f04" providerId="LiveId" clId="{D4502DDC-EA26-47E9-A453-E89952727A4D}" dt="2026-08-10T18:39:20.802" v="85" actId="2696"/>
        <pc:sldMkLst>
          <pc:docMk/>
          <pc:sldMk cId="3645022293" sldId="947"/>
        </pc:sldMkLst>
      </pc:sldChg>
      <pc:sldChg chg="del mod modShow">
        <pc:chgData name="Alan Harrah" userId="9dbaa1db5e5d5f04" providerId="LiveId" clId="{D4502DDC-EA26-47E9-A453-E89952727A4D}" dt="2026-08-10T14:58:19.844" v="59" actId="2696"/>
        <pc:sldMkLst>
          <pc:docMk/>
          <pc:sldMk cId="606339673" sldId="1065"/>
        </pc:sldMkLst>
      </pc:sldChg>
      <pc:sldChg chg="add">
        <pc:chgData name="Alan Harrah" userId="9dbaa1db5e5d5f04" providerId="LiveId" clId="{D4502DDC-EA26-47E9-A453-E89952727A4D}" dt="2026-08-05T15:25:16.457" v="0"/>
        <pc:sldMkLst>
          <pc:docMk/>
          <pc:sldMk cId="0" sldId="1167"/>
        </pc:sldMkLst>
      </pc:sldChg>
      <pc:sldChg chg="del mod modShow">
        <pc:chgData name="Alan Harrah" userId="9dbaa1db5e5d5f04" providerId="LiveId" clId="{D4502DDC-EA26-47E9-A453-E89952727A4D}" dt="2026-08-10T15:00:27.046" v="69" actId="2696"/>
        <pc:sldMkLst>
          <pc:docMk/>
          <pc:sldMk cId="351187889" sldId="2315"/>
        </pc:sldMkLst>
      </pc:sldChg>
      <pc:sldChg chg="del mod modShow">
        <pc:chgData name="Alan Harrah" userId="9dbaa1db5e5d5f04" providerId="LiveId" clId="{D4502DDC-EA26-47E9-A453-E89952727A4D}" dt="2026-08-10T15:00:27.046" v="69" actId="2696"/>
        <pc:sldMkLst>
          <pc:docMk/>
          <pc:sldMk cId="4158482084" sldId="2316"/>
        </pc:sldMkLst>
      </pc:sldChg>
      <pc:sldChg chg="mod modShow">
        <pc:chgData name="Alan Harrah" userId="9dbaa1db5e5d5f04" providerId="LiveId" clId="{D4502DDC-EA26-47E9-A453-E89952727A4D}" dt="2026-08-10T15:03:55.541" v="73" actId="34476"/>
        <pc:sldMkLst>
          <pc:docMk/>
          <pc:sldMk cId="1888871617" sldId="2322"/>
        </pc:sldMkLst>
      </pc:sldChg>
      <pc:sldChg chg="del mod modShow">
        <pc:chgData name="Alan Harrah" userId="9dbaa1db5e5d5f04" providerId="LiveId" clId="{D4502DDC-EA26-47E9-A453-E89952727A4D}" dt="2026-08-10T15:00:27.046" v="69" actId="2696"/>
        <pc:sldMkLst>
          <pc:docMk/>
          <pc:sldMk cId="2305599796" sldId="2323"/>
        </pc:sldMkLst>
      </pc:sldChg>
      <pc:sldChg chg="del mod modShow">
        <pc:chgData name="Alan Harrah" userId="9dbaa1db5e5d5f04" providerId="LiveId" clId="{D4502DDC-EA26-47E9-A453-E89952727A4D}" dt="2026-08-10T14:59:48.647" v="68" actId="2696"/>
        <pc:sldMkLst>
          <pc:docMk/>
          <pc:sldMk cId="63566510" sldId="2325"/>
        </pc:sldMkLst>
      </pc:sldChg>
      <pc:sldChg chg="del mod modShow">
        <pc:chgData name="Alan Harrah" userId="9dbaa1db5e5d5f04" providerId="LiveId" clId="{D4502DDC-EA26-47E9-A453-E89952727A4D}" dt="2026-08-10T15:00:27.046" v="69" actId="2696"/>
        <pc:sldMkLst>
          <pc:docMk/>
          <pc:sldMk cId="3501190813" sldId="2333"/>
        </pc:sldMkLst>
      </pc:sldChg>
      <pc:sldChg chg="del mod modShow">
        <pc:chgData name="Alan Harrah" userId="9dbaa1db5e5d5f04" providerId="LiveId" clId="{D4502DDC-EA26-47E9-A453-E89952727A4D}" dt="2026-08-10T14:59:48.647" v="68" actId="2696"/>
        <pc:sldMkLst>
          <pc:docMk/>
          <pc:sldMk cId="2942440648" sldId="2334"/>
        </pc:sldMkLst>
      </pc:sldChg>
      <pc:sldChg chg="del mod modShow">
        <pc:chgData name="Alan Harrah" userId="9dbaa1db5e5d5f04" providerId="LiveId" clId="{D4502DDC-EA26-47E9-A453-E89952727A4D}" dt="2026-08-10T14:59:21.972" v="65" actId="2696"/>
        <pc:sldMkLst>
          <pc:docMk/>
          <pc:sldMk cId="1420320639" sldId="2336"/>
        </pc:sldMkLst>
      </pc:sldChg>
      <pc:sldChg chg="mod ord modShow">
        <pc:chgData name="Alan Harrah" userId="9dbaa1db5e5d5f04" providerId="LiveId" clId="{D4502DDC-EA26-47E9-A453-E89952727A4D}" dt="2026-08-10T14:59:02.211" v="64" actId="34476"/>
        <pc:sldMkLst>
          <pc:docMk/>
          <pc:sldMk cId="94977702" sldId="2337"/>
        </pc:sldMkLst>
      </pc:sldChg>
      <pc:sldChg chg="del mod modShow">
        <pc:chgData name="Alan Harrah" userId="9dbaa1db5e5d5f04" providerId="LiveId" clId="{D4502DDC-EA26-47E9-A453-E89952727A4D}" dt="2026-08-10T14:59:48.647" v="68" actId="2696"/>
        <pc:sldMkLst>
          <pc:docMk/>
          <pc:sldMk cId="2339007604" sldId="2340"/>
        </pc:sldMkLst>
      </pc:sldChg>
      <pc:sldChg chg="del mod modShow">
        <pc:chgData name="Alan Harrah" userId="9dbaa1db5e5d5f04" providerId="LiveId" clId="{D4502DDC-EA26-47E9-A453-E89952727A4D}" dt="2026-08-10T14:59:48.647" v="68" actId="2696"/>
        <pc:sldMkLst>
          <pc:docMk/>
          <pc:sldMk cId="2219036919" sldId="2343"/>
        </pc:sldMkLst>
      </pc:sldChg>
      <pc:sldChg chg="del mod modShow">
        <pc:chgData name="Alan Harrah" userId="9dbaa1db5e5d5f04" providerId="LiveId" clId="{D4502DDC-EA26-47E9-A453-E89952727A4D}" dt="2026-08-10T14:59:48.647" v="68" actId="2696"/>
        <pc:sldMkLst>
          <pc:docMk/>
          <pc:sldMk cId="710370581" sldId="2344"/>
        </pc:sldMkLst>
      </pc:sldChg>
      <pc:sldChg chg="del mod modShow">
        <pc:chgData name="Alan Harrah" userId="9dbaa1db5e5d5f04" providerId="LiveId" clId="{D4502DDC-EA26-47E9-A453-E89952727A4D}" dt="2026-08-10T14:59:48.647" v="68" actId="2696"/>
        <pc:sldMkLst>
          <pc:docMk/>
          <pc:sldMk cId="936507240" sldId="2345"/>
        </pc:sldMkLst>
      </pc:sldChg>
      <pc:sldChg chg="del mod modShow">
        <pc:chgData name="Alan Harrah" userId="9dbaa1db5e5d5f04" providerId="LiveId" clId="{D4502DDC-EA26-47E9-A453-E89952727A4D}" dt="2026-08-10T14:59:48.647" v="68" actId="2696"/>
        <pc:sldMkLst>
          <pc:docMk/>
          <pc:sldMk cId="2555828639" sldId="2346"/>
        </pc:sldMkLst>
      </pc:sldChg>
      <pc:sldChg chg="del mod modShow">
        <pc:chgData name="Alan Harrah" userId="9dbaa1db5e5d5f04" providerId="LiveId" clId="{D4502DDC-EA26-47E9-A453-E89952727A4D}" dt="2026-08-10T14:58:30.537" v="61" actId="2696"/>
        <pc:sldMkLst>
          <pc:docMk/>
          <pc:sldMk cId="1044486139" sldId="2347"/>
        </pc:sldMkLst>
      </pc:sldChg>
      <pc:sldChg chg="del mod modShow">
        <pc:chgData name="Alan Harrah" userId="9dbaa1db5e5d5f04" providerId="LiveId" clId="{D4502DDC-EA26-47E9-A453-E89952727A4D}" dt="2026-08-10T14:58:26.598" v="60" actId="2696"/>
        <pc:sldMkLst>
          <pc:docMk/>
          <pc:sldMk cId="220194854" sldId="2348"/>
        </pc:sldMkLst>
      </pc:sldChg>
      <pc:sldChg chg="modSp add mod">
        <pc:chgData name="Alan Harrah" userId="9dbaa1db5e5d5f04" providerId="LiveId" clId="{D4502DDC-EA26-47E9-A453-E89952727A4D}" dt="2026-08-06T17:08:07.659" v="8" actId="1076"/>
        <pc:sldMkLst>
          <pc:docMk/>
          <pc:sldMk cId="0" sldId="2349"/>
        </pc:sldMkLst>
        <pc:spChg chg="mod">
          <ac:chgData name="Alan Harrah" userId="9dbaa1db5e5d5f04" providerId="LiveId" clId="{D4502DDC-EA26-47E9-A453-E89952727A4D}" dt="2026-08-06T17:08:03.980" v="7" actId="1076"/>
          <ac:spMkLst>
            <pc:docMk/>
            <pc:sldMk cId="0" sldId="2349"/>
            <ac:spMk id="2" creationId="{00000000-0000-0000-0000-000000000000}"/>
          </ac:spMkLst>
        </pc:spChg>
        <pc:spChg chg="mod">
          <ac:chgData name="Alan Harrah" userId="9dbaa1db5e5d5f04" providerId="LiveId" clId="{D4502DDC-EA26-47E9-A453-E89952727A4D}" dt="2026-08-06T17:08:07.659" v="8" actId="1076"/>
          <ac:spMkLst>
            <pc:docMk/>
            <pc:sldMk cId="0" sldId="2349"/>
            <ac:spMk id="3" creationId="{00000000-0000-0000-0000-000000000000}"/>
          </ac:spMkLst>
        </pc:spChg>
      </pc:sldChg>
      <pc:sldChg chg="add mod modShow">
        <pc:chgData name="Alan Harrah" userId="9dbaa1db5e5d5f04" providerId="LiveId" clId="{D4502DDC-EA26-47E9-A453-E89952727A4D}" dt="2026-08-10T15:04:40.346" v="76" actId="34476"/>
        <pc:sldMkLst>
          <pc:docMk/>
          <pc:sldMk cId="0" sldId="2350"/>
        </pc:sldMkLst>
      </pc:sldChg>
      <pc:sldChg chg="delSp modSp add mod">
        <pc:chgData name="Alan Harrah" userId="9dbaa1db5e5d5f04" providerId="LiveId" clId="{D4502DDC-EA26-47E9-A453-E89952727A4D}" dt="2026-08-10T18:40:45.813" v="115" actId="1076"/>
        <pc:sldMkLst>
          <pc:docMk/>
          <pc:sldMk cId="0" sldId="2351"/>
        </pc:sldMkLst>
        <pc:spChg chg="mod">
          <ac:chgData name="Alan Harrah" userId="9dbaa1db5e5d5f04" providerId="LiveId" clId="{D4502DDC-EA26-47E9-A453-E89952727A4D}" dt="2026-08-10T18:40:13.919" v="108" actId="20577"/>
          <ac:spMkLst>
            <pc:docMk/>
            <pc:sldMk cId="0" sldId="2351"/>
            <ac:spMk id="3" creationId="{00000000-0000-0000-0000-000000000000}"/>
          </ac:spMkLst>
        </pc:spChg>
        <pc:spChg chg="mod">
          <ac:chgData name="Alan Harrah" userId="9dbaa1db5e5d5f04" providerId="LiveId" clId="{D4502DDC-EA26-47E9-A453-E89952727A4D}" dt="2026-08-10T18:40:45.813" v="115" actId="1076"/>
          <ac:spMkLst>
            <pc:docMk/>
            <pc:sldMk cId="0" sldId="2351"/>
            <ac:spMk id="4" creationId="{00000000-0000-0000-0000-000000000000}"/>
          </ac:spMkLst>
        </pc:spChg>
        <pc:spChg chg="del mod">
          <ac:chgData name="Alan Harrah" userId="9dbaa1db5e5d5f04" providerId="LiveId" clId="{D4502DDC-EA26-47E9-A453-E89952727A4D}" dt="2026-08-10T18:40:23.238" v="109" actId="478"/>
          <ac:spMkLst>
            <pc:docMk/>
            <pc:sldMk cId="0" sldId="2351"/>
            <ac:spMk id="5" creationId="{00000000-0000-0000-0000-000000000000}"/>
          </ac:spMkLst>
        </pc:spChg>
        <pc:spChg chg="mod">
          <ac:chgData name="Alan Harrah" userId="9dbaa1db5e5d5f04" providerId="LiveId" clId="{D4502DDC-EA26-47E9-A453-E89952727A4D}" dt="2026-08-10T18:40:25.698" v="110" actId="1076"/>
          <ac:spMkLst>
            <pc:docMk/>
            <pc:sldMk cId="0" sldId="2351"/>
            <ac:spMk id="6" creationId="{00000000-0000-0000-0000-000000000000}"/>
          </ac:spMkLst>
        </pc:spChg>
        <pc:spChg chg="mod">
          <ac:chgData name="Alan Harrah" userId="9dbaa1db5e5d5f04" providerId="LiveId" clId="{D4502DDC-EA26-47E9-A453-E89952727A4D}" dt="2026-08-10T18:40:34.757" v="112" actId="255"/>
          <ac:spMkLst>
            <pc:docMk/>
            <pc:sldMk cId="0" sldId="2351"/>
            <ac:spMk id="7" creationId="{00000000-0000-0000-0000-000000000000}"/>
          </ac:spMkLst>
        </pc:spChg>
        <pc:spChg chg="mod">
          <ac:chgData name="Alan Harrah" userId="9dbaa1db5e5d5f04" providerId="LiveId" clId="{D4502DDC-EA26-47E9-A453-E89952727A4D}" dt="2026-08-10T18:40:40.912" v="113" actId="255"/>
          <ac:spMkLst>
            <pc:docMk/>
            <pc:sldMk cId="0" sldId="2351"/>
            <ac:spMk id="9" creationId="{00000000-0000-0000-0000-000000000000}"/>
          </ac:spMkLst>
        </pc:spChg>
        <pc:spChg chg="mod">
          <ac:chgData name="Alan Harrah" userId="9dbaa1db5e5d5f04" providerId="LiveId" clId="{D4502DDC-EA26-47E9-A453-E89952727A4D}" dt="2026-08-10T18:40:43.203" v="114" actId="1076"/>
          <ac:spMkLst>
            <pc:docMk/>
            <pc:sldMk cId="0" sldId="2351"/>
            <ac:spMk id="10" creationId="{00000000-0000-0000-0000-000000000000}"/>
          </ac:spMkLst>
        </pc:spChg>
      </pc:sldChg>
      <pc:sldMasterChg chg="delSldLayout">
        <pc:chgData name="Alan Harrah" userId="9dbaa1db5e5d5f04" providerId="LiveId" clId="{D4502DDC-EA26-47E9-A453-E89952727A4D}" dt="2026-08-10T18:39:32.924" v="90" actId="2696"/>
        <pc:sldMasterMkLst>
          <pc:docMk/>
          <pc:sldMasterMk cId="754846964" sldId="2147483672"/>
        </pc:sldMasterMkLst>
        <pc:sldLayoutChg chg="del">
          <pc:chgData name="Alan Harrah" userId="9dbaa1db5e5d5f04" providerId="LiveId" clId="{D4502DDC-EA26-47E9-A453-E89952727A4D}" dt="2026-08-10T18:39:32.924" v="90" actId="2696"/>
          <pc:sldLayoutMkLst>
            <pc:docMk/>
            <pc:sldMasterMk cId="754846964" sldId="2147483672"/>
            <pc:sldLayoutMk cId="3845861639" sldId="2147483763"/>
          </pc:sldLayoutMkLst>
        </pc:sldLayoutChg>
      </pc:sldMasterChg>
      <pc:sldMasterChg chg="del delSldLayout modSldLayout sldLayoutOrd">
        <pc:chgData name="Alan Harrah" userId="9dbaa1db5e5d5f04" providerId="LiveId" clId="{D4502DDC-EA26-47E9-A453-E89952727A4D}" dt="2026-08-10T14:59:48.647" v="68" actId="2696"/>
        <pc:sldMasterMkLst>
          <pc:docMk/>
          <pc:sldMasterMk cId="1382076043" sldId="2147483776"/>
        </pc:sldMasterMkLst>
        <pc:sldLayoutChg chg="del">
          <pc:chgData name="Alan Harrah" userId="9dbaa1db5e5d5f04" providerId="LiveId" clId="{D4502DDC-EA26-47E9-A453-E89952727A4D}" dt="2026-08-10T14:59:48.647" v="68" actId="2696"/>
          <pc:sldLayoutMkLst>
            <pc:docMk/>
            <pc:sldMasterMk cId="1382076043" sldId="2147483776"/>
            <pc:sldLayoutMk cId="1842124976" sldId="2147483777"/>
          </pc:sldLayoutMkLst>
        </pc:sldLayoutChg>
        <pc:sldLayoutChg chg="del">
          <pc:chgData name="Alan Harrah" userId="9dbaa1db5e5d5f04" providerId="LiveId" clId="{D4502DDC-EA26-47E9-A453-E89952727A4D}" dt="2026-08-10T14:59:48.647" v="68" actId="2696"/>
          <pc:sldLayoutMkLst>
            <pc:docMk/>
            <pc:sldMasterMk cId="1382076043" sldId="2147483776"/>
            <pc:sldLayoutMk cId="1654806634" sldId="2147483778"/>
          </pc:sldLayoutMkLst>
        </pc:sldLayoutChg>
        <pc:sldLayoutChg chg="del">
          <pc:chgData name="Alan Harrah" userId="9dbaa1db5e5d5f04" providerId="LiveId" clId="{D4502DDC-EA26-47E9-A453-E89952727A4D}" dt="2026-08-10T14:59:48.647" v="68" actId="2696"/>
          <pc:sldLayoutMkLst>
            <pc:docMk/>
            <pc:sldMasterMk cId="1382076043" sldId="2147483776"/>
            <pc:sldLayoutMk cId="2510013268" sldId="2147483779"/>
          </pc:sldLayoutMkLst>
        </pc:sldLayoutChg>
        <pc:sldLayoutChg chg="del">
          <pc:chgData name="Alan Harrah" userId="9dbaa1db5e5d5f04" providerId="LiveId" clId="{D4502DDC-EA26-47E9-A453-E89952727A4D}" dt="2026-08-10T14:59:48.647" v="68" actId="2696"/>
          <pc:sldLayoutMkLst>
            <pc:docMk/>
            <pc:sldMasterMk cId="1382076043" sldId="2147483776"/>
            <pc:sldLayoutMk cId="2016240534" sldId="2147483780"/>
          </pc:sldLayoutMkLst>
        </pc:sldLayoutChg>
        <pc:sldLayoutChg chg="del">
          <pc:chgData name="Alan Harrah" userId="9dbaa1db5e5d5f04" providerId="LiveId" clId="{D4502DDC-EA26-47E9-A453-E89952727A4D}" dt="2026-08-10T14:59:48.647" v="68" actId="2696"/>
          <pc:sldLayoutMkLst>
            <pc:docMk/>
            <pc:sldMasterMk cId="1382076043" sldId="2147483776"/>
            <pc:sldLayoutMk cId="2139563005" sldId="2147483781"/>
          </pc:sldLayoutMkLst>
        </pc:sldLayoutChg>
        <pc:sldLayoutChg chg="del">
          <pc:chgData name="Alan Harrah" userId="9dbaa1db5e5d5f04" providerId="LiveId" clId="{D4502DDC-EA26-47E9-A453-E89952727A4D}" dt="2026-08-10T14:59:48.647" v="68" actId="2696"/>
          <pc:sldLayoutMkLst>
            <pc:docMk/>
            <pc:sldMasterMk cId="1382076043" sldId="2147483776"/>
            <pc:sldLayoutMk cId="670524746" sldId="2147483782"/>
          </pc:sldLayoutMkLst>
        </pc:sldLayoutChg>
        <pc:sldLayoutChg chg="del">
          <pc:chgData name="Alan Harrah" userId="9dbaa1db5e5d5f04" providerId="LiveId" clId="{D4502DDC-EA26-47E9-A453-E89952727A4D}" dt="2026-08-10T14:59:48.647" v="68" actId="2696"/>
          <pc:sldLayoutMkLst>
            <pc:docMk/>
            <pc:sldMasterMk cId="1382076043" sldId="2147483776"/>
            <pc:sldLayoutMk cId="1202554801" sldId="2147483783"/>
          </pc:sldLayoutMkLst>
        </pc:sldLayoutChg>
        <pc:sldLayoutChg chg="del">
          <pc:chgData name="Alan Harrah" userId="9dbaa1db5e5d5f04" providerId="LiveId" clId="{D4502DDC-EA26-47E9-A453-E89952727A4D}" dt="2026-08-10T14:59:48.647" v="68" actId="2696"/>
          <pc:sldLayoutMkLst>
            <pc:docMk/>
            <pc:sldMasterMk cId="1382076043" sldId="2147483776"/>
            <pc:sldLayoutMk cId="3802347298" sldId="2147483784"/>
          </pc:sldLayoutMkLst>
        </pc:sldLayoutChg>
        <pc:sldLayoutChg chg="del">
          <pc:chgData name="Alan Harrah" userId="9dbaa1db5e5d5f04" providerId="LiveId" clId="{D4502DDC-EA26-47E9-A453-E89952727A4D}" dt="2026-08-10T14:59:48.647" v="68" actId="2696"/>
          <pc:sldLayoutMkLst>
            <pc:docMk/>
            <pc:sldMasterMk cId="1382076043" sldId="2147483776"/>
            <pc:sldLayoutMk cId="3105611348" sldId="2147483785"/>
          </pc:sldLayoutMkLst>
        </pc:sldLayoutChg>
        <pc:sldLayoutChg chg="del">
          <pc:chgData name="Alan Harrah" userId="9dbaa1db5e5d5f04" providerId="LiveId" clId="{D4502DDC-EA26-47E9-A453-E89952727A4D}" dt="2026-08-10T14:59:48.647" v="68" actId="2696"/>
          <pc:sldLayoutMkLst>
            <pc:docMk/>
            <pc:sldMasterMk cId="1382076043" sldId="2147483776"/>
            <pc:sldLayoutMk cId="146169359" sldId="2147483786"/>
          </pc:sldLayoutMkLst>
        </pc:sldLayoutChg>
        <pc:sldLayoutChg chg="del">
          <pc:chgData name="Alan Harrah" userId="9dbaa1db5e5d5f04" providerId="LiveId" clId="{D4502DDC-EA26-47E9-A453-E89952727A4D}" dt="2026-08-10T14:59:48.647" v="68" actId="2696"/>
          <pc:sldLayoutMkLst>
            <pc:docMk/>
            <pc:sldMasterMk cId="1382076043" sldId="2147483776"/>
            <pc:sldLayoutMk cId="793231358" sldId="2147483787"/>
          </pc:sldLayoutMkLst>
        </pc:sldLayoutChg>
        <pc:sldLayoutChg chg="modSp del mod ord">
          <pc:chgData name="Alan Harrah" userId="9dbaa1db5e5d5f04" providerId="LiveId" clId="{D4502DDC-EA26-47E9-A453-E89952727A4D}" dt="2026-08-10T14:59:48.647" v="68" actId="2696"/>
          <pc:sldLayoutMkLst>
            <pc:docMk/>
            <pc:sldMasterMk cId="1382076043" sldId="2147483776"/>
            <pc:sldLayoutMk cId="2246986130" sldId="2147483789"/>
          </pc:sldLayoutMkLst>
        </pc:sldLayoutChg>
        <pc:sldLayoutChg chg="modSp del mod ord">
          <pc:chgData name="Alan Harrah" userId="9dbaa1db5e5d5f04" providerId="LiveId" clId="{D4502DDC-EA26-47E9-A453-E89952727A4D}" dt="2026-08-10T14:59:48.647" v="68" actId="2696"/>
          <pc:sldLayoutMkLst>
            <pc:docMk/>
            <pc:sldMasterMk cId="1382076043" sldId="2147483776"/>
            <pc:sldLayoutMk cId="2721777607" sldId="2147483790"/>
          </pc:sldLayoutMkLst>
        </pc:sldLayoutChg>
        <pc:sldLayoutChg chg="modSp del mod ord">
          <pc:chgData name="Alan Harrah" userId="9dbaa1db5e5d5f04" providerId="LiveId" clId="{D4502DDC-EA26-47E9-A453-E89952727A4D}" dt="2026-08-10T14:59:48.647" v="68" actId="2696"/>
          <pc:sldLayoutMkLst>
            <pc:docMk/>
            <pc:sldMasterMk cId="1382076043" sldId="2147483776"/>
            <pc:sldLayoutMk cId="830499803" sldId="2147483791"/>
          </pc:sldLayoutMkLst>
        </pc:sldLayoutChg>
        <pc:sldLayoutChg chg="modSp del mod ord">
          <pc:chgData name="Alan Harrah" userId="9dbaa1db5e5d5f04" providerId="LiveId" clId="{D4502DDC-EA26-47E9-A453-E89952727A4D}" dt="2026-08-10T14:59:48.647" v="68" actId="2696"/>
          <pc:sldLayoutMkLst>
            <pc:docMk/>
            <pc:sldMasterMk cId="1382076043" sldId="2147483776"/>
            <pc:sldLayoutMk cId="2611599939" sldId="2147483792"/>
          </pc:sldLayoutMkLst>
        </pc:sldLayoutChg>
        <pc:sldLayoutChg chg="modSp del mod ord">
          <pc:chgData name="Alan Harrah" userId="9dbaa1db5e5d5f04" providerId="LiveId" clId="{D4502DDC-EA26-47E9-A453-E89952727A4D}" dt="2026-08-10T14:59:48.647" v="68" actId="2696"/>
          <pc:sldLayoutMkLst>
            <pc:docMk/>
            <pc:sldMasterMk cId="1382076043" sldId="2147483776"/>
            <pc:sldLayoutMk cId="510003017" sldId="2147483793"/>
          </pc:sldLayoutMkLst>
        </pc:sldLayoutChg>
        <pc:sldLayoutChg chg="modSp del mod ord">
          <pc:chgData name="Alan Harrah" userId="9dbaa1db5e5d5f04" providerId="LiveId" clId="{D4502DDC-EA26-47E9-A453-E89952727A4D}" dt="2026-08-10T14:59:48.647" v="68" actId="2696"/>
          <pc:sldLayoutMkLst>
            <pc:docMk/>
            <pc:sldMasterMk cId="1382076043" sldId="2147483776"/>
            <pc:sldLayoutMk cId="4200144239" sldId="2147483794"/>
          </pc:sldLayoutMkLst>
        </pc:sldLayoutChg>
        <pc:sldLayoutChg chg="modSp del mod ord">
          <pc:chgData name="Alan Harrah" userId="9dbaa1db5e5d5f04" providerId="LiveId" clId="{D4502DDC-EA26-47E9-A453-E89952727A4D}" dt="2026-08-10T14:59:48.647" v="68" actId="2696"/>
          <pc:sldLayoutMkLst>
            <pc:docMk/>
            <pc:sldMasterMk cId="1382076043" sldId="2147483776"/>
            <pc:sldLayoutMk cId="4026210726" sldId="2147483795"/>
          </pc:sldLayoutMkLst>
        </pc:sldLayoutChg>
        <pc:sldLayoutChg chg="modSp del mod ord">
          <pc:chgData name="Alan Harrah" userId="9dbaa1db5e5d5f04" providerId="LiveId" clId="{D4502DDC-EA26-47E9-A453-E89952727A4D}" dt="2026-08-10T14:59:48.647" v="68" actId="2696"/>
          <pc:sldLayoutMkLst>
            <pc:docMk/>
            <pc:sldMasterMk cId="1382076043" sldId="2147483776"/>
            <pc:sldLayoutMk cId="1720237199" sldId="2147483796"/>
          </pc:sldLayoutMkLst>
        </pc:sldLayoutChg>
        <pc:sldLayoutChg chg="modSp del mod ord">
          <pc:chgData name="Alan Harrah" userId="9dbaa1db5e5d5f04" providerId="LiveId" clId="{D4502DDC-EA26-47E9-A453-E89952727A4D}" dt="2026-08-10T14:59:48.647" v="68" actId="2696"/>
          <pc:sldLayoutMkLst>
            <pc:docMk/>
            <pc:sldMasterMk cId="1382076043" sldId="2147483776"/>
            <pc:sldLayoutMk cId="1031181420" sldId="2147483797"/>
          </pc:sldLayoutMkLst>
        </pc:sldLayoutChg>
        <pc:sldLayoutChg chg="modSp del mod ord">
          <pc:chgData name="Alan Harrah" userId="9dbaa1db5e5d5f04" providerId="LiveId" clId="{D4502DDC-EA26-47E9-A453-E89952727A4D}" dt="2026-08-10T14:59:48.647" v="68" actId="2696"/>
          <pc:sldLayoutMkLst>
            <pc:docMk/>
            <pc:sldMasterMk cId="1382076043" sldId="2147483776"/>
            <pc:sldLayoutMk cId="1610503056" sldId="2147483798"/>
          </pc:sldLayoutMkLst>
        </pc:sldLayoutChg>
        <pc:sldLayoutChg chg="modSp del mod ord">
          <pc:chgData name="Alan Harrah" userId="9dbaa1db5e5d5f04" providerId="LiveId" clId="{D4502DDC-EA26-47E9-A453-E89952727A4D}" dt="2026-08-10T14:59:48.647" v="68" actId="2696"/>
          <pc:sldLayoutMkLst>
            <pc:docMk/>
            <pc:sldMasterMk cId="1382076043" sldId="2147483776"/>
            <pc:sldLayoutMk cId="600392505" sldId="2147483799"/>
          </pc:sldLayoutMkLst>
        </pc:sldLayoutChg>
      </pc:sldMasterChg>
      <pc:sldMasterChg chg="del delSldLayout">
        <pc:chgData name="Alan Harrah" userId="9dbaa1db5e5d5f04" providerId="LiveId" clId="{D4502DDC-EA26-47E9-A453-E89952727A4D}" dt="2026-08-10T14:58:19.844" v="59" actId="2696"/>
        <pc:sldMasterMkLst>
          <pc:docMk/>
          <pc:sldMasterMk cId="162579599" sldId="2147483825"/>
        </pc:sldMasterMkLst>
        <pc:sldLayoutChg chg="del">
          <pc:chgData name="Alan Harrah" userId="9dbaa1db5e5d5f04" providerId="LiveId" clId="{D4502DDC-EA26-47E9-A453-E89952727A4D}" dt="2026-08-10T14:58:19.844" v="59" actId="2696"/>
          <pc:sldLayoutMkLst>
            <pc:docMk/>
            <pc:sldMasterMk cId="162579599" sldId="2147483825"/>
            <pc:sldLayoutMk cId="3496596215" sldId="2147483826"/>
          </pc:sldLayoutMkLst>
        </pc:sldLayoutChg>
        <pc:sldLayoutChg chg="del">
          <pc:chgData name="Alan Harrah" userId="9dbaa1db5e5d5f04" providerId="LiveId" clId="{D4502DDC-EA26-47E9-A453-E89952727A4D}" dt="2026-08-10T14:58:19.844" v="59" actId="2696"/>
          <pc:sldLayoutMkLst>
            <pc:docMk/>
            <pc:sldMasterMk cId="162579599" sldId="2147483825"/>
            <pc:sldLayoutMk cId="1510012940" sldId="2147483827"/>
          </pc:sldLayoutMkLst>
        </pc:sldLayoutChg>
        <pc:sldLayoutChg chg="del">
          <pc:chgData name="Alan Harrah" userId="9dbaa1db5e5d5f04" providerId="LiveId" clId="{D4502DDC-EA26-47E9-A453-E89952727A4D}" dt="2026-08-10T14:58:19.844" v="59" actId="2696"/>
          <pc:sldLayoutMkLst>
            <pc:docMk/>
            <pc:sldMasterMk cId="162579599" sldId="2147483825"/>
            <pc:sldLayoutMk cId="3490465536" sldId="2147483828"/>
          </pc:sldLayoutMkLst>
        </pc:sldLayoutChg>
        <pc:sldLayoutChg chg="del">
          <pc:chgData name="Alan Harrah" userId="9dbaa1db5e5d5f04" providerId="LiveId" clId="{D4502DDC-EA26-47E9-A453-E89952727A4D}" dt="2026-08-10T14:58:19.844" v="59" actId="2696"/>
          <pc:sldLayoutMkLst>
            <pc:docMk/>
            <pc:sldMasterMk cId="162579599" sldId="2147483825"/>
            <pc:sldLayoutMk cId="3617919064" sldId="2147483829"/>
          </pc:sldLayoutMkLst>
        </pc:sldLayoutChg>
        <pc:sldLayoutChg chg="del">
          <pc:chgData name="Alan Harrah" userId="9dbaa1db5e5d5f04" providerId="LiveId" clId="{D4502DDC-EA26-47E9-A453-E89952727A4D}" dt="2026-08-10T14:58:19.844" v="59" actId="2696"/>
          <pc:sldLayoutMkLst>
            <pc:docMk/>
            <pc:sldMasterMk cId="162579599" sldId="2147483825"/>
            <pc:sldLayoutMk cId="4130640435" sldId="2147483830"/>
          </pc:sldLayoutMkLst>
        </pc:sldLayoutChg>
        <pc:sldLayoutChg chg="del">
          <pc:chgData name="Alan Harrah" userId="9dbaa1db5e5d5f04" providerId="LiveId" clId="{D4502DDC-EA26-47E9-A453-E89952727A4D}" dt="2026-08-10T14:58:19.844" v="59" actId="2696"/>
          <pc:sldLayoutMkLst>
            <pc:docMk/>
            <pc:sldMasterMk cId="162579599" sldId="2147483825"/>
            <pc:sldLayoutMk cId="95353106" sldId="2147483831"/>
          </pc:sldLayoutMkLst>
        </pc:sldLayoutChg>
        <pc:sldLayoutChg chg="del">
          <pc:chgData name="Alan Harrah" userId="9dbaa1db5e5d5f04" providerId="LiveId" clId="{D4502DDC-EA26-47E9-A453-E89952727A4D}" dt="2026-08-10T14:58:19.844" v="59" actId="2696"/>
          <pc:sldLayoutMkLst>
            <pc:docMk/>
            <pc:sldMasterMk cId="162579599" sldId="2147483825"/>
            <pc:sldLayoutMk cId="1596280978" sldId="2147483832"/>
          </pc:sldLayoutMkLst>
        </pc:sldLayoutChg>
        <pc:sldLayoutChg chg="del">
          <pc:chgData name="Alan Harrah" userId="9dbaa1db5e5d5f04" providerId="LiveId" clId="{D4502DDC-EA26-47E9-A453-E89952727A4D}" dt="2026-08-10T14:58:19.844" v="59" actId="2696"/>
          <pc:sldLayoutMkLst>
            <pc:docMk/>
            <pc:sldMasterMk cId="162579599" sldId="2147483825"/>
            <pc:sldLayoutMk cId="3432115370" sldId="2147483833"/>
          </pc:sldLayoutMkLst>
        </pc:sldLayoutChg>
        <pc:sldLayoutChg chg="del">
          <pc:chgData name="Alan Harrah" userId="9dbaa1db5e5d5f04" providerId="LiveId" clId="{D4502DDC-EA26-47E9-A453-E89952727A4D}" dt="2026-08-10T14:58:19.844" v="59" actId="2696"/>
          <pc:sldLayoutMkLst>
            <pc:docMk/>
            <pc:sldMasterMk cId="162579599" sldId="2147483825"/>
            <pc:sldLayoutMk cId="32806187" sldId="2147483834"/>
          </pc:sldLayoutMkLst>
        </pc:sldLayoutChg>
        <pc:sldLayoutChg chg="del">
          <pc:chgData name="Alan Harrah" userId="9dbaa1db5e5d5f04" providerId="LiveId" clId="{D4502DDC-EA26-47E9-A453-E89952727A4D}" dt="2026-08-10T14:58:19.844" v="59" actId="2696"/>
          <pc:sldLayoutMkLst>
            <pc:docMk/>
            <pc:sldMasterMk cId="162579599" sldId="2147483825"/>
            <pc:sldLayoutMk cId="2156123073" sldId="2147483835"/>
          </pc:sldLayoutMkLst>
        </pc:sldLayoutChg>
        <pc:sldLayoutChg chg="del">
          <pc:chgData name="Alan Harrah" userId="9dbaa1db5e5d5f04" providerId="LiveId" clId="{D4502DDC-EA26-47E9-A453-E89952727A4D}" dt="2026-08-10T14:58:19.844" v="59" actId="2696"/>
          <pc:sldLayoutMkLst>
            <pc:docMk/>
            <pc:sldMasterMk cId="162579599" sldId="2147483825"/>
            <pc:sldLayoutMk cId="288101737" sldId="2147483836"/>
          </pc:sldLayoutMkLst>
        </pc:sldLayoutChg>
        <pc:sldLayoutChg chg="del">
          <pc:chgData name="Alan Harrah" userId="9dbaa1db5e5d5f04" providerId="LiveId" clId="{D4502DDC-EA26-47E9-A453-E89952727A4D}" dt="2026-08-10T14:58:19.844" v="59" actId="2696"/>
          <pc:sldLayoutMkLst>
            <pc:docMk/>
            <pc:sldMasterMk cId="162579599" sldId="2147483825"/>
            <pc:sldLayoutMk cId="3099030373" sldId="214748383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C0431F-707C-470F-ABB8-5920F15111B6}" type="datetimeFigureOut">
              <a:rPr lang="en-US" smtClean="0"/>
              <a:t>8/13/26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42689-3749-4D2A-80C8-CC4409537B04}" type="slidenum">
              <a:rPr lang="en-US" smtClean="0"/>
              <a:t>‹#›</a:t>
            </a:fld>
            <a:endParaRPr lang="en-US"/>
          </a:p>
        </p:txBody>
      </p:sp>
    </p:spTree>
    <p:extLst>
      <p:ext uri="{BB962C8B-B14F-4D97-AF65-F5344CB8AC3E}">
        <p14:creationId xmlns:p14="http://schemas.microsoft.com/office/powerpoint/2010/main" val="324670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CADB9-7E62-4CBD-A51C-6BF58EE4F1A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CC1E2C0-BC1C-4345-BE92-84181904372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A7409C33-1F38-4BE3-89A9-4414784D46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667E6FC-3203-4C14-83D7-61D21B9450E5}"/>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835103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B4772-6CFB-4A53-A870-36F8ED15CE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39014E-AF8F-48F7-BFBB-7465B3F8921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2292FE-ED9C-4BFC-9012-41CB6849C64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D3A0764-3E7F-4DE9-8790-AA5DD676C0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DA7074-ADE4-4447-931E-348B14A4EB09}"/>
              </a:ext>
            </a:extLst>
          </p:cNvPr>
          <p:cNvSpPr>
            <a:spLocks noGrp="1"/>
          </p:cNvSpPr>
          <p:nvPr>
            <p:ph type="sldNum" sz="quarter" idx="12"/>
          </p:nvPr>
        </p:nvSpPr>
        <p:spPr>
          <a:xfrm>
            <a:off x="6457950" y="6356351"/>
            <a:ext cx="2057400" cy="365125"/>
          </a:xfrm>
          <a:prstGeom prst="rect">
            <a:avLst/>
          </a:prstGeom>
        </p:spPr>
        <p:txBody>
          <a:bodyPr/>
          <a:lstStyle/>
          <a:p>
            <a:fld id="{EF97EE6D-68CB-4844-9BB7-D9D379D633AA}" type="slidenum">
              <a:rPr lang="en-US" smtClean="0"/>
              <a:pPr/>
              <a:t>‹#›</a:t>
            </a:fld>
            <a:endParaRPr lang="en-US"/>
          </a:p>
        </p:txBody>
      </p:sp>
    </p:spTree>
    <p:extLst>
      <p:ext uri="{BB962C8B-B14F-4D97-AF65-F5344CB8AC3E}">
        <p14:creationId xmlns:p14="http://schemas.microsoft.com/office/powerpoint/2010/main" val="661748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5C8BB-DC74-4941-9763-42E853F337A4}"/>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2FAD4E5-985A-43A9-BBC7-8EEFD6EE1FA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F181B5E-39A4-4565-9BF9-EAABAC4CACF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E80F1CA-4C81-4598-A398-A7887E049D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EDBD29-6248-40E5-BA06-59FA2CC6B317}"/>
              </a:ext>
            </a:extLst>
          </p:cNvPr>
          <p:cNvSpPr>
            <a:spLocks noGrp="1"/>
          </p:cNvSpPr>
          <p:nvPr>
            <p:ph type="sldNum" sz="quarter" idx="12"/>
          </p:nvPr>
        </p:nvSpPr>
        <p:spPr>
          <a:xfrm>
            <a:off x="6457950" y="6356351"/>
            <a:ext cx="2057400" cy="365125"/>
          </a:xfrm>
          <a:prstGeom prst="rect">
            <a:avLst/>
          </a:prstGeom>
        </p:spPr>
        <p:txBody>
          <a:bodyPr/>
          <a:lstStyle/>
          <a:p>
            <a:fld id="{3F9317DB-5D2B-43C1-95F6-F3B4204EB1ED}" type="slidenum">
              <a:rPr lang="en-US" smtClean="0"/>
              <a:pPr/>
              <a:t>‹#›</a:t>
            </a:fld>
            <a:endParaRPr lang="en-US"/>
          </a:p>
        </p:txBody>
      </p:sp>
    </p:spTree>
    <p:extLst>
      <p:ext uri="{BB962C8B-B14F-4D97-AF65-F5344CB8AC3E}">
        <p14:creationId xmlns:p14="http://schemas.microsoft.com/office/powerpoint/2010/main" val="94321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F15E2-E18B-4B5B-ACCB-2F967D4849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6065AD-C105-4CC8-A8FF-8B6FD0197A6D}"/>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05EE14-BC79-4E63-A95E-8956A4957DA9}"/>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F3C541-38B5-4089-83E5-92782E464218}"/>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4A14AD5-B9DC-4728-BEF4-FC47962E79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020DC6-42DD-447E-A601-59FDC02BC101}"/>
              </a:ext>
            </a:extLst>
          </p:cNvPr>
          <p:cNvSpPr>
            <a:spLocks noGrp="1"/>
          </p:cNvSpPr>
          <p:nvPr>
            <p:ph type="sldNum" sz="quarter" idx="12"/>
          </p:nvPr>
        </p:nvSpPr>
        <p:spPr>
          <a:xfrm>
            <a:off x="6457950" y="6356351"/>
            <a:ext cx="2057400" cy="365125"/>
          </a:xfrm>
          <a:prstGeom prst="rect">
            <a:avLst/>
          </a:prstGeom>
        </p:spPr>
        <p:txBody>
          <a:bodyPr/>
          <a:lstStyle/>
          <a:p>
            <a:fld id="{1BE5AD4B-3A1B-4A01-9BF4-A2EB66BDCA99}" type="slidenum">
              <a:rPr lang="en-US" smtClean="0"/>
              <a:pPr/>
              <a:t>‹#›</a:t>
            </a:fld>
            <a:endParaRPr lang="en-US"/>
          </a:p>
        </p:txBody>
      </p:sp>
    </p:spTree>
    <p:extLst>
      <p:ext uri="{BB962C8B-B14F-4D97-AF65-F5344CB8AC3E}">
        <p14:creationId xmlns:p14="http://schemas.microsoft.com/office/powerpoint/2010/main" val="3100810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4F803-876A-49A2-B44F-BFEA9A723220}"/>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D12846-A858-45FC-99CF-65C64A30AEE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6DE8336A-2B97-4B99-9F16-FCDAF8B89C8A}"/>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E32F38-DADA-4FCE-9AA4-23B5CBDE43C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9F56BF33-2260-41CA-9C1B-251B32F4330E}"/>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B5D755-B317-49E0-AAE4-207B821076E7}"/>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6EB8012C-A8DF-4B83-A7F7-F80FC1B6E8E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59D201-BB8B-404E-9E08-2DA01A09ED4E}"/>
              </a:ext>
            </a:extLst>
          </p:cNvPr>
          <p:cNvSpPr>
            <a:spLocks noGrp="1"/>
          </p:cNvSpPr>
          <p:nvPr>
            <p:ph type="sldNum" sz="quarter" idx="12"/>
          </p:nvPr>
        </p:nvSpPr>
        <p:spPr>
          <a:xfrm>
            <a:off x="6457950" y="6356351"/>
            <a:ext cx="2057400" cy="365125"/>
          </a:xfrm>
          <a:prstGeom prst="rect">
            <a:avLst/>
          </a:prstGeom>
        </p:spPr>
        <p:txBody>
          <a:bodyPr/>
          <a:lstStyle/>
          <a:p>
            <a:fld id="{D1C3ECF9-CD5B-4845-9FB0-97040AB2FF57}" type="slidenum">
              <a:rPr lang="en-US" smtClean="0"/>
              <a:pPr/>
              <a:t>‹#›</a:t>
            </a:fld>
            <a:endParaRPr lang="en-US"/>
          </a:p>
        </p:txBody>
      </p:sp>
    </p:spTree>
    <p:extLst>
      <p:ext uri="{BB962C8B-B14F-4D97-AF65-F5344CB8AC3E}">
        <p14:creationId xmlns:p14="http://schemas.microsoft.com/office/powerpoint/2010/main" val="2371425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89AA7-54BF-4131-A034-BC34B90EAE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62548D-D2D1-4D65-A749-4FF302AD0B83}"/>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6AFE354-1114-4F3A-9125-77B5E05CC7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5DC754-BE2B-4C52-91B0-2AC739FC8E3D}"/>
              </a:ext>
            </a:extLst>
          </p:cNvPr>
          <p:cNvSpPr>
            <a:spLocks noGrp="1"/>
          </p:cNvSpPr>
          <p:nvPr>
            <p:ph type="sldNum" sz="quarter" idx="12"/>
          </p:nvPr>
        </p:nvSpPr>
        <p:spPr>
          <a:xfrm>
            <a:off x="6457950" y="6356351"/>
            <a:ext cx="2057400" cy="365125"/>
          </a:xfrm>
          <a:prstGeom prst="rect">
            <a:avLst/>
          </a:prstGeom>
        </p:spPr>
        <p:txBody>
          <a:bodyPr/>
          <a:lstStyle/>
          <a:p>
            <a:fld id="{DA5F0AD0-41A0-488D-BC51-85569BF03A44}" type="slidenum">
              <a:rPr lang="en-US" smtClean="0"/>
              <a:pPr/>
              <a:t>‹#›</a:t>
            </a:fld>
            <a:endParaRPr lang="en-US"/>
          </a:p>
        </p:txBody>
      </p:sp>
    </p:spTree>
    <p:extLst>
      <p:ext uri="{BB962C8B-B14F-4D97-AF65-F5344CB8AC3E}">
        <p14:creationId xmlns:p14="http://schemas.microsoft.com/office/powerpoint/2010/main" val="4189414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DDA96E-0498-4206-A8C2-362C27E90B3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74B8E081-6B9F-4C20-BC06-098A896E35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519C06-8F84-4D21-9125-C6BA8DC71E10}"/>
              </a:ext>
            </a:extLst>
          </p:cNvPr>
          <p:cNvSpPr>
            <a:spLocks noGrp="1"/>
          </p:cNvSpPr>
          <p:nvPr>
            <p:ph type="sldNum" sz="quarter" idx="12"/>
          </p:nvPr>
        </p:nvSpPr>
        <p:spPr>
          <a:xfrm>
            <a:off x="6457950" y="6356351"/>
            <a:ext cx="2057400" cy="365125"/>
          </a:xfrm>
          <a:prstGeom prst="rect">
            <a:avLst/>
          </a:prstGeom>
        </p:spPr>
        <p:txBody>
          <a:bodyPr/>
          <a:lstStyle/>
          <a:p>
            <a:fld id="{E3690C0E-30E2-4FBA-ADB1-A40BF044865B}" type="slidenum">
              <a:rPr lang="en-US" smtClean="0"/>
              <a:pPr/>
              <a:t>‹#›</a:t>
            </a:fld>
            <a:endParaRPr lang="en-US"/>
          </a:p>
        </p:txBody>
      </p:sp>
    </p:spTree>
    <p:extLst>
      <p:ext uri="{BB962C8B-B14F-4D97-AF65-F5344CB8AC3E}">
        <p14:creationId xmlns:p14="http://schemas.microsoft.com/office/powerpoint/2010/main" val="3195376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D3592-BB69-4CF7-9448-E833E7F4220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9D591CB-B4F7-47FF-B03B-7625222EDC62}"/>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85BF51-498B-42D3-AB4D-3E92AB26215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55D55F03-60EB-46CB-9F29-90CD79B27FD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DA233FE-F522-47F6-8ACB-A3AFDEFD0B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3FDFD4-3DC4-4647-8487-CE22DF972A83}"/>
              </a:ext>
            </a:extLst>
          </p:cNvPr>
          <p:cNvSpPr>
            <a:spLocks noGrp="1"/>
          </p:cNvSpPr>
          <p:nvPr>
            <p:ph type="sldNum" sz="quarter" idx="12"/>
          </p:nvPr>
        </p:nvSpPr>
        <p:spPr>
          <a:xfrm>
            <a:off x="6457950" y="6356351"/>
            <a:ext cx="2057400" cy="365125"/>
          </a:xfrm>
          <a:prstGeom prst="rect">
            <a:avLst/>
          </a:prstGeom>
        </p:spPr>
        <p:txBody>
          <a:bodyPr/>
          <a:lstStyle/>
          <a:p>
            <a:fld id="{DC2C4CDF-1200-4F06-84CE-49DA93F3D040}" type="slidenum">
              <a:rPr lang="en-US" smtClean="0"/>
              <a:pPr/>
              <a:t>‹#›</a:t>
            </a:fld>
            <a:endParaRPr lang="en-US"/>
          </a:p>
        </p:txBody>
      </p:sp>
    </p:spTree>
    <p:extLst>
      <p:ext uri="{BB962C8B-B14F-4D97-AF65-F5344CB8AC3E}">
        <p14:creationId xmlns:p14="http://schemas.microsoft.com/office/powerpoint/2010/main" val="1454788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C5BDD-735C-41BB-A0C0-B83B8D2A34D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909C4B1-31BF-408C-9608-69D0296015E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BBECAAB4-0311-4A42-8974-14B5D618E87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ADC28465-9573-4986-8BD4-71F3381DAD5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0EA91969-1A9F-4420-BB52-1E7C9A6B70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876E4E-3DF6-4CA2-80EA-3A169604AC50}"/>
              </a:ext>
            </a:extLst>
          </p:cNvPr>
          <p:cNvSpPr>
            <a:spLocks noGrp="1"/>
          </p:cNvSpPr>
          <p:nvPr>
            <p:ph type="sldNum" sz="quarter" idx="12"/>
          </p:nvPr>
        </p:nvSpPr>
        <p:spPr>
          <a:xfrm>
            <a:off x="6457950" y="6356351"/>
            <a:ext cx="2057400" cy="365125"/>
          </a:xfrm>
          <a:prstGeom prst="rect">
            <a:avLst/>
          </a:prstGeom>
        </p:spPr>
        <p:txBody>
          <a:bodyPr/>
          <a:lstStyle/>
          <a:p>
            <a:fld id="{623E0CFC-F388-4E6B-A4A8-F76EDF9B5257}" type="slidenum">
              <a:rPr lang="en-US" smtClean="0"/>
              <a:pPr/>
              <a:t>‹#›</a:t>
            </a:fld>
            <a:endParaRPr lang="en-US"/>
          </a:p>
        </p:txBody>
      </p:sp>
    </p:spTree>
    <p:extLst>
      <p:ext uri="{BB962C8B-B14F-4D97-AF65-F5344CB8AC3E}">
        <p14:creationId xmlns:p14="http://schemas.microsoft.com/office/powerpoint/2010/main" val="3862001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65FB1-CF79-4795-A0D2-D5968AF767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6EDEDE-55E9-4A03-A953-79B7997334F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52719-015D-439B-9226-CDAC9CCD79F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45254-2C5B-4201-8699-4EEBE7122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0E7C72-4254-4F6D-B144-D38E5E8F8F59}"/>
              </a:ext>
            </a:extLst>
          </p:cNvPr>
          <p:cNvSpPr>
            <a:spLocks noGrp="1"/>
          </p:cNvSpPr>
          <p:nvPr>
            <p:ph type="sldNum" sz="quarter" idx="12"/>
          </p:nvPr>
        </p:nvSpPr>
        <p:spPr>
          <a:xfrm>
            <a:off x="6457950" y="6356351"/>
            <a:ext cx="2057400" cy="365125"/>
          </a:xfrm>
          <a:prstGeom prst="rect">
            <a:avLst/>
          </a:prstGeom>
        </p:spPr>
        <p:txBody>
          <a:bodyPr/>
          <a:lstStyle/>
          <a:p>
            <a:fld id="{2EFBA5D1-BBAE-4F81-A5E7-5717148A4DBD}" type="slidenum">
              <a:rPr lang="en-US" smtClean="0"/>
              <a:pPr/>
              <a:t>‹#›</a:t>
            </a:fld>
            <a:endParaRPr lang="en-US"/>
          </a:p>
        </p:txBody>
      </p:sp>
    </p:spTree>
    <p:extLst>
      <p:ext uri="{BB962C8B-B14F-4D97-AF65-F5344CB8AC3E}">
        <p14:creationId xmlns:p14="http://schemas.microsoft.com/office/powerpoint/2010/main" val="2408977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1472DF-CEA0-4CDD-929F-84C37831B760}"/>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5599A6-DE5C-4F34-BC7D-FC7069B908B8}"/>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155812-B5BA-4ADB-A91D-232ABA014FA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1EC2B30-E1C9-4A6C-9296-25F64585D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809D99-6254-4B53-BF8E-5476B80C85A6}"/>
              </a:ext>
            </a:extLst>
          </p:cNvPr>
          <p:cNvSpPr>
            <a:spLocks noGrp="1"/>
          </p:cNvSpPr>
          <p:nvPr>
            <p:ph type="sldNum" sz="quarter" idx="12"/>
          </p:nvPr>
        </p:nvSpPr>
        <p:spPr>
          <a:xfrm>
            <a:off x="6457950" y="6356351"/>
            <a:ext cx="2057400" cy="365125"/>
          </a:xfrm>
          <a:prstGeom prst="rect">
            <a:avLst/>
          </a:prstGeom>
        </p:spPr>
        <p:txBody>
          <a:bodyPr/>
          <a:lstStyle/>
          <a:p>
            <a:fld id="{A2C9937E-1C92-46B6-A29A-217FF5623825}" type="slidenum">
              <a:rPr lang="en-US" smtClean="0"/>
              <a:pPr/>
              <a:t>‹#›</a:t>
            </a:fld>
            <a:endParaRPr lang="en-US"/>
          </a:p>
        </p:txBody>
      </p:sp>
    </p:spTree>
    <p:extLst>
      <p:ext uri="{BB962C8B-B14F-4D97-AF65-F5344CB8AC3E}">
        <p14:creationId xmlns:p14="http://schemas.microsoft.com/office/powerpoint/2010/main" val="35539901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EC66B-4FC4-0671-77E4-83B8A26207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2C2201-FF2C-EDED-FE82-BC0BC53FB8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BD5FB6-A7D1-8CE6-8031-29261C745D1E}"/>
              </a:ext>
            </a:extLst>
          </p:cNvPr>
          <p:cNvSpPr>
            <a:spLocks noGrp="1"/>
          </p:cNvSpPr>
          <p:nvPr>
            <p:ph type="dt" sz="half" idx="10"/>
          </p:nvPr>
        </p:nvSpPr>
        <p:spPr/>
        <p:txBody>
          <a:bodyPr/>
          <a:lstStyle/>
          <a:p>
            <a:fld id="{BF7042CF-108B-4CF7-8C37-4A861D45350D}" type="datetimeFigureOut">
              <a:rPr lang="en-US" smtClean="0"/>
              <a:t>8/13/26</a:t>
            </a:fld>
            <a:endParaRPr lang="en-US"/>
          </a:p>
        </p:txBody>
      </p:sp>
      <p:sp>
        <p:nvSpPr>
          <p:cNvPr id="5" name="Footer Placeholder 4">
            <a:extLst>
              <a:ext uri="{FF2B5EF4-FFF2-40B4-BE49-F238E27FC236}">
                <a16:creationId xmlns:a16="http://schemas.microsoft.com/office/drawing/2014/main" id="{C58AEBDD-2429-84D5-2D4E-90D9CA613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3B2BA-341E-BBDE-690D-703BFD1638CB}"/>
              </a:ext>
            </a:extLst>
          </p:cNvPr>
          <p:cNvSpPr>
            <a:spLocks noGrp="1"/>
          </p:cNvSpPr>
          <p:nvPr>
            <p:ph type="sldNum" sz="quarter" idx="12"/>
          </p:nvPr>
        </p:nvSpPr>
        <p:spPr/>
        <p:txBody>
          <a:bodyPr/>
          <a:lstStyle/>
          <a:p>
            <a:fld id="{5FF1D38C-6E0B-4367-993F-6791E7028747}" type="slidenum">
              <a:rPr lang="en-US" smtClean="0"/>
              <a:t>‹#›</a:t>
            </a:fld>
            <a:endParaRPr lang="en-US"/>
          </a:p>
        </p:txBody>
      </p:sp>
    </p:spTree>
    <p:extLst>
      <p:ext uri="{BB962C8B-B14F-4D97-AF65-F5344CB8AC3E}">
        <p14:creationId xmlns:p14="http://schemas.microsoft.com/office/powerpoint/2010/main" val="1159503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924F8-3368-9D48-D192-09743B7C9C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EEC6A9-B2EA-E101-3566-F65E89ACE6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66A6F5-A3DB-685D-E661-F834D232C242}"/>
              </a:ext>
            </a:extLst>
          </p:cNvPr>
          <p:cNvSpPr>
            <a:spLocks noGrp="1"/>
          </p:cNvSpPr>
          <p:nvPr>
            <p:ph type="dt" sz="half" idx="10"/>
          </p:nvPr>
        </p:nvSpPr>
        <p:spPr/>
        <p:txBody>
          <a:bodyPr/>
          <a:lstStyle/>
          <a:p>
            <a:fld id="{BF7042CF-108B-4CF7-8C37-4A861D45350D}" type="datetimeFigureOut">
              <a:rPr lang="en-US" smtClean="0"/>
              <a:t>8/13/26</a:t>
            </a:fld>
            <a:endParaRPr lang="en-US"/>
          </a:p>
        </p:txBody>
      </p:sp>
      <p:sp>
        <p:nvSpPr>
          <p:cNvPr id="5" name="Footer Placeholder 4">
            <a:extLst>
              <a:ext uri="{FF2B5EF4-FFF2-40B4-BE49-F238E27FC236}">
                <a16:creationId xmlns:a16="http://schemas.microsoft.com/office/drawing/2014/main" id="{8CE115A8-0B5D-DCCE-4958-21CB0FA9F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F1E67-CAB0-1359-1E6C-CAB348D09F2E}"/>
              </a:ext>
            </a:extLst>
          </p:cNvPr>
          <p:cNvSpPr>
            <a:spLocks noGrp="1"/>
          </p:cNvSpPr>
          <p:nvPr>
            <p:ph type="sldNum" sz="quarter" idx="12"/>
          </p:nvPr>
        </p:nvSpPr>
        <p:spPr/>
        <p:txBody>
          <a:bodyPr/>
          <a:lstStyle/>
          <a:p>
            <a:fld id="{5FF1D38C-6E0B-4367-993F-6791E7028747}" type="slidenum">
              <a:rPr lang="en-US" smtClean="0"/>
              <a:t>‹#›</a:t>
            </a:fld>
            <a:endParaRPr lang="en-US"/>
          </a:p>
        </p:txBody>
      </p:sp>
    </p:spTree>
    <p:extLst>
      <p:ext uri="{BB962C8B-B14F-4D97-AF65-F5344CB8AC3E}">
        <p14:creationId xmlns:p14="http://schemas.microsoft.com/office/powerpoint/2010/main" val="3609936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C9CD8-BA95-3C76-1E89-70C8D59F5A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2C3E73-D6AF-E1A4-A585-F2D21455BA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1169E9-C5EC-2C24-B2E9-1A9BC21EC32B}"/>
              </a:ext>
            </a:extLst>
          </p:cNvPr>
          <p:cNvSpPr>
            <a:spLocks noGrp="1"/>
          </p:cNvSpPr>
          <p:nvPr>
            <p:ph type="dt" sz="half" idx="10"/>
          </p:nvPr>
        </p:nvSpPr>
        <p:spPr/>
        <p:txBody>
          <a:bodyPr/>
          <a:lstStyle/>
          <a:p>
            <a:fld id="{BF7042CF-108B-4CF7-8C37-4A861D45350D}" type="datetimeFigureOut">
              <a:rPr lang="en-US" smtClean="0"/>
              <a:t>8/13/26</a:t>
            </a:fld>
            <a:endParaRPr lang="en-US"/>
          </a:p>
        </p:txBody>
      </p:sp>
      <p:sp>
        <p:nvSpPr>
          <p:cNvPr id="5" name="Footer Placeholder 4">
            <a:extLst>
              <a:ext uri="{FF2B5EF4-FFF2-40B4-BE49-F238E27FC236}">
                <a16:creationId xmlns:a16="http://schemas.microsoft.com/office/drawing/2014/main" id="{572E9C0D-3D3C-662A-869D-517A469A30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04DB9D-3586-760B-0F97-04A5195EF302}"/>
              </a:ext>
            </a:extLst>
          </p:cNvPr>
          <p:cNvSpPr>
            <a:spLocks noGrp="1"/>
          </p:cNvSpPr>
          <p:nvPr>
            <p:ph type="sldNum" sz="quarter" idx="12"/>
          </p:nvPr>
        </p:nvSpPr>
        <p:spPr/>
        <p:txBody>
          <a:bodyPr/>
          <a:lstStyle/>
          <a:p>
            <a:fld id="{5FF1D38C-6E0B-4367-993F-6791E7028747}" type="slidenum">
              <a:rPr lang="en-US" smtClean="0"/>
              <a:t>‹#›</a:t>
            </a:fld>
            <a:endParaRPr lang="en-US"/>
          </a:p>
        </p:txBody>
      </p:sp>
    </p:spTree>
    <p:extLst>
      <p:ext uri="{BB962C8B-B14F-4D97-AF65-F5344CB8AC3E}">
        <p14:creationId xmlns:p14="http://schemas.microsoft.com/office/powerpoint/2010/main" val="20289838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72FEF-190F-821E-2D00-E7B5999573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46A061-6EE9-C35B-4822-7930BC9D04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FD841B-1F05-3318-144E-6FF5E1B9B6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3DAE71-6DB3-61E4-6F4B-ED87385A98E6}"/>
              </a:ext>
            </a:extLst>
          </p:cNvPr>
          <p:cNvSpPr>
            <a:spLocks noGrp="1"/>
          </p:cNvSpPr>
          <p:nvPr>
            <p:ph type="dt" sz="half" idx="10"/>
          </p:nvPr>
        </p:nvSpPr>
        <p:spPr/>
        <p:txBody>
          <a:bodyPr/>
          <a:lstStyle/>
          <a:p>
            <a:fld id="{BF7042CF-108B-4CF7-8C37-4A861D45350D}" type="datetimeFigureOut">
              <a:rPr lang="en-US" smtClean="0"/>
              <a:t>8/13/26</a:t>
            </a:fld>
            <a:endParaRPr lang="en-US"/>
          </a:p>
        </p:txBody>
      </p:sp>
      <p:sp>
        <p:nvSpPr>
          <p:cNvPr id="6" name="Footer Placeholder 5">
            <a:extLst>
              <a:ext uri="{FF2B5EF4-FFF2-40B4-BE49-F238E27FC236}">
                <a16:creationId xmlns:a16="http://schemas.microsoft.com/office/drawing/2014/main" id="{2CB1AB97-12A4-BAB5-9F9E-FFE1430FC3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1F6068-9364-2EAF-AAA9-636124AC5FA0}"/>
              </a:ext>
            </a:extLst>
          </p:cNvPr>
          <p:cNvSpPr>
            <a:spLocks noGrp="1"/>
          </p:cNvSpPr>
          <p:nvPr>
            <p:ph type="sldNum" sz="quarter" idx="12"/>
          </p:nvPr>
        </p:nvSpPr>
        <p:spPr/>
        <p:txBody>
          <a:bodyPr/>
          <a:lstStyle/>
          <a:p>
            <a:fld id="{5FF1D38C-6E0B-4367-993F-6791E7028747}" type="slidenum">
              <a:rPr lang="en-US" smtClean="0"/>
              <a:t>‹#›</a:t>
            </a:fld>
            <a:endParaRPr lang="en-US"/>
          </a:p>
        </p:txBody>
      </p:sp>
    </p:spTree>
    <p:extLst>
      <p:ext uri="{BB962C8B-B14F-4D97-AF65-F5344CB8AC3E}">
        <p14:creationId xmlns:p14="http://schemas.microsoft.com/office/powerpoint/2010/main" val="3961318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6A9A4-FEAE-FAE5-3752-9F54CA383C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C528DF-1442-7CBD-91E5-0ACB5866E3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43E479-EAD1-F413-8534-28A5420BD2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AC666B-E309-2585-CB21-903FD1F41B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0D4304-3ABA-1BAC-82B1-A806D5D913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1F5433-A128-6153-BAC7-582BF81B0CF3}"/>
              </a:ext>
            </a:extLst>
          </p:cNvPr>
          <p:cNvSpPr>
            <a:spLocks noGrp="1"/>
          </p:cNvSpPr>
          <p:nvPr>
            <p:ph type="dt" sz="half" idx="10"/>
          </p:nvPr>
        </p:nvSpPr>
        <p:spPr/>
        <p:txBody>
          <a:bodyPr/>
          <a:lstStyle/>
          <a:p>
            <a:fld id="{BF7042CF-108B-4CF7-8C37-4A861D45350D}" type="datetimeFigureOut">
              <a:rPr lang="en-US" smtClean="0"/>
              <a:t>8/13/26</a:t>
            </a:fld>
            <a:endParaRPr lang="en-US"/>
          </a:p>
        </p:txBody>
      </p:sp>
      <p:sp>
        <p:nvSpPr>
          <p:cNvPr id="8" name="Footer Placeholder 7">
            <a:extLst>
              <a:ext uri="{FF2B5EF4-FFF2-40B4-BE49-F238E27FC236}">
                <a16:creationId xmlns:a16="http://schemas.microsoft.com/office/drawing/2014/main" id="{2411FE42-0B22-CB72-1E38-C9889E0660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2A5252-0C58-F5FF-8E26-3B360C34E029}"/>
              </a:ext>
            </a:extLst>
          </p:cNvPr>
          <p:cNvSpPr>
            <a:spLocks noGrp="1"/>
          </p:cNvSpPr>
          <p:nvPr>
            <p:ph type="sldNum" sz="quarter" idx="12"/>
          </p:nvPr>
        </p:nvSpPr>
        <p:spPr/>
        <p:txBody>
          <a:bodyPr/>
          <a:lstStyle/>
          <a:p>
            <a:fld id="{5FF1D38C-6E0B-4367-993F-6791E7028747}" type="slidenum">
              <a:rPr lang="en-US" smtClean="0"/>
              <a:t>‹#›</a:t>
            </a:fld>
            <a:endParaRPr lang="en-US"/>
          </a:p>
        </p:txBody>
      </p:sp>
    </p:spTree>
    <p:extLst>
      <p:ext uri="{BB962C8B-B14F-4D97-AF65-F5344CB8AC3E}">
        <p14:creationId xmlns:p14="http://schemas.microsoft.com/office/powerpoint/2010/main" val="4127136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E403D-894B-7E50-4D79-BDA0B799D6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BC392A-E6E6-E8A1-AAF3-81A0293AAA5E}"/>
              </a:ext>
            </a:extLst>
          </p:cNvPr>
          <p:cNvSpPr>
            <a:spLocks noGrp="1"/>
          </p:cNvSpPr>
          <p:nvPr>
            <p:ph type="dt" sz="half" idx="10"/>
          </p:nvPr>
        </p:nvSpPr>
        <p:spPr/>
        <p:txBody>
          <a:bodyPr/>
          <a:lstStyle/>
          <a:p>
            <a:fld id="{BF7042CF-108B-4CF7-8C37-4A861D45350D}" type="datetimeFigureOut">
              <a:rPr lang="en-US" smtClean="0"/>
              <a:t>8/13/26</a:t>
            </a:fld>
            <a:endParaRPr lang="en-US"/>
          </a:p>
        </p:txBody>
      </p:sp>
      <p:sp>
        <p:nvSpPr>
          <p:cNvPr id="4" name="Footer Placeholder 3">
            <a:extLst>
              <a:ext uri="{FF2B5EF4-FFF2-40B4-BE49-F238E27FC236}">
                <a16:creationId xmlns:a16="http://schemas.microsoft.com/office/drawing/2014/main" id="{BBC799DB-4853-F7E5-BDE5-E984EF5E4C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594916-F9B8-B985-1687-4FE91A56E6CA}"/>
              </a:ext>
            </a:extLst>
          </p:cNvPr>
          <p:cNvSpPr>
            <a:spLocks noGrp="1"/>
          </p:cNvSpPr>
          <p:nvPr>
            <p:ph type="sldNum" sz="quarter" idx="12"/>
          </p:nvPr>
        </p:nvSpPr>
        <p:spPr/>
        <p:txBody>
          <a:bodyPr/>
          <a:lstStyle/>
          <a:p>
            <a:fld id="{5FF1D38C-6E0B-4367-993F-6791E7028747}" type="slidenum">
              <a:rPr lang="en-US" smtClean="0"/>
              <a:t>‹#›</a:t>
            </a:fld>
            <a:endParaRPr lang="en-US"/>
          </a:p>
        </p:txBody>
      </p:sp>
    </p:spTree>
    <p:extLst>
      <p:ext uri="{BB962C8B-B14F-4D97-AF65-F5344CB8AC3E}">
        <p14:creationId xmlns:p14="http://schemas.microsoft.com/office/powerpoint/2010/main" val="40931075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83AFC-5F91-8211-36EE-340B4A2D0A0E}"/>
              </a:ext>
            </a:extLst>
          </p:cNvPr>
          <p:cNvSpPr>
            <a:spLocks noGrp="1"/>
          </p:cNvSpPr>
          <p:nvPr>
            <p:ph type="dt" sz="half" idx="10"/>
          </p:nvPr>
        </p:nvSpPr>
        <p:spPr/>
        <p:txBody>
          <a:bodyPr/>
          <a:lstStyle/>
          <a:p>
            <a:fld id="{BF7042CF-108B-4CF7-8C37-4A861D45350D}" type="datetimeFigureOut">
              <a:rPr lang="en-US" smtClean="0"/>
              <a:t>8/13/26</a:t>
            </a:fld>
            <a:endParaRPr lang="en-US"/>
          </a:p>
        </p:txBody>
      </p:sp>
      <p:sp>
        <p:nvSpPr>
          <p:cNvPr id="3" name="Footer Placeholder 2">
            <a:extLst>
              <a:ext uri="{FF2B5EF4-FFF2-40B4-BE49-F238E27FC236}">
                <a16:creationId xmlns:a16="http://schemas.microsoft.com/office/drawing/2014/main" id="{CB708B7D-0A49-5EF7-77AB-E2D35A0B2F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01BEA4-AD18-C2BA-2C67-65657C7305B2}"/>
              </a:ext>
            </a:extLst>
          </p:cNvPr>
          <p:cNvSpPr>
            <a:spLocks noGrp="1"/>
          </p:cNvSpPr>
          <p:nvPr>
            <p:ph type="sldNum" sz="quarter" idx="12"/>
          </p:nvPr>
        </p:nvSpPr>
        <p:spPr/>
        <p:txBody>
          <a:bodyPr/>
          <a:lstStyle/>
          <a:p>
            <a:fld id="{5FF1D38C-6E0B-4367-993F-6791E7028747}" type="slidenum">
              <a:rPr lang="en-US" smtClean="0"/>
              <a:t>‹#›</a:t>
            </a:fld>
            <a:endParaRPr lang="en-US"/>
          </a:p>
        </p:txBody>
      </p:sp>
    </p:spTree>
    <p:extLst>
      <p:ext uri="{BB962C8B-B14F-4D97-AF65-F5344CB8AC3E}">
        <p14:creationId xmlns:p14="http://schemas.microsoft.com/office/powerpoint/2010/main" val="19860326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B3A80-31CA-9757-D7F2-1588D07026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DB26B7-524C-266D-FC45-2E41D8737F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7A224A-0404-35A8-C780-0E840FA339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671BC3-FEBF-2A22-44F6-F75BAEC214D3}"/>
              </a:ext>
            </a:extLst>
          </p:cNvPr>
          <p:cNvSpPr>
            <a:spLocks noGrp="1"/>
          </p:cNvSpPr>
          <p:nvPr>
            <p:ph type="dt" sz="half" idx="10"/>
          </p:nvPr>
        </p:nvSpPr>
        <p:spPr/>
        <p:txBody>
          <a:bodyPr/>
          <a:lstStyle/>
          <a:p>
            <a:fld id="{BF7042CF-108B-4CF7-8C37-4A861D45350D}" type="datetimeFigureOut">
              <a:rPr lang="en-US" smtClean="0"/>
              <a:t>8/13/26</a:t>
            </a:fld>
            <a:endParaRPr lang="en-US"/>
          </a:p>
        </p:txBody>
      </p:sp>
      <p:sp>
        <p:nvSpPr>
          <p:cNvPr id="6" name="Footer Placeholder 5">
            <a:extLst>
              <a:ext uri="{FF2B5EF4-FFF2-40B4-BE49-F238E27FC236}">
                <a16:creationId xmlns:a16="http://schemas.microsoft.com/office/drawing/2014/main" id="{8C0AF5B0-0625-9C87-070B-07EF000462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49A08F-4E87-7C5E-B403-468AFB8839A9}"/>
              </a:ext>
            </a:extLst>
          </p:cNvPr>
          <p:cNvSpPr>
            <a:spLocks noGrp="1"/>
          </p:cNvSpPr>
          <p:nvPr>
            <p:ph type="sldNum" sz="quarter" idx="12"/>
          </p:nvPr>
        </p:nvSpPr>
        <p:spPr/>
        <p:txBody>
          <a:bodyPr/>
          <a:lstStyle/>
          <a:p>
            <a:fld id="{5FF1D38C-6E0B-4367-993F-6791E7028747}" type="slidenum">
              <a:rPr lang="en-US" smtClean="0"/>
              <a:t>‹#›</a:t>
            </a:fld>
            <a:endParaRPr lang="en-US"/>
          </a:p>
        </p:txBody>
      </p:sp>
    </p:spTree>
    <p:extLst>
      <p:ext uri="{BB962C8B-B14F-4D97-AF65-F5344CB8AC3E}">
        <p14:creationId xmlns:p14="http://schemas.microsoft.com/office/powerpoint/2010/main" val="38906111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B86DA-BB90-849C-86DB-4575F6A983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5F8005-0E0B-1877-16D6-C62767A1FE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A848DB-7828-5A78-8FCE-6C25E81E08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7F6B17-E4AB-8B63-ACA5-9A6B13D841EC}"/>
              </a:ext>
            </a:extLst>
          </p:cNvPr>
          <p:cNvSpPr>
            <a:spLocks noGrp="1"/>
          </p:cNvSpPr>
          <p:nvPr>
            <p:ph type="dt" sz="half" idx="10"/>
          </p:nvPr>
        </p:nvSpPr>
        <p:spPr/>
        <p:txBody>
          <a:bodyPr/>
          <a:lstStyle/>
          <a:p>
            <a:fld id="{BF7042CF-108B-4CF7-8C37-4A861D45350D}" type="datetimeFigureOut">
              <a:rPr lang="en-US" smtClean="0"/>
              <a:t>8/13/26</a:t>
            </a:fld>
            <a:endParaRPr lang="en-US"/>
          </a:p>
        </p:txBody>
      </p:sp>
      <p:sp>
        <p:nvSpPr>
          <p:cNvPr id="6" name="Footer Placeholder 5">
            <a:extLst>
              <a:ext uri="{FF2B5EF4-FFF2-40B4-BE49-F238E27FC236}">
                <a16:creationId xmlns:a16="http://schemas.microsoft.com/office/drawing/2014/main" id="{7F61DE69-BF29-AD1F-A7E0-19D8984596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4A1E39-F816-09CB-A4F1-C19A861A53A8}"/>
              </a:ext>
            </a:extLst>
          </p:cNvPr>
          <p:cNvSpPr>
            <a:spLocks noGrp="1"/>
          </p:cNvSpPr>
          <p:nvPr>
            <p:ph type="sldNum" sz="quarter" idx="12"/>
          </p:nvPr>
        </p:nvSpPr>
        <p:spPr/>
        <p:txBody>
          <a:bodyPr/>
          <a:lstStyle/>
          <a:p>
            <a:fld id="{5FF1D38C-6E0B-4367-993F-6791E7028747}" type="slidenum">
              <a:rPr lang="en-US" smtClean="0"/>
              <a:t>‹#›</a:t>
            </a:fld>
            <a:endParaRPr lang="en-US"/>
          </a:p>
        </p:txBody>
      </p:sp>
    </p:spTree>
    <p:extLst>
      <p:ext uri="{BB962C8B-B14F-4D97-AF65-F5344CB8AC3E}">
        <p14:creationId xmlns:p14="http://schemas.microsoft.com/office/powerpoint/2010/main" val="2194273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E9D12-3345-E4DA-6F15-135580CAF5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482E98-F267-FE3E-10BB-DC0D91D5EA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4B67DD-B2EF-03D6-179D-4210A0A9C6B7}"/>
              </a:ext>
            </a:extLst>
          </p:cNvPr>
          <p:cNvSpPr>
            <a:spLocks noGrp="1"/>
          </p:cNvSpPr>
          <p:nvPr>
            <p:ph type="dt" sz="half" idx="10"/>
          </p:nvPr>
        </p:nvSpPr>
        <p:spPr/>
        <p:txBody>
          <a:bodyPr/>
          <a:lstStyle/>
          <a:p>
            <a:fld id="{BF7042CF-108B-4CF7-8C37-4A861D45350D}" type="datetimeFigureOut">
              <a:rPr lang="en-US" smtClean="0"/>
              <a:t>8/13/26</a:t>
            </a:fld>
            <a:endParaRPr lang="en-US"/>
          </a:p>
        </p:txBody>
      </p:sp>
      <p:sp>
        <p:nvSpPr>
          <p:cNvPr id="5" name="Footer Placeholder 4">
            <a:extLst>
              <a:ext uri="{FF2B5EF4-FFF2-40B4-BE49-F238E27FC236}">
                <a16:creationId xmlns:a16="http://schemas.microsoft.com/office/drawing/2014/main" id="{B46B386A-9859-D38F-BBE5-03C6F3D5D1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657D03-194A-0284-A02C-C1D565FA8C0C}"/>
              </a:ext>
            </a:extLst>
          </p:cNvPr>
          <p:cNvSpPr>
            <a:spLocks noGrp="1"/>
          </p:cNvSpPr>
          <p:nvPr>
            <p:ph type="sldNum" sz="quarter" idx="12"/>
          </p:nvPr>
        </p:nvSpPr>
        <p:spPr/>
        <p:txBody>
          <a:bodyPr/>
          <a:lstStyle/>
          <a:p>
            <a:fld id="{5FF1D38C-6E0B-4367-993F-6791E7028747}" type="slidenum">
              <a:rPr lang="en-US" smtClean="0"/>
              <a:t>‹#›</a:t>
            </a:fld>
            <a:endParaRPr lang="en-US"/>
          </a:p>
        </p:txBody>
      </p:sp>
    </p:spTree>
    <p:extLst>
      <p:ext uri="{BB962C8B-B14F-4D97-AF65-F5344CB8AC3E}">
        <p14:creationId xmlns:p14="http://schemas.microsoft.com/office/powerpoint/2010/main" val="13915192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675741-E3F4-68FD-B1EA-38C7DF2D14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C07FD0-33B6-FEAF-DC4A-14E80F1F2E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D3FA56-A09C-D7E7-809E-6851DF435788}"/>
              </a:ext>
            </a:extLst>
          </p:cNvPr>
          <p:cNvSpPr>
            <a:spLocks noGrp="1"/>
          </p:cNvSpPr>
          <p:nvPr>
            <p:ph type="dt" sz="half" idx="10"/>
          </p:nvPr>
        </p:nvSpPr>
        <p:spPr/>
        <p:txBody>
          <a:bodyPr/>
          <a:lstStyle/>
          <a:p>
            <a:fld id="{BF7042CF-108B-4CF7-8C37-4A861D45350D}" type="datetimeFigureOut">
              <a:rPr lang="en-US" smtClean="0"/>
              <a:t>8/13/26</a:t>
            </a:fld>
            <a:endParaRPr lang="en-US"/>
          </a:p>
        </p:txBody>
      </p:sp>
      <p:sp>
        <p:nvSpPr>
          <p:cNvPr id="5" name="Footer Placeholder 4">
            <a:extLst>
              <a:ext uri="{FF2B5EF4-FFF2-40B4-BE49-F238E27FC236}">
                <a16:creationId xmlns:a16="http://schemas.microsoft.com/office/drawing/2014/main" id="{8062CA02-4BB7-A07F-74C2-72CEA31BBD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068B01-DA45-8793-1213-27EED6E72879}"/>
              </a:ext>
            </a:extLst>
          </p:cNvPr>
          <p:cNvSpPr>
            <a:spLocks noGrp="1"/>
          </p:cNvSpPr>
          <p:nvPr>
            <p:ph type="sldNum" sz="quarter" idx="12"/>
          </p:nvPr>
        </p:nvSpPr>
        <p:spPr/>
        <p:txBody>
          <a:bodyPr/>
          <a:lstStyle/>
          <a:p>
            <a:fld id="{5FF1D38C-6E0B-4367-993F-6791E7028747}" type="slidenum">
              <a:rPr lang="en-US" smtClean="0"/>
              <a:t>‹#›</a:t>
            </a:fld>
            <a:endParaRPr lang="en-US"/>
          </a:p>
        </p:txBody>
      </p:sp>
    </p:spTree>
    <p:extLst>
      <p:ext uri="{BB962C8B-B14F-4D97-AF65-F5344CB8AC3E}">
        <p14:creationId xmlns:p14="http://schemas.microsoft.com/office/powerpoint/2010/main" val="26192319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3866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M1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26720" y="0"/>
            <a:ext cx="11338560" cy="11582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954105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1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43840" y="5791200"/>
            <a:ext cx="5547360" cy="9144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2918182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M15">
    <p:bg>
      <p:bgPr>
        <a:solidFill>
          <a:srgbClr val="E7E7E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26720" y="5669280"/>
            <a:ext cx="5364480" cy="9144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4881331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M_ADVISE">
    <p:bg>
      <p:bgPr>
        <a:solidFill>
          <a:srgbClr val="F1F1F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87680" y="2865120"/>
            <a:ext cx="3718560" cy="26822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6434278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M21">
    <p:bg>
      <p:bgPr>
        <a:solidFill>
          <a:srgbClr val="1E9E5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072640" y="426720"/>
            <a:ext cx="9753600" cy="170688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1354092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M20">
    <p:bg>
      <p:bgPr>
        <a:solidFill>
          <a:srgbClr val="3B4A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08320" y="4754880"/>
            <a:ext cx="6339840" cy="170688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8950925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M22">
    <p:bg>
      <p:bgPr>
        <a:solidFill>
          <a:srgbClr val="8A8A8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609600"/>
            <a:ext cx="5608320" cy="475488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991683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M24">
    <p:bg>
      <p:bgPr>
        <a:solidFill>
          <a:srgbClr val="14141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682240" y="3108960"/>
            <a:ext cx="9022080" cy="13411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1073565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M_MNEMONIC">
    <p:bg>
      <p:bgPr>
        <a:solidFill>
          <a:srgbClr val="F1F1F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4084320"/>
            <a:ext cx="4145280" cy="14630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6175126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M27">
    <p:bg>
      <p:bgPr>
        <a:solidFill>
          <a:srgbClr val="34C6C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1402080"/>
            <a:ext cx="10972800" cy="262128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2345255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M37">
    <p:bg>
      <p:bgPr>
        <a:solidFill>
          <a:srgbClr val="34C6C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26720" y="146304"/>
            <a:ext cx="6096000" cy="8534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7408069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M45">
    <p:bg>
      <p:bgPr>
        <a:solidFill>
          <a:srgbClr val="6E6E6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87680" y="731520"/>
            <a:ext cx="7315200" cy="536448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3555472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M_CYCL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26720" y="182880"/>
            <a:ext cx="7315200" cy="97536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3036023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36524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M_TOP">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68224" y="73152"/>
            <a:ext cx="11582400" cy="97536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3626516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M_BAND">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43840" y="0"/>
            <a:ext cx="11704320" cy="585216"/>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83736761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M_UPPER">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87680" y="365760"/>
            <a:ext cx="11216640" cy="12192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7248842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M_TITLE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194560" y="365760"/>
            <a:ext cx="6827520" cy="877824"/>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2632856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M_MID">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219200" y="1645920"/>
            <a:ext cx="9753600" cy="14630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4250806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M_HAND">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097280" y="2072640"/>
            <a:ext cx="9997440" cy="19507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4413317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M_SECTIO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120640" y="3230880"/>
            <a:ext cx="4998720" cy="13411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416279419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M_R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730240" y="2743200"/>
            <a:ext cx="6096000" cy="12192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51713185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M_FAQ">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158240" y="304800"/>
            <a:ext cx="9997440" cy="9144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7347714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M_BOO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53440" y="182880"/>
            <a:ext cx="5181600" cy="67056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94386748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M_IS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41376" y="670560"/>
            <a:ext cx="5608320" cy="67056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0941783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M_FEDRAMP">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853440"/>
            <a:ext cx="4145280" cy="10363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7644084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M_PILLARS">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70560" y="1158240"/>
            <a:ext cx="10850880" cy="7315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401269713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M_BIG">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181600" y="609600"/>
            <a:ext cx="6583680" cy="16459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1649500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M_H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87680" y="670560"/>
            <a:ext cx="11216640" cy="829056"/>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9687322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M_CARD">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04800" y="1280160"/>
            <a:ext cx="9265920" cy="755904"/>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8635346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M_SID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1402080"/>
            <a:ext cx="2621280" cy="280416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40214851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M_BIGCY">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731520"/>
            <a:ext cx="4754880" cy="11582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81970821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M_WHEEL">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08320" y="426720"/>
            <a:ext cx="6278880" cy="6096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525755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theme" Target="../theme/theme3.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3" Type="http://schemas.openxmlformats.org/officeDocument/2006/relationships/slideLayout" Target="../slideLayouts/slideLayout39.xml"/><Relationship Id="rId21" Type="http://schemas.openxmlformats.org/officeDocument/2006/relationships/theme" Target="../theme/theme4.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EE74DA-3F05-43A9-ACBF-FEEDCD7BAF0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8A3EC4-2361-41E7-A9AE-B8EDB6353E1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893900-4983-4042-B269-105E1C3AF6D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3BD59CA8-B9A0-4430-BBD4-D2DDEFF8D8D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Tree>
    <p:extLst>
      <p:ext uri="{BB962C8B-B14F-4D97-AF65-F5344CB8AC3E}">
        <p14:creationId xmlns:p14="http://schemas.microsoft.com/office/powerpoint/2010/main" val="75484696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50DBD3-8793-40AE-ED20-BEB8921A53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6E82F9-696D-1580-5F44-8C9BF39363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409E78-598D-393B-2CBE-5C640D1DC6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7042CF-108B-4CF7-8C37-4A861D45350D}" type="datetimeFigureOut">
              <a:rPr lang="en-US" smtClean="0"/>
              <a:t>8/13/26</a:t>
            </a:fld>
            <a:endParaRPr lang="en-US"/>
          </a:p>
        </p:txBody>
      </p:sp>
      <p:sp>
        <p:nvSpPr>
          <p:cNvPr id="5" name="Footer Placeholder 4">
            <a:extLst>
              <a:ext uri="{FF2B5EF4-FFF2-40B4-BE49-F238E27FC236}">
                <a16:creationId xmlns:a16="http://schemas.microsoft.com/office/drawing/2014/main" id="{9331AA5B-662A-A934-FFAE-3B1EA50E47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04F4FD-E2E0-1816-F93A-EBBFE04F61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F1D38C-6E0B-4367-993F-6791E7028747}" type="slidenum">
              <a:rPr lang="en-US" smtClean="0"/>
              <a:t>‹#›</a:t>
            </a:fld>
            <a:endParaRPr lang="en-US"/>
          </a:p>
        </p:txBody>
      </p:sp>
    </p:spTree>
    <p:extLst>
      <p:ext uri="{BB962C8B-B14F-4D97-AF65-F5344CB8AC3E}">
        <p14:creationId xmlns:p14="http://schemas.microsoft.com/office/powerpoint/2010/main" val="114269715"/>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124770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8627168"/>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 id="2147483903" r:id="rId14"/>
    <p:sldLayoutId id="2147483904" r:id="rId15"/>
    <p:sldLayoutId id="2147483905" r:id="rId16"/>
    <p:sldLayoutId id="2147483906" r:id="rId17"/>
    <p:sldLayoutId id="2147483907" r:id="rId18"/>
    <p:sldLayoutId id="2147483908" r:id="rId19"/>
    <p:sldLayoutId id="2147483909" r:id="rId20"/>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hyperlink" Target="https://www.investopedia.com/terms/e/europeanunion.asp" TargetMode="External"/><Relationship Id="rId2" Type="http://schemas.openxmlformats.org/officeDocument/2006/relationships/hyperlink" Target="https://www.investopedia.com/investing/all-you-need-know-about-gdpr-new-data-law/"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3" name="Rectangle 191">
            <a:extLst>
              <a:ext uri="{FF2B5EF4-FFF2-40B4-BE49-F238E27FC236}">
                <a16:creationId xmlns:a16="http://schemas.microsoft.com/office/drawing/2014/main" id="{6FD9D7E7-DF77-490E-BCAC-DB04B3804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Oval 192">
            <a:extLst>
              <a:ext uri="{FF2B5EF4-FFF2-40B4-BE49-F238E27FC236}">
                <a16:creationId xmlns:a16="http://schemas.microsoft.com/office/drawing/2014/main" id="{808D3699-71D0-43ED-A7CE-F02D1DA045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4722" y="3131936"/>
            <a:ext cx="1240640" cy="1240638"/>
          </a:xfrm>
          <a:prstGeom prst="ellipse">
            <a:avLst/>
          </a:prstGeom>
          <a:solidFill>
            <a:schemeClr val="accent6">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Rectangle 2"/>
          <p:cNvSpPr>
            <a:spLocks noGrp="1" noChangeArrowheads="1"/>
          </p:cNvSpPr>
          <p:nvPr>
            <p:ph type="ctrTitle"/>
          </p:nvPr>
        </p:nvSpPr>
        <p:spPr>
          <a:xfrm>
            <a:off x="1019944" y="936846"/>
            <a:ext cx="4572192" cy="3474722"/>
          </a:xfrm>
        </p:spPr>
        <p:txBody>
          <a:bodyPr>
            <a:normAutofit/>
          </a:bodyPr>
          <a:lstStyle/>
          <a:p>
            <a:pPr algn="l"/>
            <a:r>
              <a:rPr lang="en-US" sz="8000" dirty="0"/>
              <a:t>Legal Aspects</a:t>
            </a:r>
          </a:p>
        </p:txBody>
      </p:sp>
      <p:sp>
        <p:nvSpPr>
          <p:cNvPr id="2055" name="Freeform: Shape 193">
            <a:extLst>
              <a:ext uri="{FF2B5EF4-FFF2-40B4-BE49-F238E27FC236}">
                <a16:creationId xmlns:a16="http://schemas.microsoft.com/office/drawing/2014/main" id="{48A6DC93-4348-48FB-A1F6-6E8F5C960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111" y="4546924"/>
            <a:ext cx="2369988" cy="2311077"/>
          </a:xfrm>
          <a:custGeom>
            <a:avLst/>
            <a:gdLst>
              <a:gd name="connsiteX0" fmla="*/ 0 w 2369988"/>
              <a:gd name="connsiteY0" fmla="*/ 0 h 2311077"/>
              <a:gd name="connsiteX1" fmla="*/ 1128071 w 2369988"/>
              <a:gd name="connsiteY1" fmla="*/ 0 h 2311077"/>
              <a:gd name="connsiteX2" fmla="*/ 1157716 w 2369988"/>
              <a:gd name="connsiteY2" fmla="*/ 128440 h 2311077"/>
              <a:gd name="connsiteX3" fmla="*/ 2316462 w 2369988"/>
              <a:gd name="connsiteY3" fmla="*/ 2257392 h 2311077"/>
              <a:gd name="connsiteX4" fmla="*/ 2369988 w 2369988"/>
              <a:gd name="connsiteY4" fmla="*/ 2311077 h 2311077"/>
              <a:gd name="connsiteX5" fmla="*/ 957894 w 2369988"/>
              <a:gd name="connsiteY5" fmla="*/ 2311077 h 2311077"/>
              <a:gd name="connsiteX6" fmla="*/ 777804 w 2369988"/>
              <a:gd name="connsiteY6" fmla="*/ 2040997 h 2311077"/>
              <a:gd name="connsiteX7" fmla="*/ 19614 w 2369988"/>
              <a:gd name="connsiteY7" fmla="*/ 109827 h 2311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9988" h="2311077">
                <a:moveTo>
                  <a:pt x="0" y="0"/>
                </a:moveTo>
                <a:lnTo>
                  <a:pt x="1128071" y="0"/>
                </a:lnTo>
                <a:lnTo>
                  <a:pt x="1157716" y="128440"/>
                </a:lnTo>
                <a:cubicBezTo>
                  <a:pt x="1365270" y="935139"/>
                  <a:pt x="1769588" y="1662859"/>
                  <a:pt x="2316462" y="2257392"/>
                </a:cubicBezTo>
                <a:lnTo>
                  <a:pt x="2369988" y="2311077"/>
                </a:lnTo>
                <a:lnTo>
                  <a:pt x="957894" y="2311077"/>
                </a:lnTo>
                <a:lnTo>
                  <a:pt x="777804" y="2040997"/>
                </a:lnTo>
                <a:cubicBezTo>
                  <a:pt x="421651" y="1454849"/>
                  <a:pt x="161627" y="803832"/>
                  <a:pt x="19614" y="109827"/>
                </a:cubicBezTo>
                <a:close/>
              </a:path>
            </a:pathLst>
          </a:custGeom>
          <a:solidFill>
            <a:schemeClr val="tx1">
              <a:lumMod val="50000"/>
              <a:lumOff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ubtitle 2">
            <a:extLst>
              <a:ext uri="{FF2B5EF4-FFF2-40B4-BE49-F238E27FC236}">
                <a16:creationId xmlns:a16="http://schemas.microsoft.com/office/drawing/2014/main" id="{EB479743-1E89-44FB-AC47-2A5ACBA0A816}"/>
              </a:ext>
            </a:extLst>
          </p:cNvPr>
          <p:cNvSpPr>
            <a:spLocks noGrp="1"/>
          </p:cNvSpPr>
          <p:nvPr>
            <p:ph type="subTitle" idx="1"/>
          </p:nvPr>
        </p:nvSpPr>
        <p:spPr>
          <a:xfrm>
            <a:off x="1463040" y="4643287"/>
            <a:ext cx="4129096" cy="1441706"/>
          </a:xfrm>
        </p:spPr>
        <p:txBody>
          <a:bodyPr anchor="t">
            <a:normAutofit/>
          </a:bodyPr>
          <a:lstStyle/>
          <a:p>
            <a:pPr algn="l"/>
            <a:endParaRPr lang="en-US"/>
          </a:p>
        </p:txBody>
      </p:sp>
      <p:pic>
        <p:nvPicPr>
          <p:cNvPr id="2052" name="Picture 2051" descr="A vintage weighing scales">
            <a:extLst>
              <a:ext uri="{FF2B5EF4-FFF2-40B4-BE49-F238E27FC236}">
                <a16:creationId xmlns:a16="http://schemas.microsoft.com/office/drawing/2014/main" id="{D7D2B526-8102-4CD5-BF34-67A4ACB03F24}"/>
              </a:ext>
            </a:extLst>
          </p:cNvPr>
          <p:cNvPicPr>
            <a:picLocks noChangeAspect="1"/>
          </p:cNvPicPr>
          <p:nvPr/>
        </p:nvPicPr>
        <p:blipFill rotWithShape="1">
          <a:blip r:embed="rId2">
            <a:duotone>
              <a:prstClr val="black"/>
              <a:prstClr val="white"/>
            </a:duotone>
          </a:blip>
          <a:srcRect r="-1" b="24644"/>
          <a:stretch/>
        </p:blipFill>
        <p:spPr>
          <a:xfrm>
            <a:off x="6124764" y="10"/>
            <a:ext cx="6067239" cy="6857990"/>
          </a:xfrm>
          <a:custGeom>
            <a:avLst/>
            <a:gdLst/>
            <a:ahLst/>
            <a:cxnLst/>
            <a:rect l="l" t="t" r="r" b="b"/>
            <a:pathLst>
              <a:path w="6067239" h="6858000">
                <a:moveTo>
                  <a:pt x="1619628" y="0"/>
                </a:moveTo>
                <a:lnTo>
                  <a:pt x="6067239" y="0"/>
                </a:lnTo>
                <a:lnTo>
                  <a:pt x="6067239" y="6858000"/>
                </a:lnTo>
                <a:lnTo>
                  <a:pt x="1619627" y="6858000"/>
                </a:lnTo>
                <a:lnTo>
                  <a:pt x="1615622" y="6854853"/>
                </a:lnTo>
                <a:cubicBezTo>
                  <a:pt x="628921" y="6040555"/>
                  <a:pt x="0" y="4808224"/>
                  <a:pt x="0" y="3429000"/>
                </a:cubicBezTo>
                <a:cubicBezTo>
                  <a:pt x="0" y="2049777"/>
                  <a:pt x="628921" y="817446"/>
                  <a:pt x="1615622" y="3148"/>
                </a:cubicBezTo>
                <a:close/>
              </a:path>
            </a:pathLst>
          </a:cu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LEGAL &amp; REGULATORY</a:t>
            </a:r>
            <a:endParaRPr lang="en-US" sz="3200" dirty="0">
              <a:solidFill>
                <a:prstClr val="black"/>
              </a:solidFill>
              <a:latin typeface="Calibri" panose="020F0502020204030204"/>
            </a:endParaRPr>
          </a:p>
        </p:txBody>
      </p:sp>
      <p:sp>
        <p:nvSpPr>
          <p:cNvPr id="4" name="Text 2"/>
          <p:cNvSpPr/>
          <p:nvPr/>
        </p:nvSpPr>
        <p:spPr>
          <a:xfrm>
            <a:off x="609600" y="1158240"/>
            <a:ext cx="10972800" cy="1463040"/>
          </a:xfrm>
          <a:prstGeom prst="rect">
            <a:avLst/>
          </a:prstGeom>
          <a:noFill/>
          <a:ln/>
        </p:spPr>
        <p:txBody>
          <a:bodyPr wrap="square" rtlCol="0" anchor="t"/>
          <a:lstStyle/>
          <a:p>
            <a:pPr defTabSz="1219170">
              <a:lnSpc>
                <a:spcPct val="105000"/>
              </a:lnSpc>
            </a:pPr>
            <a:r>
              <a:rPr lang="en-US" sz="3600" b="1" dirty="0">
                <a:solidFill>
                  <a:srgbClr val="1A1A1A"/>
                </a:solidFill>
                <a:latin typeface="Century Gothic" pitchFamily="34" charset="0"/>
                <a:ea typeface="Century Gothic" pitchFamily="34" charset="-122"/>
                <a:cs typeface="Century Gothic" pitchFamily="34" charset="-120"/>
              </a:rPr>
              <a:t>legal and regulatory</a:t>
            </a:r>
            <a:r>
              <a:rPr lang="en-US" sz="3600" dirty="0">
                <a:solidFill>
                  <a:srgbClr val="1A1A1A"/>
                </a:solidFill>
                <a:latin typeface="Century Gothic" pitchFamily="34" charset="0"/>
                <a:ea typeface="Century Gothic" pitchFamily="34" charset="-122"/>
                <a:cs typeface="Century Gothic" pitchFamily="34" charset="-120"/>
              </a:rPr>
              <a:t> issues that pertain to information security in a </a:t>
            </a:r>
            <a:r>
              <a:rPr lang="en-US" sz="3600" b="1" dirty="0">
                <a:solidFill>
                  <a:srgbClr val="1A1A1A"/>
                </a:solidFill>
                <a:highlight>
                  <a:srgbClr val="1CDDEB"/>
                </a:highlight>
                <a:latin typeface="Century Gothic" pitchFamily="34" charset="0"/>
                <a:ea typeface="Century Gothic" pitchFamily="34" charset="-122"/>
                <a:cs typeface="Century Gothic" pitchFamily="34" charset="-120"/>
              </a:rPr>
              <a:t>global context</a:t>
            </a:r>
            <a:endParaRPr lang="en-US" sz="3600" dirty="0">
              <a:solidFill>
                <a:prstClr val="black"/>
              </a:solidFill>
              <a:latin typeface="Calibri" panose="020F0502020204030204"/>
            </a:endParaRPr>
          </a:p>
        </p:txBody>
      </p:sp>
      <p:sp>
        <p:nvSpPr>
          <p:cNvPr id="5" name="Text 3"/>
          <p:cNvSpPr/>
          <p:nvPr/>
        </p:nvSpPr>
        <p:spPr>
          <a:xfrm>
            <a:off x="1097280" y="2926080"/>
            <a:ext cx="10485120" cy="633984"/>
          </a:xfrm>
          <a:prstGeom prst="rect">
            <a:avLst/>
          </a:prstGeom>
          <a:noFill/>
          <a:ln/>
        </p:spPr>
        <p:txBody>
          <a:bodyPr wrap="square" rtlCol="0" anchor="t"/>
          <a:lstStyle/>
          <a:p>
            <a:pPr defTabSz="1219170"/>
            <a:r>
              <a:rPr lang="en-US" sz="3067" dirty="0">
                <a:solidFill>
                  <a:srgbClr val="1A1A1A"/>
                </a:solidFill>
                <a:latin typeface="Century Gothic" pitchFamily="34" charset="0"/>
                <a:ea typeface="Century Gothic" pitchFamily="34" charset="-122"/>
                <a:cs typeface="Century Gothic" pitchFamily="34" charset="-120"/>
              </a:rPr>
              <a:t>➢  Cyber crimes and data breaches</a:t>
            </a:r>
            <a:endParaRPr lang="en-US" sz="3067" dirty="0">
              <a:solidFill>
                <a:prstClr val="black"/>
              </a:solidFill>
              <a:latin typeface="Calibri" panose="020F0502020204030204"/>
            </a:endParaRPr>
          </a:p>
        </p:txBody>
      </p:sp>
      <p:sp>
        <p:nvSpPr>
          <p:cNvPr id="6" name="Text 4"/>
          <p:cNvSpPr/>
          <p:nvPr/>
        </p:nvSpPr>
        <p:spPr>
          <a:xfrm>
            <a:off x="1097280" y="3560064"/>
            <a:ext cx="10485120" cy="633984"/>
          </a:xfrm>
          <a:prstGeom prst="rect">
            <a:avLst/>
          </a:prstGeom>
          <a:noFill/>
          <a:ln/>
        </p:spPr>
        <p:txBody>
          <a:bodyPr wrap="square" rtlCol="0" anchor="t"/>
          <a:lstStyle/>
          <a:p>
            <a:pPr defTabSz="1219170"/>
            <a:r>
              <a:rPr lang="en-US" sz="3067" dirty="0">
                <a:solidFill>
                  <a:srgbClr val="1A1A1A"/>
                </a:solidFill>
                <a:latin typeface="Century Gothic" pitchFamily="34" charset="0"/>
                <a:ea typeface="Century Gothic" pitchFamily="34" charset="-122"/>
                <a:cs typeface="Century Gothic" pitchFamily="34" charset="-120"/>
              </a:rPr>
              <a:t>➢  Trans-border data flow</a:t>
            </a:r>
            <a:endParaRPr lang="en-US" sz="3067" dirty="0">
              <a:solidFill>
                <a:prstClr val="black"/>
              </a:solidFill>
              <a:latin typeface="Calibri" panose="020F0502020204030204"/>
            </a:endParaRPr>
          </a:p>
        </p:txBody>
      </p:sp>
      <p:sp>
        <p:nvSpPr>
          <p:cNvPr id="7" name="Text 5"/>
          <p:cNvSpPr/>
          <p:nvPr/>
        </p:nvSpPr>
        <p:spPr>
          <a:xfrm>
            <a:off x="1097280" y="4194048"/>
            <a:ext cx="10485120" cy="853440"/>
          </a:xfrm>
          <a:prstGeom prst="rect">
            <a:avLst/>
          </a:prstGeom>
          <a:noFill/>
          <a:ln/>
        </p:spPr>
        <p:txBody>
          <a:bodyPr wrap="square" rtlCol="0" anchor="t"/>
          <a:lstStyle/>
          <a:p>
            <a:pPr defTabSz="1219170"/>
            <a:r>
              <a:rPr lang="en-US" sz="3067" dirty="0">
                <a:solidFill>
                  <a:srgbClr val="1A1A1A"/>
                </a:solidFill>
                <a:latin typeface="Century Gothic" pitchFamily="34" charset="0"/>
                <a:ea typeface="Century Gothic" pitchFamily="34" charset="-122"/>
                <a:cs typeface="Century Gothic" pitchFamily="34" charset="-120"/>
              </a:rPr>
              <a:t>➢  Licensing and intellectual property</a:t>
            </a:r>
            <a:endParaRPr lang="en-US" sz="3067" dirty="0">
              <a:solidFill>
                <a:prstClr val="black"/>
              </a:solidFill>
              <a:latin typeface="Calibri" panose="020F0502020204030204"/>
            </a:endParaRPr>
          </a:p>
          <a:p>
            <a:pPr defTabSz="1219170"/>
            <a:r>
              <a:rPr lang="en-US" sz="3067" dirty="0">
                <a:solidFill>
                  <a:srgbClr val="1A1A1A"/>
                </a:solidFill>
                <a:latin typeface="Century Gothic" pitchFamily="34" charset="0"/>
                <a:ea typeface="Century Gothic" pitchFamily="34" charset="-122"/>
                <a:cs typeface="Century Gothic" pitchFamily="34" charset="-120"/>
              </a:rPr>
              <a:t>requirements</a:t>
            </a:r>
            <a:endParaRPr lang="en-US" sz="3067" dirty="0">
              <a:solidFill>
                <a:prstClr val="black"/>
              </a:solidFill>
              <a:latin typeface="Calibri" panose="020F0502020204030204"/>
            </a:endParaRPr>
          </a:p>
        </p:txBody>
      </p:sp>
      <p:sp>
        <p:nvSpPr>
          <p:cNvPr id="8" name="Text 6"/>
          <p:cNvSpPr/>
          <p:nvPr/>
        </p:nvSpPr>
        <p:spPr>
          <a:xfrm>
            <a:off x="1097280" y="5181600"/>
            <a:ext cx="10485120" cy="633984"/>
          </a:xfrm>
          <a:prstGeom prst="rect">
            <a:avLst/>
          </a:prstGeom>
          <a:noFill/>
          <a:ln/>
        </p:spPr>
        <p:txBody>
          <a:bodyPr wrap="square" rtlCol="0" anchor="t"/>
          <a:lstStyle/>
          <a:p>
            <a:pPr defTabSz="1219170"/>
            <a:r>
              <a:rPr lang="en-US" sz="3067" dirty="0">
                <a:solidFill>
                  <a:srgbClr val="1A1A1A"/>
                </a:solidFill>
                <a:latin typeface="Century Gothic" pitchFamily="34" charset="0"/>
                <a:ea typeface="Century Gothic" pitchFamily="34" charset="-122"/>
                <a:cs typeface="Century Gothic" pitchFamily="34" charset="-120"/>
              </a:rPr>
              <a:t>➢  Privacy</a:t>
            </a:r>
            <a:endParaRPr lang="en-US" sz="3067" dirty="0">
              <a:solidFill>
                <a:prstClr val="black"/>
              </a:solidFill>
              <a:latin typeface="Calibri" panose="020F0502020204030204"/>
            </a:endParaRPr>
          </a:p>
        </p:txBody>
      </p:sp>
      <p:sp>
        <p:nvSpPr>
          <p:cNvPr id="9" name="Text 7"/>
          <p:cNvSpPr/>
          <p:nvPr/>
        </p:nvSpPr>
        <p:spPr>
          <a:xfrm>
            <a:off x="1097280" y="5681472"/>
            <a:ext cx="10485120" cy="633984"/>
          </a:xfrm>
          <a:prstGeom prst="rect">
            <a:avLst/>
          </a:prstGeom>
          <a:noFill/>
          <a:ln/>
        </p:spPr>
        <p:txBody>
          <a:bodyPr wrap="square" rtlCol="0" anchor="t"/>
          <a:lstStyle/>
          <a:p>
            <a:pPr defTabSz="1219170"/>
            <a:r>
              <a:rPr lang="en-US" sz="3067" dirty="0">
                <a:solidFill>
                  <a:srgbClr val="1A1A1A"/>
                </a:solidFill>
                <a:latin typeface="Century Gothic" pitchFamily="34" charset="0"/>
                <a:ea typeface="Century Gothic" pitchFamily="34" charset="-122"/>
                <a:cs typeface="Century Gothic" pitchFamily="34" charset="-120"/>
              </a:rPr>
              <a:t>➢  Import/export controls</a:t>
            </a:r>
            <a:endParaRPr lang="en-US" sz="3067" dirty="0">
              <a:solidFill>
                <a:prstClr val="black"/>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LEGAL &amp; REGULATORY</a:t>
            </a:r>
            <a:endParaRPr lang="en-US" sz="3200" dirty="0">
              <a:solidFill>
                <a:prstClr val="black"/>
              </a:solidFill>
              <a:latin typeface="Calibri" panose="020F0502020204030204"/>
            </a:endParaRPr>
          </a:p>
        </p:txBody>
      </p:sp>
      <p:sp>
        <p:nvSpPr>
          <p:cNvPr id="4" name="Text 2"/>
          <p:cNvSpPr/>
          <p:nvPr/>
        </p:nvSpPr>
        <p:spPr>
          <a:xfrm>
            <a:off x="487680" y="950976"/>
            <a:ext cx="11338560" cy="914400"/>
          </a:xfrm>
          <a:prstGeom prst="rect">
            <a:avLst/>
          </a:prstGeom>
          <a:noFill/>
          <a:ln/>
        </p:spPr>
        <p:txBody>
          <a:bodyPr wrap="square" rtlCol="0" anchor="ctr"/>
          <a:lstStyle/>
          <a:p>
            <a:pPr defTabSz="1219170"/>
            <a:r>
              <a:rPr lang="en-US" sz="5333" b="1" dirty="0">
                <a:solidFill>
                  <a:srgbClr val="1CDDEB"/>
                </a:solidFill>
                <a:latin typeface="Century Gothic" pitchFamily="34" charset="0"/>
                <a:ea typeface="Century Gothic" pitchFamily="34" charset="-122"/>
                <a:cs typeface="Century Gothic" pitchFamily="34" charset="-120"/>
              </a:rPr>
              <a:t>Types of Law</a:t>
            </a:r>
            <a:endParaRPr lang="en-US" sz="5333" dirty="0">
              <a:solidFill>
                <a:prstClr val="black"/>
              </a:solidFill>
              <a:latin typeface="Calibri" panose="020F0502020204030204"/>
            </a:endParaRPr>
          </a:p>
        </p:txBody>
      </p:sp>
      <p:sp>
        <p:nvSpPr>
          <p:cNvPr id="5" name="Text 3"/>
          <p:cNvSpPr/>
          <p:nvPr/>
        </p:nvSpPr>
        <p:spPr>
          <a:xfrm>
            <a:off x="487680" y="2011680"/>
            <a:ext cx="11582400" cy="999744"/>
          </a:xfrm>
          <a:prstGeom prst="rect">
            <a:avLst/>
          </a:prstGeom>
          <a:noFill/>
          <a:ln/>
        </p:spPr>
        <p:txBody>
          <a:bodyPr wrap="square" rtlCol="0" anchor="t"/>
          <a:lstStyle/>
          <a:p>
            <a:pPr defTabSz="1219170">
              <a:lnSpc>
                <a:spcPct val="103000"/>
              </a:lnSpc>
            </a:pPr>
            <a:r>
              <a:rPr lang="en-US" sz="2933" b="1" dirty="0">
                <a:solidFill>
                  <a:srgbClr val="1A1A1A"/>
                </a:solidFill>
                <a:latin typeface="Century Gothic" pitchFamily="34" charset="0"/>
                <a:ea typeface="Century Gothic" pitchFamily="34" charset="-122"/>
                <a:cs typeface="Century Gothic" pitchFamily="34" charset="-120"/>
              </a:rPr>
              <a:t>Criminal Law</a:t>
            </a:r>
            <a:r>
              <a:rPr lang="en-US" sz="2933" dirty="0">
                <a:solidFill>
                  <a:srgbClr val="1A1A1A"/>
                </a:solidFill>
                <a:latin typeface="Century Gothic" pitchFamily="34" charset="0"/>
                <a:ea typeface="Century Gothic" pitchFamily="34" charset="-122"/>
                <a:cs typeface="Century Gothic" pitchFamily="34" charset="-120"/>
              </a:rPr>
              <a:t>. contains prohibitions against acts</a:t>
            </a:r>
            <a:endParaRPr lang="en-US" sz="2933" dirty="0">
              <a:solidFill>
                <a:prstClr val="black"/>
              </a:solidFill>
              <a:latin typeface="Calibri" panose="020F0502020204030204"/>
            </a:endParaRPr>
          </a:p>
          <a:p>
            <a:pPr defTabSz="1219170">
              <a:lnSpc>
                <a:spcPct val="103000"/>
              </a:lnSpc>
            </a:pPr>
            <a:r>
              <a:rPr lang="en-US" sz="2933" dirty="0">
                <a:solidFill>
                  <a:srgbClr val="1A1A1A"/>
                </a:solidFill>
                <a:latin typeface="Century Gothic" pitchFamily="34" charset="0"/>
                <a:ea typeface="Century Gothic" pitchFamily="34" charset="-122"/>
                <a:cs typeface="Century Gothic" pitchFamily="34" charset="-120"/>
              </a:rPr>
              <a:t>such as murder, assault, robbery, and arson.</a:t>
            </a:r>
            <a:endParaRPr lang="en-US" sz="2933" dirty="0">
              <a:solidFill>
                <a:prstClr val="black"/>
              </a:solidFill>
              <a:latin typeface="Calibri" panose="020F0502020204030204"/>
            </a:endParaRPr>
          </a:p>
        </p:txBody>
      </p:sp>
      <p:sp>
        <p:nvSpPr>
          <p:cNvPr id="6" name="Text 4"/>
          <p:cNvSpPr/>
          <p:nvPr/>
        </p:nvSpPr>
        <p:spPr>
          <a:xfrm>
            <a:off x="487680" y="3206496"/>
            <a:ext cx="11582400" cy="999744"/>
          </a:xfrm>
          <a:prstGeom prst="rect">
            <a:avLst/>
          </a:prstGeom>
          <a:noFill/>
          <a:ln/>
        </p:spPr>
        <p:txBody>
          <a:bodyPr wrap="square" rtlCol="0" anchor="t"/>
          <a:lstStyle/>
          <a:p>
            <a:pPr defTabSz="1219170">
              <a:lnSpc>
                <a:spcPct val="103000"/>
              </a:lnSpc>
            </a:pPr>
            <a:r>
              <a:rPr lang="en-US" sz="2933" b="1" dirty="0">
                <a:solidFill>
                  <a:srgbClr val="1A1A1A"/>
                </a:solidFill>
                <a:latin typeface="Century Gothic" pitchFamily="34" charset="0"/>
                <a:ea typeface="Century Gothic" pitchFamily="34" charset="-122"/>
                <a:cs typeface="Century Gothic" pitchFamily="34" charset="-120"/>
              </a:rPr>
              <a:t>Civil Law</a:t>
            </a:r>
            <a:r>
              <a:rPr lang="en-US" sz="2933" dirty="0">
                <a:solidFill>
                  <a:srgbClr val="1A1A1A"/>
                </a:solidFill>
                <a:latin typeface="Century Gothic" pitchFamily="34" charset="0"/>
                <a:ea typeface="Century Gothic" pitchFamily="34" charset="-122"/>
                <a:cs typeface="Century Gothic" pitchFamily="34" charset="-120"/>
              </a:rPr>
              <a:t>. include contract disputes, real estate</a:t>
            </a:r>
            <a:endParaRPr lang="en-US" sz="2933" dirty="0">
              <a:solidFill>
                <a:prstClr val="black"/>
              </a:solidFill>
              <a:latin typeface="Calibri" panose="020F0502020204030204"/>
            </a:endParaRPr>
          </a:p>
          <a:p>
            <a:pPr defTabSz="1219170">
              <a:lnSpc>
                <a:spcPct val="103000"/>
              </a:lnSpc>
            </a:pPr>
            <a:r>
              <a:rPr lang="en-US" sz="2933" dirty="0">
                <a:solidFill>
                  <a:srgbClr val="1A1A1A"/>
                </a:solidFill>
                <a:latin typeface="Century Gothic" pitchFamily="34" charset="0"/>
                <a:ea typeface="Century Gothic" pitchFamily="34" charset="-122"/>
                <a:cs typeface="Century Gothic" pitchFamily="34" charset="-120"/>
              </a:rPr>
              <a:t>transactions, employment, estate, and probate.</a:t>
            </a:r>
            <a:endParaRPr lang="en-US" sz="2933" dirty="0">
              <a:solidFill>
                <a:prstClr val="black"/>
              </a:solidFill>
              <a:latin typeface="Calibri" panose="020F0502020204030204"/>
            </a:endParaRPr>
          </a:p>
        </p:txBody>
      </p:sp>
      <p:sp>
        <p:nvSpPr>
          <p:cNvPr id="7" name="Text 5"/>
          <p:cNvSpPr/>
          <p:nvPr/>
        </p:nvSpPr>
        <p:spPr>
          <a:xfrm>
            <a:off x="487680" y="4401312"/>
            <a:ext cx="11582400" cy="999744"/>
          </a:xfrm>
          <a:prstGeom prst="rect">
            <a:avLst/>
          </a:prstGeom>
          <a:noFill/>
          <a:ln/>
        </p:spPr>
        <p:txBody>
          <a:bodyPr wrap="square" rtlCol="0" anchor="t"/>
          <a:lstStyle/>
          <a:p>
            <a:pPr defTabSz="1219170">
              <a:lnSpc>
                <a:spcPct val="103000"/>
              </a:lnSpc>
            </a:pPr>
            <a:r>
              <a:rPr lang="en-US" sz="2933" b="1" dirty="0">
                <a:solidFill>
                  <a:srgbClr val="1A1A1A"/>
                </a:solidFill>
                <a:latin typeface="Century Gothic" pitchFamily="34" charset="0"/>
                <a:ea typeface="Century Gothic" pitchFamily="34" charset="-122"/>
                <a:cs typeface="Century Gothic" pitchFamily="34" charset="-120"/>
              </a:rPr>
              <a:t>Administrative Law</a:t>
            </a:r>
            <a:r>
              <a:rPr lang="en-US" sz="2933" dirty="0">
                <a:solidFill>
                  <a:srgbClr val="1A1A1A"/>
                </a:solidFill>
                <a:latin typeface="Century Gothic" pitchFamily="34" charset="0"/>
                <a:ea typeface="Century Gothic" pitchFamily="34" charset="-122"/>
                <a:cs typeface="Century Gothic" pitchFamily="34" charset="-120"/>
              </a:rPr>
              <a:t>. Government agencies have</a:t>
            </a:r>
            <a:endParaRPr lang="en-US" sz="2933" dirty="0">
              <a:solidFill>
                <a:prstClr val="black"/>
              </a:solidFill>
              <a:latin typeface="Calibri" panose="020F0502020204030204"/>
            </a:endParaRPr>
          </a:p>
          <a:p>
            <a:pPr defTabSz="1219170">
              <a:lnSpc>
                <a:spcPct val="103000"/>
              </a:lnSpc>
            </a:pPr>
            <a:r>
              <a:rPr lang="en-US" sz="2933" dirty="0">
                <a:solidFill>
                  <a:srgbClr val="1A1A1A"/>
                </a:solidFill>
                <a:latin typeface="Century Gothic" pitchFamily="34" charset="0"/>
                <a:ea typeface="Century Gothic" pitchFamily="34" charset="-122"/>
                <a:cs typeface="Century Gothic" pitchFamily="34" charset="-120"/>
              </a:rPr>
              <a:t>some leeway to enact administrative law.</a:t>
            </a:r>
            <a:endParaRPr lang="en-US" sz="2933" dirty="0">
              <a:solidFill>
                <a:prstClr val="black"/>
              </a:solidFill>
              <a:latin typeface="Calibri" panose="020F0502020204030204"/>
            </a:endParaRPr>
          </a:p>
        </p:txBody>
      </p:sp>
      <p:sp>
        <p:nvSpPr>
          <p:cNvPr id="8" name="Text 6"/>
          <p:cNvSpPr/>
          <p:nvPr/>
        </p:nvSpPr>
        <p:spPr>
          <a:xfrm>
            <a:off x="487680" y="5596128"/>
            <a:ext cx="11338560" cy="975360"/>
          </a:xfrm>
          <a:prstGeom prst="rect">
            <a:avLst/>
          </a:prstGeom>
          <a:noFill/>
          <a:ln/>
        </p:spPr>
        <p:txBody>
          <a:bodyPr wrap="square" rtlCol="0" anchor="ctr"/>
          <a:lstStyle/>
          <a:p>
            <a:pPr algn="ctr" defTabSz="1219170">
              <a:lnSpc>
                <a:spcPct val="105000"/>
              </a:lnSpc>
            </a:pPr>
            <a:r>
              <a:rPr lang="en-US" sz="2800" b="1" dirty="0">
                <a:solidFill>
                  <a:srgbClr val="F39B12"/>
                </a:solidFill>
                <a:latin typeface="Century Gothic" pitchFamily="34" charset="0"/>
                <a:ea typeface="Century Gothic" pitchFamily="34" charset="-122"/>
                <a:cs typeface="Century Gothic" pitchFamily="34" charset="-120"/>
              </a:rPr>
              <a:t>CISSP exam focuses on security-related generalities</a:t>
            </a:r>
            <a:endParaRPr lang="en-US" sz="2800" dirty="0">
              <a:solidFill>
                <a:prstClr val="black"/>
              </a:solidFill>
              <a:latin typeface="Calibri" panose="020F0502020204030204"/>
            </a:endParaRPr>
          </a:p>
          <a:p>
            <a:pPr algn="ctr" defTabSz="1219170">
              <a:lnSpc>
                <a:spcPct val="105000"/>
              </a:lnSpc>
            </a:pPr>
            <a:r>
              <a:rPr lang="en-US" sz="2800" b="1" dirty="0">
                <a:solidFill>
                  <a:srgbClr val="F39B12"/>
                </a:solidFill>
                <a:latin typeface="Century Gothic" pitchFamily="34" charset="0"/>
                <a:ea typeface="Century Gothic" pitchFamily="34" charset="-122"/>
                <a:cs typeface="Century Gothic" pitchFamily="34" charset="-120"/>
              </a:rPr>
              <a:t>of law, regulations, investigations, and compliance</a:t>
            </a:r>
            <a:endParaRPr lang="en-US" sz="2800" dirty="0">
              <a:solidFill>
                <a:prstClr val="black"/>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banner">
            <a:extLst>
              <a:ext uri="{C183D7F6-B498-43B3-948B-1728B52AA6E4}">
                <adec:decorative xmlns:adec="http://schemas.microsoft.com/office/drawing/2017/decorative" val="1"/>
              </a:ext>
            </a:extLst>
          </p:cNvPr>
          <p:cNvSpPr/>
          <p:nvPr/>
        </p:nvSpPr>
        <p:spPr>
          <a:xfrm>
            <a:off x="28575" y="-36576"/>
            <a:ext cx="12192000" cy="1158240"/>
          </a:xfrm>
          <a:prstGeom prst="rect">
            <a:avLst/>
          </a:prstGeom>
          <a:solidFill>
            <a:srgbClr val="C8C8C8"/>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3" name="Text 0"/>
          <p:cNvSpPr>
            <a:spLocks noGrp="1"/>
          </p:cNvSpPr>
          <p:nvPr>
            <p:ph type="title" idx="100" hasCustomPrompt="1"/>
          </p:nvPr>
        </p:nvSpPr>
        <p:spPr>
          <a:xfrm>
            <a:off x="243840" y="176784"/>
            <a:ext cx="11338560" cy="731520"/>
          </a:xfrm>
          <a:prstGeom prst="rect">
            <a:avLst/>
          </a:prstGeom>
          <a:noFill/>
          <a:ln/>
        </p:spPr>
        <p:txBody>
          <a:bodyPr wrap="square" lIns="0" tIns="0" rIns="0" bIns="0" rtlCol="0"/>
          <a:lstStyle/>
          <a:p>
            <a:pPr algn="l"/>
            <a:r>
              <a:rPr lang="en-US" sz="4000" kern="0" spc="133" dirty="0">
                <a:solidFill>
                  <a:srgbClr val="3B3B3B"/>
                </a:solidFill>
                <a:latin typeface="Impact" pitchFamily="34" charset="0"/>
                <a:ea typeface="Impact" pitchFamily="34" charset="-122"/>
                <a:cs typeface="Impact" pitchFamily="34" charset="-120"/>
              </a:rPr>
              <a:t>DUE DILIGENCE </a:t>
            </a:r>
            <a:r>
              <a:rPr lang="en-US" sz="2533" kern="0" spc="133" dirty="0">
                <a:solidFill>
                  <a:srgbClr val="3B3B3B"/>
                </a:solidFill>
                <a:latin typeface="Impact" pitchFamily="34" charset="0"/>
                <a:ea typeface="Impact" pitchFamily="34" charset="-122"/>
                <a:cs typeface="Impact" pitchFamily="34" charset="-120"/>
              </a:rPr>
              <a:t>VS </a:t>
            </a:r>
            <a:r>
              <a:rPr lang="en-US" sz="4000" kern="0" spc="133" dirty="0">
                <a:solidFill>
                  <a:srgbClr val="3B3B3B"/>
                </a:solidFill>
                <a:latin typeface="Impact" pitchFamily="34" charset="0"/>
                <a:ea typeface="Impact" pitchFamily="34" charset="-122"/>
                <a:cs typeface="Impact" pitchFamily="34" charset="-120"/>
              </a:rPr>
              <a:t>DUE CARE</a:t>
            </a:r>
            <a:endParaRPr lang="en-US" sz="4000" dirty="0"/>
          </a:p>
        </p:txBody>
      </p:sp>
      <p:sp>
        <p:nvSpPr>
          <p:cNvPr id="4" name="Text 2"/>
          <p:cNvSpPr/>
          <p:nvPr/>
        </p:nvSpPr>
        <p:spPr>
          <a:xfrm>
            <a:off x="121920" y="1487424"/>
            <a:ext cx="3657600" cy="1645920"/>
          </a:xfrm>
          <a:prstGeom prst="rect">
            <a:avLst/>
          </a:prstGeom>
          <a:noFill/>
          <a:ln/>
        </p:spPr>
        <p:txBody>
          <a:bodyPr wrap="square" rtlCol="0" anchor="ctr"/>
          <a:lstStyle/>
          <a:p>
            <a:pPr marL="0" marR="0" lvl="0" indent="0" algn="ctr" defTabSz="1219170" rtl="0" eaLnBrk="1" fontAlgn="auto" latinLnBrk="0" hangingPunct="1">
              <a:lnSpc>
                <a:spcPct val="95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CDDEB"/>
                </a:solidFill>
                <a:effectLst/>
                <a:uLnTx/>
                <a:uFillTx/>
                <a:latin typeface="Century Gothic" pitchFamily="34" charset="0"/>
                <a:ea typeface="Century Gothic" pitchFamily="34" charset="-122"/>
                <a:cs typeface="Century Gothic" pitchFamily="34" charset="-120"/>
              </a:rPr>
              <a:t>Due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ctr" defTabSz="1219170" rtl="0" eaLnBrk="1" fontAlgn="auto" latinLnBrk="0" hangingPunct="1">
              <a:lnSpc>
                <a:spcPct val="95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CDDEB"/>
                </a:solidFill>
                <a:effectLst/>
                <a:uLnTx/>
                <a:uFillTx/>
                <a:latin typeface="Century Gothic" pitchFamily="34" charset="0"/>
                <a:ea typeface="Century Gothic" pitchFamily="34" charset="-122"/>
                <a:cs typeface="Century Gothic" pitchFamily="34" charset="-120"/>
              </a:rPr>
              <a:t>Diligence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5" name="Text 3"/>
          <p:cNvSpPr/>
          <p:nvPr/>
        </p:nvSpPr>
        <p:spPr>
          <a:xfrm>
            <a:off x="121920" y="3633216"/>
            <a:ext cx="3657600" cy="1645920"/>
          </a:xfrm>
          <a:prstGeom prst="rect">
            <a:avLst/>
          </a:prstGeom>
          <a:noFill/>
          <a:ln/>
        </p:spPr>
        <p:txBody>
          <a:bodyPr wrap="square" rtlCol="0" anchor="ctr"/>
          <a:lstStyle/>
          <a:p>
            <a:pPr marL="0" marR="0" lvl="0" indent="0" algn="ctr" defTabSz="1219170" rtl="0" eaLnBrk="1" fontAlgn="auto" latinLnBrk="0" hangingPunct="1">
              <a:lnSpc>
                <a:spcPct val="95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CDDEB"/>
                </a:solidFill>
                <a:effectLst/>
                <a:uLnTx/>
                <a:uFillTx/>
                <a:latin typeface="Century Gothic" pitchFamily="34" charset="0"/>
                <a:ea typeface="Century Gothic" pitchFamily="34" charset="-122"/>
                <a:cs typeface="Century Gothic" pitchFamily="34" charset="-120"/>
              </a:rPr>
              <a:t>Due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ctr" defTabSz="1219170" rtl="0" eaLnBrk="1" fontAlgn="auto" latinLnBrk="0" hangingPunct="1">
              <a:lnSpc>
                <a:spcPct val="95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CDDEB"/>
                </a:solidFill>
                <a:effectLst/>
                <a:uLnTx/>
                <a:uFillTx/>
                <a:latin typeface="Century Gothic" pitchFamily="34" charset="0"/>
                <a:ea typeface="Century Gothic" pitchFamily="34" charset="-122"/>
                <a:cs typeface="Century Gothic" pitchFamily="34" charset="-120"/>
              </a:rPr>
              <a:t>Care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6" name="divider">
            <a:extLst>
              <a:ext uri="{C183D7F6-B498-43B3-948B-1728B52AA6E4}">
                <adec:decorative xmlns:adec="http://schemas.microsoft.com/office/drawing/2017/decorative" val="1"/>
              </a:ext>
            </a:extLst>
          </p:cNvPr>
          <p:cNvSpPr/>
          <p:nvPr/>
        </p:nvSpPr>
        <p:spPr>
          <a:xfrm>
            <a:off x="3925824" y="1706880"/>
            <a:ext cx="54864" cy="1280160"/>
          </a:xfrm>
          <a:prstGeom prst="rect">
            <a:avLst/>
          </a:prstGeom>
          <a:solidFill>
            <a:srgbClr val="3B3B3B"/>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7" name="divider">
            <a:extLst>
              <a:ext uri="{C183D7F6-B498-43B3-948B-1728B52AA6E4}">
                <adec:decorative xmlns:adec="http://schemas.microsoft.com/office/drawing/2017/decorative" val="1"/>
              </a:ext>
            </a:extLst>
          </p:cNvPr>
          <p:cNvSpPr/>
          <p:nvPr/>
        </p:nvSpPr>
        <p:spPr>
          <a:xfrm>
            <a:off x="3925824" y="3840480"/>
            <a:ext cx="54864" cy="1402080"/>
          </a:xfrm>
          <a:prstGeom prst="rect">
            <a:avLst/>
          </a:prstGeom>
          <a:solidFill>
            <a:srgbClr val="3B3B3B"/>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8" name="Text 6"/>
          <p:cNvSpPr/>
          <p:nvPr/>
        </p:nvSpPr>
        <p:spPr>
          <a:xfrm>
            <a:off x="4206240" y="1584960"/>
            <a:ext cx="7559040" cy="152400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5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practicing the activities that </a:t>
            </a:r>
            <a:r>
              <a:rPr kumimoji="0" lang="en-US" sz="2533" b="0" i="0" u="sng" strike="noStrike" kern="1200" cap="none" spc="0" normalizeH="0" baseline="0" noProof="0" dirty="0">
                <a:ln>
                  <a:noFill/>
                </a:ln>
                <a:solidFill>
                  <a:srgbClr val="3B3B3B"/>
                </a:solidFill>
                <a:effectLst/>
                <a:uLnTx/>
                <a:uFill>
                  <a:solidFill>
                    <a:srgbClr val="EE1C25"/>
                  </a:solidFill>
                </a:uFill>
                <a:latin typeface="Century Gothic" pitchFamily="34" charset="0"/>
                <a:ea typeface="Century Gothic" pitchFamily="34" charset="-122"/>
                <a:cs typeface="Century Gothic" pitchFamily="34" charset="-120"/>
              </a:rPr>
              <a:t>maintain</a:t>
            </a:r>
            <a:r>
              <a:rPr kumimoji="0" lang="en-US" sz="25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 the due care effort.</a:t>
            </a: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9" name="Text 7"/>
          <p:cNvSpPr/>
          <p:nvPr/>
        </p:nvSpPr>
        <p:spPr>
          <a:xfrm>
            <a:off x="4206240" y="3596640"/>
            <a:ext cx="7559040" cy="19507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533" b="0" i="0" u="sng" strike="noStrike" kern="1200" cap="none" spc="0" normalizeH="0" baseline="0" noProof="0" dirty="0">
                <a:ln>
                  <a:noFill/>
                </a:ln>
                <a:solidFill>
                  <a:srgbClr val="3B3B3B"/>
                </a:solidFill>
                <a:effectLst/>
                <a:uLnTx/>
                <a:uFill>
                  <a:solidFill>
                    <a:srgbClr val="EE1C25"/>
                  </a:solidFill>
                </a:uFill>
                <a:latin typeface="Century Gothic" pitchFamily="34" charset="0"/>
                <a:ea typeface="Century Gothic" pitchFamily="34" charset="-122"/>
                <a:cs typeface="Century Gothic" pitchFamily="34" charset="-120"/>
              </a:rPr>
              <a:t>doing</a:t>
            </a:r>
            <a:r>
              <a:rPr kumimoji="0" lang="en-US" sz="25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 what a reasonable person would do in a given situation. It is sometimes called </a:t>
            </a:r>
            <a:r>
              <a:rPr kumimoji="0" lang="en-US" sz="2533" b="0" i="0" u="none" strike="noStrike" kern="1200" cap="none" spc="0" normalizeH="0" baseline="0" noProof="0" dirty="0">
                <a:ln>
                  <a:noFill/>
                </a:ln>
                <a:solidFill>
                  <a:srgbClr val="3B3B3B"/>
                </a:solidFill>
                <a:effectLst/>
                <a:highlight>
                  <a:srgbClr val="F4FF3B"/>
                </a:highlight>
                <a:uLnTx/>
                <a:uFillTx/>
                <a:latin typeface="Century Gothic" pitchFamily="34" charset="0"/>
                <a:ea typeface="Century Gothic" pitchFamily="34" charset="-122"/>
                <a:cs typeface="Century Gothic" pitchFamily="34" charset="-120"/>
              </a:rPr>
              <a:t>the “prudent man” rule</a:t>
            </a:r>
            <a:r>
              <a:rPr kumimoji="0" lang="en-US" sz="25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a:t>
            </a: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0" name="bottom bar">
            <a:extLst>
              <a:ext uri="{C183D7F6-B498-43B3-948B-1728B52AA6E4}">
                <adec:decorative xmlns:adec="http://schemas.microsoft.com/office/drawing/2017/decorative" val="1"/>
              </a:ext>
            </a:extLst>
          </p:cNvPr>
          <p:cNvSpPr/>
          <p:nvPr/>
        </p:nvSpPr>
        <p:spPr>
          <a:xfrm>
            <a:off x="0" y="5754624"/>
            <a:ext cx="12192000" cy="1103376"/>
          </a:xfrm>
          <a:prstGeom prst="rect">
            <a:avLst/>
          </a:prstGeom>
          <a:solidFill>
            <a:srgbClr val="1CDDEB"/>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11" name="Text 9"/>
          <p:cNvSpPr/>
          <p:nvPr/>
        </p:nvSpPr>
        <p:spPr>
          <a:xfrm>
            <a:off x="731520" y="5754624"/>
            <a:ext cx="10850880" cy="1103376"/>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2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Together, these will reduce senior management’s </a:t>
            </a:r>
            <a:r>
              <a:rPr kumimoji="0" lang="en-US" sz="2267"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culpability &amp; (downstream) liability</a:t>
            </a:r>
            <a:r>
              <a:rPr kumimoji="0" lang="en-US" sz="22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when a loss occurs.</a:t>
            </a:r>
            <a:endParaRPr kumimoji="0" lang="en-US" sz="22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enter divider">
            <a:extLst>
              <a:ext uri="{C183D7F6-B498-43B3-948B-1728B52AA6E4}">
                <adec:decorative xmlns:adec="http://schemas.microsoft.com/office/drawing/2017/decorative" val="1"/>
              </a:ext>
            </a:extLst>
          </p:cNvPr>
          <p:cNvSpPr/>
          <p:nvPr/>
        </p:nvSpPr>
        <p:spPr>
          <a:xfrm>
            <a:off x="5998464" y="426720"/>
            <a:ext cx="73152" cy="5974080"/>
          </a:xfrm>
          <a:prstGeom prst="rect">
            <a:avLst/>
          </a:prstGeom>
          <a:solidFill>
            <a:srgbClr val="C9C9C9"/>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3" name="Text 1"/>
          <p:cNvSpPr/>
          <p:nvPr/>
        </p:nvSpPr>
        <p:spPr>
          <a:xfrm>
            <a:off x="4023360" y="146304"/>
            <a:ext cx="3048000"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E1C25"/>
                </a:solidFill>
                <a:effectLst/>
                <a:uLnTx/>
                <a:uFillTx/>
                <a:latin typeface="Ink Free" pitchFamily="34" charset="0"/>
                <a:ea typeface="Ink Free" pitchFamily="34" charset="-122"/>
                <a:cs typeface="Ink Free" pitchFamily="34" charset="-120"/>
              </a:rPr>
              <a:t>Decision</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4" name="Arrow from decision to due care side"/>
          <p:cNvSpPr/>
          <p:nvPr/>
        </p:nvSpPr>
        <p:spPr>
          <a:xfrm>
            <a:off x="6035040" y="950976"/>
            <a:ext cx="1524000" cy="731520"/>
          </a:xfrm>
          <a:prstGeom prst="line">
            <a:avLst/>
          </a:prstGeom>
          <a:noFill/>
          <a:ln w="50800">
            <a:solidFill>
              <a:srgbClr val="EE1C25"/>
            </a:solidFill>
            <a:prstDash val="solid"/>
            <a:tailEnd type="triangle"/>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5" name="Text 3"/>
          <p:cNvSpPr/>
          <p:nvPr/>
        </p:nvSpPr>
        <p:spPr>
          <a:xfrm>
            <a:off x="487680" y="1828800"/>
            <a:ext cx="4998720" cy="1889760"/>
          </a:xfrm>
          <a:prstGeom prst="rect">
            <a:avLst/>
          </a:prstGeom>
          <a:noFill/>
          <a:ln/>
        </p:spPr>
        <p:txBody>
          <a:bodyPr wrap="square" rtlCol="0" anchor="t"/>
          <a:lstStyle/>
          <a:p>
            <a:pPr marL="0" marR="0" lvl="0" indent="0" algn="ctr" defTabSz="1219170" rtl="0" eaLnBrk="1" fontAlgn="auto" latinLnBrk="0" hangingPunct="1">
              <a:lnSpc>
                <a:spcPct val="120000"/>
              </a:lnSpc>
              <a:spcBef>
                <a:spcPts val="0"/>
              </a:spcBef>
              <a:spcAft>
                <a:spcPts val="0"/>
              </a:spcAft>
              <a:buClrTx/>
              <a:buSzTx/>
              <a:buFontTx/>
              <a:buNone/>
              <a:tabLst/>
              <a:defRPr/>
            </a:pPr>
            <a:r>
              <a:rPr kumimoji="0" lang="en-US" sz="29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Research</a:t>
            </a:r>
            <a:endParaRPr kumimoji="0" lang="en-US" sz="29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ctr" defTabSz="1219170" rtl="0" eaLnBrk="1" fontAlgn="auto" latinLnBrk="0" hangingPunct="1">
              <a:lnSpc>
                <a:spcPct val="120000"/>
              </a:lnSpc>
              <a:spcBef>
                <a:spcPts val="0"/>
              </a:spcBef>
              <a:spcAft>
                <a:spcPts val="0"/>
              </a:spcAft>
              <a:buClrTx/>
              <a:buSzTx/>
              <a:buFontTx/>
              <a:buNone/>
              <a:tabLst/>
              <a:defRPr/>
            </a:pPr>
            <a:r>
              <a:rPr kumimoji="0" lang="en-US" sz="29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Planning</a:t>
            </a:r>
            <a:endParaRPr kumimoji="0" lang="en-US" sz="29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ctr" defTabSz="1219170" rtl="0" eaLnBrk="1" fontAlgn="auto" latinLnBrk="0" hangingPunct="1">
              <a:lnSpc>
                <a:spcPct val="120000"/>
              </a:lnSpc>
              <a:spcBef>
                <a:spcPts val="0"/>
              </a:spcBef>
              <a:spcAft>
                <a:spcPts val="0"/>
              </a:spcAft>
              <a:buClrTx/>
              <a:buSzTx/>
              <a:buFontTx/>
              <a:buNone/>
              <a:tabLst/>
              <a:defRPr/>
            </a:pPr>
            <a:r>
              <a:rPr kumimoji="0" lang="en-US" sz="29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Evaluation</a:t>
            </a:r>
            <a:endParaRPr kumimoji="0" lang="en-US" sz="29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6" name="circle around Evaluation">
            <a:extLst>
              <a:ext uri="{C183D7F6-B498-43B3-948B-1728B52AA6E4}">
                <adec:decorative xmlns:adec="http://schemas.microsoft.com/office/drawing/2017/decorative" val="1"/>
              </a:ext>
            </a:extLst>
          </p:cNvPr>
          <p:cNvSpPr/>
          <p:nvPr/>
        </p:nvSpPr>
        <p:spPr>
          <a:xfrm>
            <a:off x="1480947" y="2923794"/>
            <a:ext cx="2987040" cy="707136"/>
          </a:xfrm>
          <a:prstGeom prst="ellipse">
            <a:avLst/>
          </a:prstGeom>
          <a:ln w="31750">
            <a:solidFill>
              <a:srgbClr val="EE1C25"/>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7" name="Text 5"/>
          <p:cNvSpPr/>
          <p:nvPr/>
        </p:nvSpPr>
        <p:spPr>
          <a:xfrm>
            <a:off x="6339840" y="1828800"/>
            <a:ext cx="5486400" cy="1889760"/>
          </a:xfrm>
          <a:prstGeom prst="rect">
            <a:avLst/>
          </a:prstGeom>
          <a:noFill/>
          <a:ln/>
        </p:spPr>
        <p:txBody>
          <a:bodyPr wrap="square" rtlCol="0" anchor="t"/>
          <a:lstStyle/>
          <a:p>
            <a:pPr marL="0" marR="0" lvl="0" indent="0" algn="ctr" defTabSz="1219170" rtl="0" eaLnBrk="1" fontAlgn="auto" latinLnBrk="0" hangingPunct="1">
              <a:lnSpc>
                <a:spcPct val="120000"/>
              </a:lnSpc>
              <a:spcBef>
                <a:spcPts val="0"/>
              </a:spcBef>
              <a:spcAft>
                <a:spcPts val="0"/>
              </a:spcAft>
              <a:buClrTx/>
              <a:buSzTx/>
              <a:buFontTx/>
              <a:buNone/>
              <a:tabLst/>
              <a:defRPr/>
            </a:pPr>
            <a:r>
              <a:rPr kumimoji="0" lang="en-US" sz="29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Implementation</a:t>
            </a:r>
            <a:endParaRPr kumimoji="0" lang="en-US" sz="29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ctr" defTabSz="1219170" rtl="0" eaLnBrk="1" fontAlgn="auto" latinLnBrk="0" hangingPunct="1">
              <a:lnSpc>
                <a:spcPct val="120000"/>
              </a:lnSpc>
              <a:spcBef>
                <a:spcPts val="0"/>
              </a:spcBef>
              <a:spcAft>
                <a:spcPts val="0"/>
              </a:spcAft>
              <a:buClrTx/>
              <a:buSzTx/>
              <a:buFontTx/>
              <a:buNone/>
              <a:tabLst/>
              <a:defRPr/>
            </a:pPr>
            <a:r>
              <a:rPr kumimoji="0" lang="en-US" sz="29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Operation (upkeep)</a:t>
            </a:r>
            <a:endParaRPr kumimoji="0" lang="en-US" sz="29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ctr" defTabSz="1219170" rtl="0" eaLnBrk="1" fontAlgn="auto" latinLnBrk="0" hangingPunct="1">
              <a:lnSpc>
                <a:spcPct val="120000"/>
              </a:lnSpc>
              <a:spcBef>
                <a:spcPts val="0"/>
              </a:spcBef>
              <a:spcAft>
                <a:spcPts val="0"/>
              </a:spcAft>
              <a:buClrTx/>
              <a:buSzTx/>
              <a:buFontTx/>
              <a:buNone/>
              <a:tabLst/>
              <a:defRPr/>
            </a:pPr>
            <a:r>
              <a:rPr kumimoji="0" lang="en-US" sz="29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Reasonable measures</a:t>
            </a:r>
            <a:endParaRPr kumimoji="0" lang="en-US" sz="29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8" name="cyan box">
            <a:extLst>
              <a:ext uri="{C183D7F6-B498-43B3-948B-1728B52AA6E4}">
                <adec:decorative xmlns:adec="http://schemas.microsoft.com/office/drawing/2017/decorative" val="1"/>
              </a:ext>
            </a:extLst>
          </p:cNvPr>
          <p:cNvSpPr/>
          <p:nvPr/>
        </p:nvSpPr>
        <p:spPr>
          <a:xfrm>
            <a:off x="243840" y="3962400"/>
            <a:ext cx="5303520" cy="999744"/>
          </a:xfrm>
          <a:prstGeom prst="rect">
            <a:avLst/>
          </a:prstGeom>
          <a:solidFill>
            <a:srgbClr val="1CDDEB"/>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9" name="Text 7"/>
          <p:cNvSpPr/>
          <p:nvPr/>
        </p:nvSpPr>
        <p:spPr>
          <a:xfrm>
            <a:off x="365760" y="3962400"/>
            <a:ext cx="5059680" cy="999744"/>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INCREASES</a:t>
            </a: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understanding and </a:t>
            </a:r>
            <a:r>
              <a:rPr kumimoji="0" lang="en-US" sz="2133"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REDUCES</a:t>
            </a: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risk</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0" name="cyan box">
            <a:extLst>
              <a:ext uri="{C183D7F6-B498-43B3-948B-1728B52AA6E4}">
                <adec:decorative xmlns:adec="http://schemas.microsoft.com/office/drawing/2017/decorative" val="1"/>
              </a:ext>
            </a:extLst>
          </p:cNvPr>
          <p:cNvSpPr/>
          <p:nvPr/>
        </p:nvSpPr>
        <p:spPr>
          <a:xfrm>
            <a:off x="6644640" y="3962400"/>
            <a:ext cx="5303520" cy="999744"/>
          </a:xfrm>
          <a:prstGeom prst="rect">
            <a:avLst/>
          </a:prstGeom>
          <a:solidFill>
            <a:srgbClr val="1CDDEB"/>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11" name="Text 9"/>
          <p:cNvSpPr/>
          <p:nvPr/>
        </p:nvSpPr>
        <p:spPr>
          <a:xfrm>
            <a:off x="6766560" y="3962400"/>
            <a:ext cx="5059680" cy="999744"/>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“PRUDENT MAN” RULE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2" name="Text 10"/>
          <p:cNvSpPr/>
          <p:nvPr/>
        </p:nvSpPr>
        <p:spPr>
          <a:xfrm>
            <a:off x="243840" y="5023104"/>
            <a:ext cx="5547360" cy="60960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E1C25"/>
                </a:solidFill>
                <a:effectLst/>
                <a:uLnTx/>
                <a:uFillTx/>
                <a:latin typeface="Ink Free" pitchFamily="34" charset="0"/>
                <a:ea typeface="Ink Free" pitchFamily="34" charset="-122"/>
                <a:cs typeface="Ink Free" pitchFamily="34" charset="-120"/>
              </a:rPr>
              <a:t>Largely </a:t>
            </a:r>
            <a:r>
              <a:rPr kumimoji="0" lang="en-US" sz="2400" b="0" i="0" u="sng" strike="noStrike" kern="1200" cap="none" spc="0" normalizeH="0" baseline="0" noProof="0" dirty="0">
                <a:ln>
                  <a:noFill/>
                </a:ln>
                <a:solidFill>
                  <a:srgbClr val="EE1C25"/>
                </a:solidFill>
                <a:effectLst/>
                <a:uLnTx/>
                <a:uFill>
                  <a:solidFill>
                    <a:srgbClr val="EE1C25"/>
                  </a:solidFill>
                </a:uFill>
                <a:latin typeface="Ink Free" pitchFamily="34" charset="0"/>
                <a:ea typeface="Ink Free" pitchFamily="34" charset="-122"/>
                <a:cs typeface="Ink Free" pitchFamily="34" charset="-120"/>
              </a:rPr>
              <a:t>before</a:t>
            </a:r>
            <a:r>
              <a:rPr kumimoji="0" lang="en-US" sz="2400" b="0" i="0" u="none" strike="noStrike" kern="1200" cap="none" spc="0" normalizeH="0" baseline="0" noProof="0" dirty="0">
                <a:ln>
                  <a:noFill/>
                </a:ln>
                <a:solidFill>
                  <a:srgbClr val="EE1C25"/>
                </a:solidFill>
                <a:effectLst/>
                <a:uLnTx/>
                <a:uFillTx/>
                <a:latin typeface="Ink Free" pitchFamily="34" charset="0"/>
                <a:ea typeface="Ink Free" pitchFamily="34" charset="-122"/>
                <a:cs typeface="Ink Free" pitchFamily="34" charset="-120"/>
              </a:rPr>
              <a:t> the decision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3" name="Text 11"/>
          <p:cNvSpPr/>
          <p:nvPr/>
        </p:nvSpPr>
        <p:spPr>
          <a:xfrm>
            <a:off x="6400800" y="5023104"/>
            <a:ext cx="5547360" cy="60960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E1C25"/>
                </a:solidFill>
                <a:effectLst/>
                <a:uLnTx/>
                <a:uFillTx/>
                <a:latin typeface="Ink Free" pitchFamily="34" charset="0"/>
                <a:ea typeface="Ink Free" pitchFamily="34" charset="-122"/>
                <a:cs typeface="Ink Free" pitchFamily="34" charset="-120"/>
              </a:rPr>
              <a:t>Doing </a:t>
            </a:r>
            <a:r>
              <a:rPr kumimoji="0" lang="en-US" sz="2400" b="0" i="0" u="sng" strike="noStrike" kern="1200" cap="none" spc="0" normalizeH="0" baseline="0" noProof="0" dirty="0">
                <a:ln>
                  <a:noFill/>
                </a:ln>
                <a:solidFill>
                  <a:srgbClr val="EE1C25"/>
                </a:solidFill>
                <a:effectLst/>
                <a:uLnTx/>
                <a:uFill>
                  <a:solidFill>
                    <a:srgbClr val="EE1C25"/>
                  </a:solidFill>
                </a:uFill>
                <a:latin typeface="Ink Free" pitchFamily="34" charset="0"/>
                <a:ea typeface="Ink Free" pitchFamily="34" charset="-122"/>
                <a:cs typeface="Ink Free" pitchFamily="34" charset="-120"/>
              </a:rPr>
              <a:t>after</a:t>
            </a:r>
            <a:r>
              <a:rPr kumimoji="0" lang="en-US" sz="2400" b="0" i="0" u="none" strike="noStrike" kern="1200" cap="none" spc="0" normalizeH="0" baseline="0" noProof="0" dirty="0">
                <a:ln>
                  <a:noFill/>
                </a:ln>
                <a:solidFill>
                  <a:srgbClr val="EE1C25"/>
                </a:solidFill>
                <a:effectLst/>
                <a:uLnTx/>
                <a:uFillTx/>
                <a:latin typeface="Ink Free" pitchFamily="34" charset="0"/>
                <a:ea typeface="Ink Free" pitchFamily="34" charset="-122"/>
                <a:cs typeface="Ink Free" pitchFamily="34" charset="-120"/>
              </a:rPr>
              <a:t> the decision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4" name="Text 0"/>
          <p:cNvSpPr>
            <a:spLocks noGrp="1"/>
          </p:cNvSpPr>
          <p:nvPr>
            <p:ph type="title" idx="100" hasCustomPrompt="1"/>
          </p:nvPr>
        </p:nvSpPr>
        <p:spPr>
          <a:xfrm>
            <a:off x="243840" y="5791200"/>
            <a:ext cx="5547360" cy="914400"/>
          </a:xfrm>
          <a:prstGeom prst="rect">
            <a:avLst/>
          </a:prstGeom>
          <a:noFill/>
          <a:ln/>
        </p:spPr>
        <p:txBody>
          <a:bodyPr wrap="square" rtlCol="0" anchor="ctr"/>
          <a:lstStyle/>
          <a:p>
            <a:r>
              <a:rPr lang="en-US" sz="4533" kern="0" spc="133" dirty="0">
                <a:solidFill>
                  <a:srgbClr val="3B3B3B"/>
                </a:solidFill>
                <a:latin typeface="Impact" pitchFamily="34" charset="0"/>
                <a:ea typeface="Impact" pitchFamily="34" charset="-122"/>
                <a:cs typeface="Impact" pitchFamily="34" charset="-120"/>
              </a:rPr>
              <a:t>DUE DILIGENCE</a:t>
            </a:r>
            <a:endParaRPr lang="en-US" sz="4533" dirty="0"/>
          </a:p>
        </p:txBody>
      </p:sp>
      <p:sp>
        <p:nvSpPr>
          <p:cNvPr id="15" name="Text 13"/>
          <p:cNvSpPr/>
          <p:nvPr/>
        </p:nvSpPr>
        <p:spPr>
          <a:xfrm>
            <a:off x="6400800" y="5791200"/>
            <a:ext cx="5547360" cy="91440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533" b="0" i="0" u="none" strike="noStrike" kern="0" cap="none" spc="133" normalizeH="0" baseline="0" noProof="0" dirty="0">
                <a:ln>
                  <a:noFill/>
                </a:ln>
                <a:solidFill>
                  <a:srgbClr val="3B3B3B"/>
                </a:solidFill>
                <a:effectLst/>
                <a:uLnTx/>
                <a:uFillTx/>
                <a:latin typeface="Impact" pitchFamily="34" charset="0"/>
                <a:ea typeface="Impact" pitchFamily="34" charset="-122"/>
                <a:cs typeface="Impact" pitchFamily="34" charset="-120"/>
              </a:rPr>
              <a:t>DUE CARE</a:t>
            </a:r>
            <a:endParaRPr kumimoji="0" lang="en-US" sz="45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enter divider">
            <a:extLst>
              <a:ext uri="{C183D7F6-B498-43B3-948B-1728B52AA6E4}">
                <adec:decorative xmlns:adec="http://schemas.microsoft.com/office/drawing/2017/decorative" val="1"/>
              </a:ext>
            </a:extLst>
          </p:cNvPr>
          <p:cNvSpPr/>
          <p:nvPr/>
        </p:nvSpPr>
        <p:spPr>
          <a:xfrm>
            <a:off x="5974080" y="0"/>
            <a:ext cx="170688" cy="6858000"/>
          </a:xfrm>
          <a:prstGeom prst="rect">
            <a:avLst/>
          </a:prstGeom>
          <a:solidFill>
            <a:srgbClr val="141414"/>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3" name="label box">
            <a:extLst>
              <a:ext uri="{C183D7F6-B498-43B3-948B-1728B52AA6E4}">
                <adec:decorative xmlns:adec="http://schemas.microsoft.com/office/drawing/2017/decorative" val="1"/>
              </a:ext>
            </a:extLst>
          </p:cNvPr>
          <p:cNvSpPr/>
          <p:nvPr/>
        </p:nvSpPr>
        <p:spPr>
          <a:xfrm>
            <a:off x="0" y="182880"/>
            <a:ext cx="1889760" cy="670560"/>
          </a:xfrm>
          <a:prstGeom prst="rect">
            <a:avLst/>
          </a:prstGeom>
          <a:solidFill>
            <a:srgbClr val="141414"/>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4" name="Text 2"/>
          <p:cNvSpPr/>
          <p:nvPr/>
        </p:nvSpPr>
        <p:spPr>
          <a:xfrm>
            <a:off x="0" y="182880"/>
            <a:ext cx="1889760" cy="67056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933" b="0" i="0" u="none" strike="noStrike" kern="1200" cap="none" spc="0" normalizeH="0" baseline="0" noProof="0" dirty="0">
                <a:ln>
                  <a:noFill/>
                </a:ln>
                <a:solidFill>
                  <a:srgbClr val="FFFFFF"/>
                </a:solidFill>
                <a:effectLst/>
                <a:uLnTx/>
                <a:uFillTx/>
                <a:latin typeface="Impact" pitchFamily="34" charset="0"/>
                <a:ea typeface="Impact" pitchFamily="34" charset="-122"/>
                <a:cs typeface="Impact" pitchFamily="34" charset="-120"/>
              </a:rPr>
              <a:t>BEFORE</a:t>
            </a:r>
            <a:endParaRPr kumimoji="0" lang="en-US" sz="29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5" name="label box">
            <a:extLst>
              <a:ext uri="{C183D7F6-B498-43B3-948B-1728B52AA6E4}">
                <adec:decorative xmlns:adec="http://schemas.microsoft.com/office/drawing/2017/decorative" val="1"/>
              </a:ext>
            </a:extLst>
          </p:cNvPr>
          <p:cNvSpPr/>
          <p:nvPr/>
        </p:nvSpPr>
        <p:spPr>
          <a:xfrm>
            <a:off x="10302240" y="182880"/>
            <a:ext cx="1889760" cy="670560"/>
          </a:xfrm>
          <a:prstGeom prst="rect">
            <a:avLst/>
          </a:prstGeom>
          <a:solidFill>
            <a:srgbClr val="141414"/>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6" name="Text 4"/>
          <p:cNvSpPr/>
          <p:nvPr/>
        </p:nvSpPr>
        <p:spPr>
          <a:xfrm>
            <a:off x="10302240" y="182880"/>
            <a:ext cx="1889760" cy="67056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933" b="0" i="0" u="none" strike="noStrike" kern="1200" cap="none" spc="0" normalizeH="0" baseline="0" noProof="0" dirty="0">
                <a:ln>
                  <a:noFill/>
                </a:ln>
                <a:solidFill>
                  <a:srgbClr val="FFFFFF"/>
                </a:solidFill>
                <a:effectLst/>
                <a:uLnTx/>
                <a:uFillTx/>
                <a:latin typeface="Impact" pitchFamily="34" charset="0"/>
                <a:ea typeface="Impact" pitchFamily="34" charset="-122"/>
                <a:cs typeface="Impact" pitchFamily="34" charset="-120"/>
              </a:rPr>
              <a:t>AFTER</a:t>
            </a:r>
            <a:endParaRPr kumimoji="0" lang="en-US" sz="29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7" name="Text 5"/>
          <p:cNvSpPr/>
          <p:nvPr/>
        </p:nvSpPr>
        <p:spPr>
          <a:xfrm>
            <a:off x="4023360" y="146304"/>
            <a:ext cx="2926080"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E1C25"/>
                </a:solidFill>
                <a:effectLst/>
                <a:uLnTx/>
                <a:uFillTx/>
                <a:latin typeface="Ink Free" pitchFamily="34" charset="0"/>
                <a:ea typeface="Ink Free" pitchFamily="34" charset="-122"/>
                <a:cs typeface="Ink Free" pitchFamily="34" charset="-120"/>
              </a:rPr>
              <a:t>Decision</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8" name="Arrow toward after side"/>
          <p:cNvSpPr/>
          <p:nvPr/>
        </p:nvSpPr>
        <p:spPr>
          <a:xfrm>
            <a:off x="6035040" y="877824"/>
            <a:ext cx="1524000" cy="853440"/>
          </a:xfrm>
          <a:prstGeom prst="line">
            <a:avLst/>
          </a:prstGeom>
          <a:noFill/>
          <a:ln w="50800">
            <a:solidFill>
              <a:srgbClr val="EE1C25"/>
            </a:solidFill>
            <a:prstDash val="solid"/>
            <a:tailEnd type="triangle"/>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9" name="Text 7"/>
          <p:cNvSpPr/>
          <p:nvPr/>
        </p:nvSpPr>
        <p:spPr>
          <a:xfrm>
            <a:off x="426720" y="2072640"/>
            <a:ext cx="5364480" cy="1889760"/>
          </a:xfrm>
          <a:prstGeom prst="rect">
            <a:avLst/>
          </a:prstGeom>
          <a:noFill/>
          <a:ln/>
        </p:spPr>
        <p:txBody>
          <a:bodyPr wrap="square" rtlCol="0" anchor="ctr"/>
          <a:lstStyle/>
          <a:p>
            <a:pPr marL="0" marR="0" lvl="0" indent="0" algn="ctr" defTabSz="1219170" rtl="0" eaLnBrk="1" fontAlgn="auto" latinLnBrk="0" hangingPunct="1">
              <a:lnSpc>
                <a:spcPct val="105000"/>
              </a:lnSpc>
              <a:spcBef>
                <a:spcPts val="0"/>
              </a:spcBef>
              <a:spcAft>
                <a:spcPts val="0"/>
              </a:spcAft>
              <a:buClrTx/>
              <a:buSzTx/>
              <a:buFontTx/>
              <a:buNone/>
              <a:tabLst/>
              <a:defRPr/>
            </a:pPr>
            <a:r>
              <a:rPr kumimoji="0" lang="en-US" sz="4533" b="0" i="0" u="sng" strike="noStrike" kern="1200" cap="none" spc="0" normalizeH="0" baseline="0" noProof="0" dirty="0">
                <a:ln>
                  <a:noFill/>
                </a:ln>
                <a:solidFill>
                  <a:srgbClr val="3B3B3B"/>
                </a:solidFill>
                <a:effectLst/>
                <a:uLnTx/>
                <a:uFill>
                  <a:solidFill>
                    <a:srgbClr val="EE1C25"/>
                  </a:solidFill>
                </a:uFill>
                <a:latin typeface="Century Gothic" pitchFamily="34" charset="0"/>
                <a:ea typeface="Century Gothic" pitchFamily="34" charset="-122"/>
                <a:cs typeface="Century Gothic" pitchFamily="34" charset="-120"/>
              </a:rPr>
              <a:t>Think </a:t>
            </a:r>
            <a:r>
              <a:rPr kumimoji="0" lang="en-US" sz="4533" b="1" i="0"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BEFORE</a:t>
            </a:r>
            <a:endParaRPr kumimoji="0" lang="en-US" sz="45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ctr" defTabSz="1219170" rtl="0" eaLnBrk="1" fontAlgn="auto" latinLnBrk="0" hangingPunct="1">
              <a:lnSpc>
                <a:spcPct val="105000"/>
              </a:lnSpc>
              <a:spcBef>
                <a:spcPts val="0"/>
              </a:spcBef>
              <a:spcAft>
                <a:spcPts val="0"/>
              </a:spcAft>
              <a:buClrTx/>
              <a:buSzTx/>
              <a:buFontTx/>
              <a:buNone/>
              <a:tabLst/>
              <a:defRPr/>
            </a:pPr>
            <a:r>
              <a:rPr kumimoji="0" lang="en-US" sz="45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you act!</a:t>
            </a:r>
            <a:endParaRPr kumimoji="0" lang="en-US" sz="45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0" name="Text 8"/>
          <p:cNvSpPr/>
          <p:nvPr/>
        </p:nvSpPr>
        <p:spPr>
          <a:xfrm>
            <a:off x="6278880" y="2072640"/>
            <a:ext cx="5486400" cy="1889760"/>
          </a:xfrm>
          <a:prstGeom prst="rect">
            <a:avLst/>
          </a:prstGeom>
          <a:noFill/>
          <a:ln/>
        </p:spPr>
        <p:txBody>
          <a:bodyPr wrap="square" rtlCol="0" anchor="ctr"/>
          <a:lstStyle/>
          <a:p>
            <a:pPr marL="0" marR="0" lvl="0" indent="0" algn="ctr" defTabSz="1219170" rtl="0" eaLnBrk="1" fontAlgn="auto" latinLnBrk="0" hangingPunct="1">
              <a:lnSpc>
                <a:spcPct val="105000"/>
              </a:lnSpc>
              <a:spcBef>
                <a:spcPts val="0"/>
              </a:spcBef>
              <a:spcAft>
                <a:spcPts val="0"/>
              </a:spcAft>
              <a:buClrTx/>
              <a:buSzTx/>
              <a:buFontTx/>
              <a:buNone/>
              <a:tabLst/>
              <a:defRPr/>
            </a:pPr>
            <a:r>
              <a:rPr kumimoji="0" lang="en-US" sz="4533" b="1" i="0" u="sng" strike="noStrike" kern="1200" cap="none" spc="0" normalizeH="0" baseline="0" noProof="0" dirty="0">
                <a:ln>
                  <a:noFill/>
                </a:ln>
                <a:solidFill>
                  <a:srgbClr val="EE1C25"/>
                </a:solidFill>
                <a:effectLst/>
                <a:uLnTx/>
                <a:uFill>
                  <a:solidFill>
                    <a:srgbClr val="EE1C25"/>
                  </a:solidFill>
                </a:uFill>
                <a:latin typeface="Century Gothic" pitchFamily="34" charset="0"/>
                <a:ea typeface="Century Gothic" pitchFamily="34" charset="-122"/>
                <a:cs typeface="Century Gothic" pitchFamily="34" charset="-120"/>
              </a:rPr>
              <a:t>Actions </a:t>
            </a:r>
            <a:r>
              <a:rPr kumimoji="0" lang="en-US" sz="45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speak</a:t>
            </a:r>
            <a:endParaRPr kumimoji="0" lang="en-US" sz="45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ctr" defTabSz="1219170" rtl="0" eaLnBrk="1" fontAlgn="auto" latinLnBrk="0" hangingPunct="1">
              <a:lnSpc>
                <a:spcPct val="105000"/>
              </a:lnSpc>
              <a:spcBef>
                <a:spcPts val="0"/>
              </a:spcBef>
              <a:spcAft>
                <a:spcPts val="0"/>
              </a:spcAft>
              <a:buClrTx/>
              <a:buSzTx/>
              <a:buFontTx/>
              <a:buNone/>
              <a:tabLst/>
              <a:defRPr/>
            </a:pPr>
            <a:r>
              <a:rPr kumimoji="0" lang="en-US" sz="4533"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louder than words</a:t>
            </a:r>
            <a:endParaRPr kumimoji="0" lang="en-US" sz="45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1" name="Text 9"/>
          <p:cNvSpPr/>
          <p:nvPr/>
        </p:nvSpPr>
        <p:spPr>
          <a:xfrm>
            <a:off x="426720" y="4328160"/>
            <a:ext cx="5364480" cy="85344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3733" b="0" i="0" u="sng" strike="noStrike" kern="1200" cap="none" spc="0" normalizeH="0" baseline="0" noProof="0" dirty="0">
                <a:ln>
                  <a:noFill/>
                </a:ln>
                <a:solidFill>
                  <a:srgbClr val="EE1C25"/>
                </a:solidFill>
                <a:effectLst/>
                <a:uLnTx/>
                <a:uFill>
                  <a:solidFill>
                    <a:srgbClr val="EE1C25"/>
                  </a:solidFill>
                </a:uFill>
                <a:latin typeface="Ink Free" pitchFamily="34" charset="0"/>
                <a:ea typeface="Ink Free" pitchFamily="34" charset="-122"/>
                <a:cs typeface="Ink Free" pitchFamily="34" charset="-120"/>
              </a:rPr>
              <a:t>Do Detect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2" name="Text 10"/>
          <p:cNvSpPr/>
          <p:nvPr/>
        </p:nvSpPr>
        <p:spPr>
          <a:xfrm>
            <a:off x="6278880" y="4328160"/>
            <a:ext cx="5486400" cy="85344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3733" b="0" i="0" u="sng" strike="noStrike" kern="1200" cap="none" spc="0" normalizeH="0" baseline="0" noProof="0" dirty="0">
                <a:ln>
                  <a:noFill/>
                </a:ln>
                <a:solidFill>
                  <a:srgbClr val="EE1C25"/>
                </a:solidFill>
                <a:effectLst/>
                <a:uLnTx/>
                <a:uFill>
                  <a:solidFill>
                    <a:srgbClr val="EE1C25"/>
                  </a:solidFill>
                </a:uFill>
                <a:latin typeface="Ink Free" pitchFamily="34" charset="0"/>
                <a:ea typeface="Ink Free" pitchFamily="34" charset="-122"/>
                <a:cs typeface="Ink Free" pitchFamily="34" charset="-120"/>
              </a:rPr>
              <a:t>Do Correct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3" name="Text 0"/>
          <p:cNvSpPr>
            <a:spLocks noGrp="1"/>
          </p:cNvSpPr>
          <p:nvPr>
            <p:ph type="title" idx="100" hasCustomPrompt="1"/>
          </p:nvPr>
        </p:nvSpPr>
        <p:spPr>
          <a:xfrm>
            <a:off x="426720" y="5669280"/>
            <a:ext cx="5364480" cy="914400"/>
          </a:xfrm>
          <a:prstGeom prst="rect">
            <a:avLst/>
          </a:prstGeom>
          <a:noFill/>
          <a:ln/>
        </p:spPr>
        <p:txBody>
          <a:bodyPr wrap="square" rtlCol="0" anchor="ctr"/>
          <a:lstStyle/>
          <a:p>
            <a:r>
              <a:rPr lang="en-US" sz="4533" kern="0" spc="133" dirty="0">
                <a:solidFill>
                  <a:srgbClr val="3B3B3B"/>
                </a:solidFill>
                <a:latin typeface="Impact" pitchFamily="34" charset="0"/>
                <a:ea typeface="Impact" pitchFamily="34" charset="-122"/>
                <a:cs typeface="Impact" pitchFamily="34" charset="-120"/>
              </a:rPr>
              <a:t>DUE DILIGENCE</a:t>
            </a:r>
            <a:endParaRPr lang="en-US" sz="4533" dirty="0"/>
          </a:p>
        </p:txBody>
      </p:sp>
      <p:sp>
        <p:nvSpPr>
          <p:cNvPr id="14" name="Text 12"/>
          <p:cNvSpPr/>
          <p:nvPr/>
        </p:nvSpPr>
        <p:spPr>
          <a:xfrm>
            <a:off x="6278880" y="5669280"/>
            <a:ext cx="5486400" cy="91440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533" b="0" i="0" u="none" strike="noStrike" kern="0" cap="none" spc="133" normalizeH="0" baseline="0" noProof="0" dirty="0">
                <a:ln>
                  <a:noFill/>
                </a:ln>
                <a:solidFill>
                  <a:srgbClr val="3B3B3B"/>
                </a:solidFill>
                <a:effectLst/>
                <a:uLnTx/>
                <a:uFillTx/>
                <a:latin typeface="Impact" pitchFamily="34" charset="0"/>
                <a:ea typeface="Impact" pitchFamily="34" charset="-122"/>
                <a:cs typeface="Impact" pitchFamily="34" charset="-120"/>
              </a:rPr>
              <a:t>DUE CARE</a:t>
            </a:r>
            <a:endParaRPr kumimoji="0" lang="en-US" sz="45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vider">
            <a:extLst>
              <a:ext uri="{C183D7F6-B498-43B3-948B-1728B52AA6E4}">
                <adec:decorative xmlns:adec="http://schemas.microsoft.com/office/drawing/2017/decorative" val="1"/>
              </a:ext>
            </a:extLst>
          </p:cNvPr>
          <p:cNvSpPr/>
          <p:nvPr/>
        </p:nvSpPr>
        <p:spPr>
          <a:xfrm>
            <a:off x="5974080" y="0"/>
            <a:ext cx="170688" cy="6858000"/>
          </a:xfrm>
          <a:prstGeom prst="rect">
            <a:avLst/>
          </a:prstGeom>
          <a:solidFill>
            <a:srgbClr val="141414"/>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3" name="label box">
            <a:extLst>
              <a:ext uri="{C183D7F6-B498-43B3-948B-1728B52AA6E4}">
                <adec:decorative xmlns:adec="http://schemas.microsoft.com/office/drawing/2017/decorative" val="1"/>
              </a:ext>
            </a:extLst>
          </p:cNvPr>
          <p:cNvSpPr/>
          <p:nvPr/>
        </p:nvSpPr>
        <p:spPr>
          <a:xfrm>
            <a:off x="0" y="182880"/>
            <a:ext cx="1889760" cy="670560"/>
          </a:xfrm>
          <a:prstGeom prst="rect">
            <a:avLst/>
          </a:prstGeom>
          <a:solidFill>
            <a:srgbClr val="141414"/>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4" name="Text 2"/>
          <p:cNvSpPr/>
          <p:nvPr/>
        </p:nvSpPr>
        <p:spPr>
          <a:xfrm>
            <a:off x="0" y="182880"/>
            <a:ext cx="1889760" cy="67056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933" b="0" i="0" u="none" strike="noStrike" kern="1200" cap="none" spc="0" normalizeH="0" baseline="0" noProof="0" dirty="0">
                <a:ln>
                  <a:noFill/>
                </a:ln>
                <a:solidFill>
                  <a:srgbClr val="FFFFFF"/>
                </a:solidFill>
                <a:effectLst/>
                <a:uLnTx/>
                <a:uFillTx/>
                <a:latin typeface="Impact" pitchFamily="34" charset="0"/>
                <a:ea typeface="Impact" pitchFamily="34" charset="-122"/>
                <a:cs typeface="Impact" pitchFamily="34" charset="-120"/>
              </a:rPr>
              <a:t>BEFORE</a:t>
            </a:r>
            <a:endParaRPr kumimoji="0" lang="en-US" sz="29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5" name="label box">
            <a:extLst>
              <a:ext uri="{C183D7F6-B498-43B3-948B-1728B52AA6E4}">
                <adec:decorative xmlns:adec="http://schemas.microsoft.com/office/drawing/2017/decorative" val="1"/>
              </a:ext>
            </a:extLst>
          </p:cNvPr>
          <p:cNvSpPr/>
          <p:nvPr/>
        </p:nvSpPr>
        <p:spPr>
          <a:xfrm>
            <a:off x="10302240" y="182880"/>
            <a:ext cx="1889760" cy="670560"/>
          </a:xfrm>
          <a:prstGeom prst="rect">
            <a:avLst/>
          </a:prstGeom>
          <a:solidFill>
            <a:srgbClr val="141414"/>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6" name="Text 4"/>
          <p:cNvSpPr/>
          <p:nvPr/>
        </p:nvSpPr>
        <p:spPr>
          <a:xfrm>
            <a:off x="10302240" y="182880"/>
            <a:ext cx="1889760" cy="67056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933" b="0" i="0" u="none" strike="noStrike" kern="1200" cap="none" spc="0" normalizeH="0" baseline="0" noProof="0" dirty="0">
                <a:ln>
                  <a:noFill/>
                </a:ln>
                <a:solidFill>
                  <a:srgbClr val="FFFFFF"/>
                </a:solidFill>
                <a:effectLst/>
                <a:uLnTx/>
                <a:uFillTx/>
                <a:latin typeface="Impact" pitchFamily="34" charset="0"/>
                <a:ea typeface="Impact" pitchFamily="34" charset="-122"/>
                <a:cs typeface="Impact" pitchFamily="34" charset="-120"/>
              </a:rPr>
              <a:t>AFTER</a:t>
            </a:r>
            <a:endParaRPr kumimoji="0" lang="en-US" sz="29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7" name="Text 5"/>
          <p:cNvSpPr/>
          <p:nvPr/>
        </p:nvSpPr>
        <p:spPr>
          <a:xfrm>
            <a:off x="4023360" y="146304"/>
            <a:ext cx="2926080"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3733" b="0" i="0" u="none" strike="noStrike" kern="1200" cap="none" spc="0" normalizeH="0" baseline="0" noProof="0" dirty="0">
                <a:ln>
                  <a:noFill/>
                </a:ln>
                <a:solidFill>
                  <a:srgbClr val="EE1C25"/>
                </a:solidFill>
                <a:effectLst/>
                <a:uLnTx/>
                <a:uFillTx/>
                <a:latin typeface="Ink Free" pitchFamily="34" charset="0"/>
                <a:ea typeface="Ink Free" pitchFamily="34" charset="-122"/>
                <a:cs typeface="Ink Free" pitchFamily="34" charset="-120"/>
              </a:rPr>
              <a:t>Decision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8" name="Arrow toward after side"/>
          <p:cNvSpPr/>
          <p:nvPr/>
        </p:nvSpPr>
        <p:spPr>
          <a:xfrm>
            <a:off x="6035040" y="877824"/>
            <a:ext cx="1463040" cy="853440"/>
          </a:xfrm>
          <a:prstGeom prst="line">
            <a:avLst/>
          </a:prstGeom>
          <a:noFill/>
          <a:ln w="50800">
            <a:solidFill>
              <a:srgbClr val="EE1C25"/>
            </a:solidFill>
            <a:prstDash val="solid"/>
            <a:tailEnd type="triangle"/>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9" name="Text 7"/>
          <p:cNvSpPr/>
          <p:nvPr/>
        </p:nvSpPr>
        <p:spPr>
          <a:xfrm>
            <a:off x="365760" y="1828800"/>
            <a:ext cx="5242560" cy="67056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EXAMPLES</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0" name="Text 8"/>
          <p:cNvSpPr/>
          <p:nvPr/>
        </p:nvSpPr>
        <p:spPr>
          <a:xfrm>
            <a:off x="6461760" y="1828800"/>
            <a:ext cx="5364480" cy="67056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EXAMPLES</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1" name="Text 9"/>
          <p:cNvSpPr/>
          <p:nvPr/>
        </p:nvSpPr>
        <p:spPr>
          <a:xfrm>
            <a:off x="426720" y="2560320"/>
            <a:ext cx="5242560" cy="54864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Knowledge and </a:t>
            </a:r>
            <a:r>
              <a:rPr kumimoji="0" lang="en-US" sz="2400" b="0" i="0" u="sng" strike="noStrike" kern="1200" cap="none" spc="0" normalizeH="0" baseline="0" noProof="0" dirty="0">
                <a:ln>
                  <a:noFill/>
                </a:ln>
                <a:solidFill>
                  <a:srgbClr val="3B3B3B"/>
                </a:solidFill>
                <a:effectLst/>
                <a:uLnTx/>
                <a:uFill>
                  <a:solidFill>
                    <a:srgbClr val="EE1C25"/>
                  </a:solidFill>
                </a:uFill>
                <a:latin typeface="Century Gothic" pitchFamily="34" charset="0"/>
                <a:ea typeface="Century Gothic" pitchFamily="34" charset="-122"/>
                <a:cs typeface="Century Gothic" pitchFamily="34" charset="-120"/>
              </a:rPr>
              <a:t>research</a:t>
            </a:r>
            <a:r>
              <a:rPr kumimoji="0" lang="en-US" sz="2400"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 of:</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2" name="Text 10"/>
          <p:cNvSpPr/>
          <p:nvPr/>
        </p:nvSpPr>
        <p:spPr>
          <a:xfrm>
            <a:off x="6400800" y="2560320"/>
            <a:ext cx="5486400" cy="54864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Delivery or </a:t>
            </a:r>
            <a:r>
              <a:rPr kumimoji="0" lang="en-US" sz="2400" b="0" i="0" u="sng" strike="noStrike" kern="1200" cap="none" spc="0" normalizeH="0" baseline="0" noProof="0" dirty="0">
                <a:ln>
                  <a:noFill/>
                </a:ln>
                <a:solidFill>
                  <a:srgbClr val="3B3B3B"/>
                </a:solidFill>
                <a:effectLst/>
                <a:uLnTx/>
                <a:uFill>
                  <a:solidFill>
                    <a:srgbClr val="EE1C25"/>
                  </a:solidFill>
                </a:uFill>
                <a:latin typeface="Century Gothic" pitchFamily="34" charset="0"/>
                <a:ea typeface="Century Gothic" pitchFamily="34" charset="-122"/>
                <a:cs typeface="Century Gothic" pitchFamily="34" charset="-120"/>
              </a:rPr>
              <a:t>execution including</a:t>
            </a:r>
            <a:r>
              <a:rPr kumimoji="0" lang="en-US" sz="2400"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3" name="Text 11"/>
          <p:cNvSpPr/>
          <p:nvPr/>
        </p:nvSpPr>
        <p:spPr>
          <a:xfrm>
            <a:off x="670560" y="3230880"/>
            <a:ext cx="5120640" cy="19507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1333"/>
              </a:spcAft>
              <a:buClrTx/>
              <a:buSzTx/>
              <a:buFontTx/>
              <a:buNone/>
              <a:tabLst/>
              <a:defRPr/>
            </a:pPr>
            <a:r>
              <a:rPr kumimoji="0" lang="en-US" sz="2267"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  Laws and Regulations</a:t>
            </a:r>
            <a:endParaRPr kumimoji="0" lang="en-US" sz="22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1333"/>
              </a:spcAft>
              <a:buClrTx/>
              <a:buSzTx/>
              <a:buFontTx/>
              <a:buNone/>
              <a:tabLst/>
              <a:defRPr/>
            </a:pPr>
            <a:r>
              <a:rPr kumimoji="0" lang="en-US" sz="2267"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  Industry standards</a:t>
            </a:r>
            <a:endParaRPr kumimoji="0" lang="en-US" sz="22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267"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  Best practices</a:t>
            </a:r>
            <a:endParaRPr kumimoji="0" lang="en-US" sz="22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4" name="Text 12"/>
          <p:cNvSpPr/>
          <p:nvPr/>
        </p:nvSpPr>
        <p:spPr>
          <a:xfrm>
            <a:off x="6644640" y="3230880"/>
            <a:ext cx="5303520" cy="19507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1333"/>
              </a:spcAft>
              <a:buClrTx/>
              <a:buSzTx/>
              <a:buFontTx/>
              <a:buNone/>
              <a:tabLst/>
              <a:defRPr/>
            </a:pPr>
            <a:r>
              <a:rPr kumimoji="0" lang="en-US" sz="2267"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  Reporting security incidents</a:t>
            </a:r>
            <a:endParaRPr kumimoji="0" lang="en-US" sz="22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1333"/>
              </a:spcAft>
              <a:buClrTx/>
              <a:buSzTx/>
              <a:buFontTx/>
              <a:buNone/>
              <a:tabLst/>
              <a:defRPr/>
            </a:pPr>
            <a:r>
              <a:rPr kumimoji="0" lang="en-US" sz="2267"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  Security awareness training</a:t>
            </a:r>
            <a:endParaRPr kumimoji="0" lang="en-US" sz="22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267" b="0" i="0" u="none" strike="noStrike" kern="1200" cap="none" spc="0" normalizeH="0" baseline="0" noProof="0" dirty="0">
                <a:ln>
                  <a:noFill/>
                </a:ln>
                <a:solidFill>
                  <a:srgbClr val="3B3B3B"/>
                </a:solidFill>
                <a:effectLst/>
                <a:uLnTx/>
                <a:uFillTx/>
                <a:latin typeface="Century Gothic" pitchFamily="34" charset="0"/>
                <a:ea typeface="Century Gothic" pitchFamily="34" charset="-122"/>
                <a:cs typeface="Century Gothic" pitchFamily="34" charset="-120"/>
              </a:rPr>
              <a:t>✓  Disabling access in a timely way</a:t>
            </a:r>
            <a:endParaRPr kumimoji="0" lang="en-US" sz="22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15" name="Text 0"/>
          <p:cNvSpPr>
            <a:spLocks noGrp="1"/>
          </p:cNvSpPr>
          <p:nvPr>
            <p:ph type="title" idx="100" hasCustomPrompt="1"/>
          </p:nvPr>
        </p:nvSpPr>
        <p:spPr>
          <a:xfrm>
            <a:off x="426720" y="5669280"/>
            <a:ext cx="5364480" cy="914400"/>
          </a:xfrm>
          <a:prstGeom prst="rect">
            <a:avLst/>
          </a:prstGeom>
          <a:noFill/>
          <a:ln/>
        </p:spPr>
        <p:txBody>
          <a:bodyPr wrap="square" rtlCol="0" anchor="ctr"/>
          <a:lstStyle/>
          <a:p>
            <a:r>
              <a:rPr lang="en-US" sz="4000" kern="0" spc="133" dirty="0">
                <a:solidFill>
                  <a:srgbClr val="3B3B3B"/>
                </a:solidFill>
                <a:latin typeface="Impact" pitchFamily="34" charset="0"/>
                <a:ea typeface="Impact" pitchFamily="34" charset="-122"/>
                <a:cs typeface="Impact" pitchFamily="34" charset="-120"/>
              </a:rPr>
              <a:t>DUE DILIGENCE</a:t>
            </a:r>
            <a:endParaRPr lang="en-US" sz="4000" dirty="0"/>
          </a:p>
        </p:txBody>
      </p:sp>
      <p:sp>
        <p:nvSpPr>
          <p:cNvPr id="16" name="Text 14"/>
          <p:cNvSpPr/>
          <p:nvPr/>
        </p:nvSpPr>
        <p:spPr>
          <a:xfrm>
            <a:off x="6278880" y="5669280"/>
            <a:ext cx="5486400" cy="91440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000" b="0" i="0" u="none" strike="noStrike" kern="0" cap="none" spc="133" normalizeH="0" baseline="0" noProof="0" dirty="0">
                <a:ln>
                  <a:noFill/>
                </a:ln>
                <a:solidFill>
                  <a:srgbClr val="3B3B3B"/>
                </a:solidFill>
                <a:effectLst/>
                <a:uLnTx/>
                <a:uFillTx/>
                <a:latin typeface="Impact" pitchFamily="34" charset="0"/>
                <a:ea typeface="Impact" pitchFamily="34" charset="-122"/>
                <a:cs typeface="Impact" pitchFamily="34" charset="-120"/>
              </a:rPr>
              <a:t>DUE CARE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a:extLst>
              <a:ext uri="{C183D7F6-B498-43B3-948B-1728B52AA6E4}">
                <adec:decorative xmlns:adec="http://schemas.microsoft.com/office/drawing/2017/decorative" val="1"/>
              </a:ext>
            </a:extLst>
          </p:cNvPr>
          <p:cNvSpPr/>
          <p:nvPr/>
        </p:nvSpPr>
        <p:spPr>
          <a:xfrm>
            <a:off x="0" y="0"/>
            <a:ext cx="12192000" cy="585216"/>
          </a:xfrm>
          <a:prstGeom prst="rect">
            <a:avLst/>
          </a:prstGeom>
          <a:solidFill>
            <a:srgbClr val="000000"/>
          </a:solidFill>
          <a:ln w="12700">
            <a:solidFill>
              <a:srgbClr val="333333"/>
            </a:solidFill>
            <a:prstDash val="solid"/>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243840" y="0"/>
            <a:ext cx="11704320" cy="585216"/>
          </a:xfrm>
          <a:prstGeom prst="rect">
            <a:avLst/>
          </a:prstGeom>
          <a:noFill/>
          <a:ln/>
        </p:spPr>
        <p:txBody>
          <a:bodyPr wrap="square" lIns="0" tIns="0" rIns="0" bIns="0" rtlCol="0" anchor="ctr">
            <a:normAutofit/>
          </a:bodyPr>
          <a:lstStyle/>
          <a:p>
            <a:pPr algn="ctr" defTabSz="1219170"/>
            <a:r>
              <a:rPr lang="en-US" sz="2267" kern="0" spc="267" dirty="0">
                <a:solidFill>
                  <a:srgbClr val="00E5F5"/>
                </a:solidFill>
                <a:latin typeface="Century Gothic" pitchFamily="34" charset="0"/>
                <a:ea typeface="Century Gothic" pitchFamily="34" charset="-122"/>
                <a:cs typeface="Century Gothic" pitchFamily="34" charset="-120"/>
              </a:rPr>
              <a:t>ISSUES RELATED TO PRIVACY</a:t>
            </a:r>
            <a:endParaRPr lang="en-US" sz="2267" dirty="0">
              <a:solidFill>
                <a:prstClr val="black"/>
              </a:solidFill>
              <a:latin typeface="Calibri" panose="020F0502020204030204"/>
            </a:endParaRPr>
          </a:p>
        </p:txBody>
      </p:sp>
      <p:sp>
        <p:nvSpPr>
          <p:cNvPr id="4" name="Text 0"/>
          <p:cNvSpPr>
            <a:spLocks noGrp="1"/>
          </p:cNvSpPr>
          <p:nvPr>
            <p:ph type="title" idx="100" hasCustomPrompt="1"/>
          </p:nvPr>
        </p:nvSpPr>
        <p:spPr>
          <a:xfrm>
            <a:off x="487680" y="670560"/>
            <a:ext cx="11216640" cy="829056"/>
          </a:xfrm>
          <a:prstGeom prst="rect">
            <a:avLst/>
          </a:prstGeom>
          <a:noFill/>
          <a:ln/>
        </p:spPr>
        <p:txBody>
          <a:bodyPr wrap="square" lIns="0" tIns="0" rIns="0" bIns="0" rtlCol="0" anchor="ctr">
            <a:normAutofit/>
          </a:bodyPr>
          <a:lstStyle/>
          <a:p>
            <a:pPr algn="l"/>
            <a:r>
              <a:rPr lang="en-US" sz="4533" b="1" dirty="0">
                <a:ln w="15875">
                  <a:solidFill>
                    <a:srgbClr val="111111"/>
                  </a:solidFill>
                </a:ln>
                <a:solidFill>
                  <a:srgbClr val="00E5F5"/>
                </a:solidFill>
                <a:latin typeface="Century Gothic" pitchFamily="34" charset="0"/>
                <a:ea typeface="Century Gothic" pitchFamily="34" charset="-122"/>
                <a:cs typeface="Century Gothic" pitchFamily="34" charset="-120"/>
              </a:rPr>
              <a:t>Privacy vs Confidentiality</a:t>
            </a:r>
            <a:endParaRPr lang="en-US" sz="4533" dirty="0"/>
          </a:p>
        </p:txBody>
      </p:sp>
      <p:sp>
        <p:nvSpPr>
          <p:cNvPr id="5" name="Text 3"/>
          <p:cNvSpPr/>
          <p:nvPr/>
        </p:nvSpPr>
        <p:spPr>
          <a:xfrm>
            <a:off x="548640" y="1584960"/>
            <a:ext cx="7315200" cy="609600"/>
          </a:xfrm>
          <a:prstGeom prst="rect">
            <a:avLst/>
          </a:prstGeom>
          <a:noFill/>
          <a:ln/>
        </p:spPr>
        <p:txBody>
          <a:bodyPr wrap="square" lIns="0" tIns="0" rIns="0" bIns="0" rtlCol="0" anchor="ctr">
            <a:normAutofit/>
          </a:bodyPr>
          <a:lstStyle/>
          <a:p>
            <a:pPr defTabSz="1219170"/>
            <a:r>
              <a:rPr lang="en-US" sz="3200" dirty="0">
                <a:solidFill>
                  <a:srgbClr val="111111"/>
                </a:solidFill>
                <a:latin typeface="Century Gothic" pitchFamily="34" charset="0"/>
                <a:ea typeface="Century Gothic" pitchFamily="34" charset="-122"/>
                <a:cs typeface="Century Gothic" pitchFamily="34" charset="-120"/>
              </a:rPr>
              <a:t>What is the difference?</a:t>
            </a:r>
            <a:endParaRPr lang="en-US" sz="3200" dirty="0">
              <a:solidFill>
                <a:prstClr val="black"/>
              </a:solidFill>
              <a:latin typeface="Calibri" panose="020F0502020204030204"/>
            </a:endParaRPr>
          </a:p>
        </p:txBody>
      </p:sp>
      <p:sp>
        <p:nvSpPr>
          <p:cNvPr id="6" name="Cyan definition card">
            <a:extLst>
              <a:ext uri="{C183D7F6-B498-43B3-948B-1728B52AA6E4}">
                <adec:decorative xmlns:adec="http://schemas.microsoft.com/office/drawing/2017/decorative" val="1"/>
              </a:ext>
            </a:extLst>
          </p:cNvPr>
          <p:cNvSpPr/>
          <p:nvPr/>
        </p:nvSpPr>
        <p:spPr>
          <a:xfrm>
            <a:off x="0" y="2682240"/>
            <a:ext cx="5218176" cy="2255520"/>
          </a:xfrm>
          <a:prstGeom prst="rect">
            <a:avLst/>
          </a:prstGeom>
          <a:solidFill>
            <a:srgbClr val="00F0FF"/>
          </a:solidFill>
          <a:ln w="12700">
            <a:solidFill>
              <a:srgbClr val="333333"/>
            </a:solidFill>
            <a:prstDash val="solid"/>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121920" y="2779776"/>
            <a:ext cx="4998720" cy="548640"/>
          </a:xfrm>
          <a:prstGeom prst="rect">
            <a:avLst/>
          </a:prstGeom>
          <a:noFill/>
          <a:ln/>
        </p:spPr>
        <p:txBody>
          <a:bodyPr wrap="square" lIns="0" tIns="0" rIns="0" bIns="0" rtlCol="0" anchor="ctr"/>
          <a:lstStyle/>
          <a:p>
            <a:pPr algn="ctr" defTabSz="1219170"/>
            <a:r>
              <a:rPr lang="en-US" sz="2800" b="1" dirty="0">
                <a:solidFill>
                  <a:srgbClr val="111111"/>
                </a:solidFill>
                <a:latin typeface="Century Gothic" pitchFamily="34" charset="0"/>
                <a:ea typeface="Century Gothic" pitchFamily="34" charset="-122"/>
                <a:cs typeface="Century Gothic" pitchFamily="34" charset="-120"/>
              </a:rPr>
              <a:t>Privacy</a:t>
            </a:r>
            <a:endParaRPr lang="en-US" sz="2800" dirty="0">
              <a:solidFill>
                <a:prstClr val="black"/>
              </a:solidFill>
              <a:latin typeface="Calibri" panose="020F0502020204030204"/>
            </a:endParaRPr>
          </a:p>
        </p:txBody>
      </p:sp>
      <p:sp>
        <p:nvSpPr>
          <p:cNvPr id="8" name="Text 6"/>
          <p:cNvSpPr/>
          <p:nvPr/>
        </p:nvSpPr>
        <p:spPr>
          <a:xfrm>
            <a:off x="219456" y="3352800"/>
            <a:ext cx="4815840" cy="1463040"/>
          </a:xfrm>
          <a:prstGeom prst="rect">
            <a:avLst/>
          </a:prstGeom>
          <a:noFill/>
          <a:ln/>
        </p:spPr>
        <p:txBody>
          <a:bodyPr wrap="square" lIns="0" tIns="0" rIns="0" bIns="0" rtlCol="0" anchor="ctr">
            <a:normAutofit/>
          </a:bodyPr>
          <a:lstStyle/>
          <a:p>
            <a:pPr algn="ctr" defTabSz="1219170">
              <a:lnSpc>
                <a:spcPts val="2933"/>
              </a:lnSpc>
            </a:pPr>
            <a:r>
              <a:rPr lang="en-US" sz="1867" dirty="0">
                <a:solidFill>
                  <a:srgbClr val="111111"/>
                </a:solidFill>
                <a:latin typeface="Century Gothic" pitchFamily="34" charset="0"/>
                <a:ea typeface="Century Gothic" pitchFamily="34" charset="-122"/>
                <a:cs typeface="Century Gothic" pitchFamily="34" charset="-120"/>
              </a:rPr>
              <a:t>The right of an individual to have some control over how their personal information (PII, PHI) is collected, used, and potentially disclosed.</a:t>
            </a:r>
            <a:endParaRPr lang="en-US" sz="1867" dirty="0">
              <a:solidFill>
                <a:prstClr val="black"/>
              </a:solidFill>
              <a:latin typeface="Calibri" panose="020F0502020204030204"/>
            </a:endParaRPr>
          </a:p>
        </p:txBody>
      </p:sp>
      <p:sp>
        <p:nvSpPr>
          <p:cNvPr id="9" name="Panel">
            <a:extLst>
              <a:ext uri="{C183D7F6-B498-43B3-948B-1728B52AA6E4}">
                <adec:decorative xmlns:adec="http://schemas.microsoft.com/office/drawing/2017/decorative" val="1"/>
              </a:ext>
            </a:extLst>
          </p:cNvPr>
          <p:cNvSpPr/>
          <p:nvPr/>
        </p:nvSpPr>
        <p:spPr>
          <a:xfrm>
            <a:off x="6486144" y="2682240"/>
            <a:ext cx="5705856" cy="2255520"/>
          </a:xfrm>
          <a:prstGeom prst="rect">
            <a:avLst/>
          </a:prstGeom>
          <a:solidFill>
            <a:srgbClr val="D9D9D9"/>
          </a:solidFill>
          <a:ln w="12700">
            <a:solidFill>
              <a:srgbClr val="333333"/>
            </a:solidFill>
            <a:prstDash val="solid"/>
          </a:ln>
        </p:spPr>
        <p:txBody>
          <a:bodyPr/>
          <a:lstStyle/>
          <a:p>
            <a:pPr defTabSz="1219170"/>
            <a:endParaRPr lang="en-US" sz="2400">
              <a:solidFill>
                <a:prstClr val="black"/>
              </a:solidFill>
              <a:latin typeface="Calibri" panose="020F0502020204030204"/>
            </a:endParaRPr>
          </a:p>
        </p:txBody>
      </p:sp>
      <p:sp>
        <p:nvSpPr>
          <p:cNvPr id="10" name="Text 8"/>
          <p:cNvSpPr/>
          <p:nvPr/>
        </p:nvSpPr>
        <p:spPr>
          <a:xfrm>
            <a:off x="6583680" y="2779776"/>
            <a:ext cx="5486400" cy="548640"/>
          </a:xfrm>
          <a:prstGeom prst="rect">
            <a:avLst/>
          </a:prstGeom>
          <a:noFill/>
          <a:ln/>
        </p:spPr>
        <p:txBody>
          <a:bodyPr wrap="square" lIns="0" tIns="0" rIns="0" bIns="0" rtlCol="0" anchor="ctr"/>
          <a:lstStyle/>
          <a:p>
            <a:pPr algn="ctr" defTabSz="1219170"/>
            <a:r>
              <a:rPr lang="en-US" sz="2800" b="1" dirty="0">
                <a:solidFill>
                  <a:srgbClr val="111111"/>
                </a:solidFill>
                <a:latin typeface="Century Gothic" pitchFamily="34" charset="0"/>
                <a:ea typeface="Century Gothic" pitchFamily="34" charset="-122"/>
                <a:cs typeface="Century Gothic" pitchFamily="34" charset="-120"/>
              </a:rPr>
              <a:t>Confidentiality</a:t>
            </a:r>
            <a:endParaRPr lang="en-US" sz="2800" dirty="0">
              <a:solidFill>
                <a:prstClr val="black"/>
              </a:solidFill>
              <a:latin typeface="Calibri" panose="020F0502020204030204"/>
            </a:endParaRPr>
          </a:p>
        </p:txBody>
      </p:sp>
      <p:sp>
        <p:nvSpPr>
          <p:cNvPr id="11" name="Text 9"/>
          <p:cNvSpPr/>
          <p:nvPr/>
        </p:nvSpPr>
        <p:spPr>
          <a:xfrm>
            <a:off x="6644640" y="3352800"/>
            <a:ext cx="5364480" cy="670560"/>
          </a:xfrm>
          <a:prstGeom prst="rect">
            <a:avLst/>
          </a:prstGeom>
          <a:noFill/>
          <a:ln/>
        </p:spPr>
        <p:txBody>
          <a:bodyPr wrap="square" lIns="0" tIns="0" rIns="0" bIns="0" rtlCol="0" anchor="ctr">
            <a:noAutofit/>
          </a:bodyPr>
          <a:lstStyle/>
          <a:p>
            <a:pPr algn="ctr" defTabSz="1219170">
              <a:lnSpc>
                <a:spcPts val="2933"/>
              </a:lnSpc>
            </a:pPr>
            <a:r>
              <a:rPr lang="en-US" dirty="0">
                <a:solidFill>
                  <a:srgbClr val="111111"/>
                </a:solidFill>
                <a:latin typeface="Century Gothic" pitchFamily="34" charset="0"/>
                <a:ea typeface="Century Gothic" pitchFamily="34" charset="-122"/>
                <a:cs typeface="Century Gothic" pitchFamily="34" charset="-120"/>
              </a:rPr>
              <a:t>The duty to ensure private information is kept secret to the extent possible.</a:t>
            </a:r>
            <a:endParaRPr lang="en-US" dirty="0">
              <a:solidFill>
                <a:prstClr val="black"/>
              </a:solidFill>
              <a:latin typeface="Calibri" panose="020F0502020204030204"/>
            </a:endParaRPr>
          </a:p>
        </p:txBody>
      </p:sp>
      <p:sp>
        <p:nvSpPr>
          <p:cNvPr id="12" name="Text 10"/>
          <p:cNvSpPr/>
          <p:nvPr/>
        </p:nvSpPr>
        <p:spPr>
          <a:xfrm>
            <a:off x="6644640" y="4084320"/>
            <a:ext cx="5364480" cy="731520"/>
          </a:xfrm>
          <a:prstGeom prst="rect">
            <a:avLst/>
          </a:prstGeom>
          <a:noFill/>
          <a:ln/>
        </p:spPr>
        <p:txBody>
          <a:bodyPr wrap="square" lIns="0" tIns="0" rIns="0" bIns="0" rtlCol="0" anchor="ctr">
            <a:normAutofit/>
          </a:bodyPr>
          <a:lstStyle/>
          <a:p>
            <a:pPr algn="ctr" defTabSz="1219170">
              <a:lnSpc>
                <a:spcPts val="2933"/>
              </a:lnSpc>
            </a:pPr>
            <a:r>
              <a:rPr lang="en-US" sz="1867" dirty="0">
                <a:solidFill>
                  <a:srgbClr val="111111"/>
                </a:solidFill>
                <a:latin typeface="Century Gothic" pitchFamily="34" charset="0"/>
                <a:ea typeface="Century Gothic" pitchFamily="34" charset="-122"/>
                <a:cs typeface="Century Gothic" pitchFamily="34" charset="-120"/>
              </a:rPr>
              <a:t>A legal obligation in regulatory scenarios, and a due care obligation in U.S. law</a:t>
            </a:r>
            <a:endParaRPr lang="en-US" sz="1867" dirty="0">
              <a:solidFill>
                <a:prstClr val="black"/>
              </a:solidFill>
              <a:latin typeface="Calibri" panose="020F0502020204030204"/>
            </a:endParaRPr>
          </a:p>
        </p:txBody>
      </p:sp>
      <p:sp>
        <p:nvSpPr>
          <p:cNvPr id="13" name="Text 11"/>
          <p:cNvSpPr/>
          <p:nvPr/>
        </p:nvSpPr>
        <p:spPr>
          <a:xfrm>
            <a:off x="548640" y="5090160"/>
            <a:ext cx="5242560" cy="1097280"/>
          </a:xfrm>
          <a:prstGeom prst="rect">
            <a:avLst/>
          </a:prstGeom>
          <a:noFill/>
          <a:ln/>
        </p:spPr>
        <p:txBody>
          <a:bodyPr wrap="square" lIns="0" tIns="0" rIns="0" bIns="0" rtlCol="0" anchor="ctr">
            <a:normAutofit/>
          </a:bodyPr>
          <a:lstStyle/>
          <a:p>
            <a:pPr defTabSz="1219170"/>
            <a:r>
              <a:rPr lang="en-US" sz="2533" dirty="0">
                <a:solidFill>
                  <a:srgbClr val="FF0000"/>
                </a:solidFill>
                <a:latin typeface="Segoe Print" pitchFamily="34" charset="0"/>
                <a:ea typeface="Segoe Print" pitchFamily="34" charset="-122"/>
                <a:cs typeface="Segoe Print" pitchFamily="34" charset="-120"/>
              </a:rPr>
              <a:t>Focus on rights of the</a:t>
            </a:r>
            <a:endParaRPr lang="en-US" sz="2533" dirty="0">
              <a:solidFill>
                <a:prstClr val="black"/>
              </a:solidFill>
              <a:latin typeface="Calibri" panose="020F0502020204030204"/>
            </a:endParaRPr>
          </a:p>
          <a:p>
            <a:pPr defTabSz="1219170"/>
            <a:r>
              <a:rPr lang="en-US" sz="2533" dirty="0">
                <a:solidFill>
                  <a:srgbClr val="FF0000"/>
                </a:solidFill>
                <a:latin typeface="Segoe Print" pitchFamily="34" charset="0"/>
                <a:ea typeface="Segoe Print" pitchFamily="34" charset="-122"/>
                <a:cs typeface="Segoe Print" pitchFamily="34" charset="-120"/>
              </a:rPr>
              <a:t>individual person/customer</a:t>
            </a:r>
            <a:endParaRPr lang="en-US" sz="2533" dirty="0">
              <a:solidFill>
                <a:prstClr val="black"/>
              </a:solidFill>
              <a:latin typeface="Calibri" panose="020F0502020204030204"/>
            </a:endParaRPr>
          </a:p>
        </p:txBody>
      </p:sp>
      <p:sp>
        <p:nvSpPr>
          <p:cNvPr id="14" name="Text 12"/>
          <p:cNvSpPr/>
          <p:nvPr/>
        </p:nvSpPr>
        <p:spPr>
          <a:xfrm>
            <a:off x="7863840" y="5273040"/>
            <a:ext cx="5120640" cy="609600"/>
          </a:xfrm>
          <a:prstGeom prst="rect">
            <a:avLst/>
          </a:prstGeom>
          <a:noFill/>
          <a:ln/>
        </p:spPr>
        <p:txBody>
          <a:bodyPr wrap="square" lIns="0" tIns="0" rIns="0" bIns="0" rtlCol="0" anchor="ctr">
            <a:normAutofit/>
          </a:bodyPr>
          <a:lstStyle/>
          <a:p>
            <a:pPr defTabSz="1219170"/>
            <a:r>
              <a:rPr lang="en-US" sz="2533" dirty="0">
                <a:solidFill>
                  <a:srgbClr val="FF0000"/>
                </a:solidFill>
                <a:latin typeface="Segoe Print" pitchFamily="34" charset="0"/>
                <a:ea typeface="Segoe Print" pitchFamily="34" charset="-122"/>
                <a:cs typeface="Segoe Print" pitchFamily="34" charset="-120"/>
              </a:rPr>
              <a:t>Focuses on data</a:t>
            </a:r>
            <a:endParaRPr lang="en-US" sz="2533" dirty="0">
              <a:solidFill>
                <a:prstClr val="black"/>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a:r>
              <a:rPr lang="en-US" sz="3200" kern="0" spc="133" dirty="0">
                <a:solidFill>
                  <a:srgbClr val="1CDDEB"/>
                </a:solidFill>
                <a:latin typeface="Impact" pitchFamily="34" charset="0"/>
                <a:ea typeface="Impact" pitchFamily="34" charset="-122"/>
                <a:cs typeface="Impact" pitchFamily="34" charset="-120"/>
              </a:rPr>
              <a:t>LEGAL &amp; REGULATORY</a:t>
            </a:r>
            <a:endParaRPr lang="en-US" sz="3200" dirty="0">
              <a:solidFill>
                <a:prstClr val="black"/>
              </a:solidFill>
              <a:latin typeface="Calibri" panose="020F0502020204030204"/>
            </a:endParaRPr>
          </a:p>
        </p:txBody>
      </p:sp>
      <p:sp>
        <p:nvSpPr>
          <p:cNvPr id="4" name="Text 2"/>
          <p:cNvSpPr/>
          <p:nvPr/>
        </p:nvSpPr>
        <p:spPr>
          <a:xfrm>
            <a:off x="487680" y="950976"/>
            <a:ext cx="11338560" cy="914400"/>
          </a:xfrm>
          <a:prstGeom prst="rect">
            <a:avLst/>
          </a:prstGeom>
          <a:noFill/>
          <a:ln/>
        </p:spPr>
        <p:txBody>
          <a:bodyPr wrap="square" rtlCol="0" anchor="ctr"/>
          <a:lstStyle/>
          <a:p>
            <a:pPr defTabSz="1219170"/>
            <a:r>
              <a:rPr lang="en-US" sz="5333" b="1" dirty="0">
                <a:solidFill>
                  <a:srgbClr val="1CDDEB"/>
                </a:solidFill>
                <a:latin typeface="Century Gothic" pitchFamily="34" charset="0"/>
                <a:ea typeface="Century Gothic" pitchFamily="34" charset="-122"/>
                <a:cs typeface="Century Gothic" pitchFamily="34" charset="-120"/>
              </a:rPr>
              <a:t>Laws</a:t>
            </a:r>
            <a:endParaRPr lang="en-US" sz="5333" dirty="0">
              <a:solidFill>
                <a:prstClr val="black"/>
              </a:solidFill>
              <a:latin typeface="Calibri" panose="020F0502020204030204"/>
            </a:endParaRPr>
          </a:p>
        </p:txBody>
      </p:sp>
      <p:sp>
        <p:nvSpPr>
          <p:cNvPr id="5" name="Text 3"/>
          <p:cNvSpPr/>
          <p:nvPr/>
        </p:nvSpPr>
        <p:spPr>
          <a:xfrm>
            <a:off x="487680" y="1950720"/>
            <a:ext cx="11582400" cy="950976"/>
          </a:xfrm>
          <a:prstGeom prst="rect">
            <a:avLst/>
          </a:prstGeom>
          <a:noFill/>
          <a:ln/>
        </p:spPr>
        <p:txBody>
          <a:bodyPr wrap="square" rtlCol="0" anchor="t"/>
          <a:lstStyle/>
          <a:p>
            <a:pPr defTabSz="1219170">
              <a:lnSpc>
                <a:spcPct val="103000"/>
              </a:lnSpc>
            </a:pPr>
            <a:r>
              <a:rPr lang="en-US" sz="2267" b="1" dirty="0">
                <a:solidFill>
                  <a:srgbClr val="1A1A1A"/>
                </a:solidFill>
                <a:latin typeface="Century Gothic" pitchFamily="34" charset="0"/>
                <a:ea typeface="Century Gothic" pitchFamily="34" charset="-122"/>
                <a:cs typeface="Century Gothic" pitchFamily="34" charset="-120"/>
              </a:rPr>
              <a:t>Computer Fraud and Abuse Act (CFAA)</a:t>
            </a:r>
            <a:r>
              <a:rPr lang="en-US" sz="2267" dirty="0">
                <a:solidFill>
                  <a:srgbClr val="1A1A1A"/>
                </a:solidFill>
                <a:latin typeface="Century Gothic" pitchFamily="34" charset="0"/>
                <a:ea typeface="Century Gothic" pitchFamily="34" charset="-122"/>
                <a:cs typeface="Century Gothic" pitchFamily="34" charset="-120"/>
              </a:rPr>
              <a:t>. The first major</a:t>
            </a:r>
            <a:endParaRPr lang="en-US" sz="2267" dirty="0">
              <a:solidFill>
                <a:prstClr val="black"/>
              </a:solidFill>
              <a:latin typeface="Calibri" panose="020F0502020204030204"/>
            </a:endParaRPr>
          </a:p>
          <a:p>
            <a:pPr defTabSz="1219170">
              <a:lnSpc>
                <a:spcPct val="103000"/>
              </a:lnSpc>
            </a:pPr>
            <a:r>
              <a:rPr lang="en-US" sz="2267" dirty="0">
                <a:solidFill>
                  <a:srgbClr val="1A1A1A"/>
                </a:solidFill>
                <a:latin typeface="Century Gothic" pitchFamily="34" charset="0"/>
                <a:ea typeface="Century Gothic" pitchFamily="34" charset="-122"/>
                <a:cs typeface="Century Gothic" pitchFamily="34" charset="-120"/>
              </a:rPr>
              <a:t>piece of US cybercrime-specific legislation</a:t>
            </a:r>
            <a:endParaRPr lang="en-US" sz="2267" dirty="0">
              <a:solidFill>
                <a:prstClr val="black"/>
              </a:solidFill>
              <a:latin typeface="Calibri" panose="020F0502020204030204"/>
            </a:endParaRPr>
          </a:p>
        </p:txBody>
      </p:sp>
      <p:sp>
        <p:nvSpPr>
          <p:cNvPr id="6" name="Text 4"/>
          <p:cNvSpPr/>
          <p:nvPr/>
        </p:nvSpPr>
        <p:spPr>
          <a:xfrm>
            <a:off x="487680" y="3048000"/>
            <a:ext cx="11582400" cy="1280160"/>
          </a:xfrm>
          <a:prstGeom prst="rect">
            <a:avLst/>
          </a:prstGeom>
          <a:noFill/>
          <a:ln/>
        </p:spPr>
        <p:txBody>
          <a:bodyPr wrap="square" rtlCol="0" anchor="t"/>
          <a:lstStyle/>
          <a:p>
            <a:pPr defTabSz="1219170">
              <a:lnSpc>
                <a:spcPct val="103000"/>
              </a:lnSpc>
            </a:pPr>
            <a:r>
              <a:rPr lang="en-US" sz="2267" b="1" dirty="0">
                <a:solidFill>
                  <a:srgbClr val="1A1A1A"/>
                </a:solidFill>
                <a:latin typeface="Century Gothic" pitchFamily="34" charset="0"/>
                <a:ea typeface="Century Gothic" pitchFamily="34" charset="-122"/>
                <a:cs typeface="Century Gothic" pitchFamily="34" charset="-120"/>
              </a:rPr>
              <a:t>Federal Sentencing Guidelines</a:t>
            </a:r>
            <a:r>
              <a:rPr lang="en-US" sz="2267" dirty="0">
                <a:solidFill>
                  <a:srgbClr val="1A1A1A"/>
                </a:solidFill>
                <a:latin typeface="Century Gothic" pitchFamily="34" charset="0"/>
                <a:ea typeface="Century Gothic" pitchFamily="34" charset="-122"/>
                <a:cs typeface="Century Gothic" pitchFamily="34" charset="-120"/>
              </a:rPr>
              <a:t>. provided punishment</a:t>
            </a:r>
            <a:endParaRPr lang="en-US" sz="2267" dirty="0">
              <a:solidFill>
                <a:prstClr val="black"/>
              </a:solidFill>
              <a:latin typeface="Calibri" panose="020F0502020204030204"/>
            </a:endParaRPr>
          </a:p>
          <a:p>
            <a:pPr defTabSz="1219170">
              <a:lnSpc>
                <a:spcPct val="103000"/>
              </a:lnSpc>
            </a:pPr>
            <a:r>
              <a:rPr lang="en-US" sz="2267" dirty="0">
                <a:solidFill>
                  <a:srgbClr val="1A1A1A"/>
                </a:solidFill>
                <a:latin typeface="Century Gothic" pitchFamily="34" charset="0"/>
                <a:ea typeface="Century Gothic" pitchFamily="34" charset="-122"/>
                <a:cs typeface="Century Gothic" pitchFamily="34" charset="-120"/>
              </a:rPr>
              <a:t>guidelines to help federal judges interpret computer crime</a:t>
            </a:r>
            <a:endParaRPr lang="en-US" sz="2267" dirty="0">
              <a:solidFill>
                <a:prstClr val="black"/>
              </a:solidFill>
              <a:latin typeface="Calibri" panose="020F0502020204030204"/>
            </a:endParaRPr>
          </a:p>
          <a:p>
            <a:pPr defTabSz="1219170">
              <a:lnSpc>
                <a:spcPct val="103000"/>
              </a:lnSpc>
            </a:pPr>
            <a:r>
              <a:rPr lang="en-US" sz="2267" dirty="0">
                <a:solidFill>
                  <a:srgbClr val="1A1A1A"/>
                </a:solidFill>
                <a:latin typeface="Century Gothic" pitchFamily="34" charset="0"/>
                <a:ea typeface="Century Gothic" pitchFamily="34" charset="-122"/>
                <a:cs typeface="Century Gothic" pitchFamily="34" charset="-120"/>
              </a:rPr>
              <a:t>laws.</a:t>
            </a:r>
            <a:endParaRPr lang="en-US" sz="2267" dirty="0">
              <a:solidFill>
                <a:prstClr val="black"/>
              </a:solidFill>
              <a:latin typeface="Calibri" panose="020F0502020204030204"/>
            </a:endParaRPr>
          </a:p>
        </p:txBody>
      </p:sp>
      <p:sp>
        <p:nvSpPr>
          <p:cNvPr id="7" name="Text 5"/>
          <p:cNvSpPr/>
          <p:nvPr/>
        </p:nvSpPr>
        <p:spPr>
          <a:xfrm>
            <a:off x="487680" y="4474464"/>
            <a:ext cx="11582400" cy="950976"/>
          </a:xfrm>
          <a:prstGeom prst="rect">
            <a:avLst/>
          </a:prstGeom>
          <a:noFill/>
          <a:ln/>
        </p:spPr>
        <p:txBody>
          <a:bodyPr wrap="square" rtlCol="0" anchor="t"/>
          <a:lstStyle/>
          <a:p>
            <a:pPr defTabSz="1219170">
              <a:lnSpc>
                <a:spcPct val="103000"/>
              </a:lnSpc>
            </a:pPr>
            <a:r>
              <a:rPr lang="en-US" sz="2267" b="1" dirty="0">
                <a:solidFill>
                  <a:srgbClr val="1A1A1A"/>
                </a:solidFill>
                <a:latin typeface="Century Gothic" pitchFamily="34" charset="0"/>
                <a:ea typeface="Century Gothic" pitchFamily="34" charset="-122"/>
                <a:cs typeface="Century Gothic" pitchFamily="34" charset="-120"/>
              </a:rPr>
              <a:t>Federal Information Security Management Act (FISMA)</a:t>
            </a:r>
            <a:r>
              <a:rPr lang="en-US" sz="2267" dirty="0">
                <a:solidFill>
                  <a:srgbClr val="1A1A1A"/>
                </a:solidFill>
                <a:latin typeface="Century Gothic" pitchFamily="34" charset="0"/>
                <a:ea typeface="Century Gothic" pitchFamily="34" charset="-122"/>
                <a:cs typeface="Century Gothic" pitchFamily="34" charset="-120"/>
              </a:rPr>
              <a:t>.</a:t>
            </a:r>
            <a:endParaRPr lang="en-US" sz="2267" dirty="0">
              <a:solidFill>
                <a:prstClr val="black"/>
              </a:solidFill>
              <a:latin typeface="Calibri" panose="020F0502020204030204"/>
            </a:endParaRPr>
          </a:p>
          <a:p>
            <a:pPr defTabSz="1219170">
              <a:lnSpc>
                <a:spcPct val="103000"/>
              </a:lnSpc>
            </a:pPr>
            <a:r>
              <a:rPr lang="en-US" sz="2267" dirty="0">
                <a:solidFill>
                  <a:srgbClr val="1A1A1A"/>
                </a:solidFill>
                <a:latin typeface="Century Gothic" pitchFamily="34" charset="0"/>
                <a:ea typeface="Century Gothic" pitchFamily="34" charset="-122"/>
                <a:cs typeface="Century Gothic" pitchFamily="34" charset="-120"/>
              </a:rPr>
              <a:t>Required a formal infosec operations for federal gov’t</a:t>
            </a:r>
            <a:endParaRPr lang="en-US" sz="2267" dirty="0">
              <a:solidFill>
                <a:prstClr val="black"/>
              </a:solidFill>
              <a:latin typeface="Calibri" panose="020F0502020204030204"/>
            </a:endParaRPr>
          </a:p>
        </p:txBody>
      </p:sp>
      <p:sp>
        <p:nvSpPr>
          <p:cNvPr id="8" name="Text 6"/>
          <p:cNvSpPr/>
          <p:nvPr/>
        </p:nvSpPr>
        <p:spPr>
          <a:xfrm>
            <a:off x="487680" y="5571744"/>
            <a:ext cx="11582400" cy="950976"/>
          </a:xfrm>
          <a:prstGeom prst="rect">
            <a:avLst/>
          </a:prstGeom>
          <a:noFill/>
          <a:ln/>
        </p:spPr>
        <p:txBody>
          <a:bodyPr wrap="square" rtlCol="0" anchor="t"/>
          <a:lstStyle/>
          <a:p>
            <a:pPr defTabSz="1219170">
              <a:lnSpc>
                <a:spcPct val="103000"/>
              </a:lnSpc>
            </a:pPr>
            <a:r>
              <a:rPr lang="en-US" sz="2267" b="1" dirty="0">
                <a:solidFill>
                  <a:srgbClr val="1A1A1A"/>
                </a:solidFill>
                <a:latin typeface="Century Gothic" pitchFamily="34" charset="0"/>
                <a:ea typeface="Century Gothic" pitchFamily="34" charset="-122"/>
                <a:cs typeface="Century Gothic" pitchFamily="34" charset="-120"/>
              </a:rPr>
              <a:t>Copyright and the Digital Millennium Copyright Act</a:t>
            </a:r>
            <a:r>
              <a:rPr lang="en-US" sz="2267" dirty="0">
                <a:solidFill>
                  <a:srgbClr val="1A1A1A"/>
                </a:solidFill>
                <a:latin typeface="Century Gothic" pitchFamily="34" charset="0"/>
                <a:ea typeface="Century Gothic" pitchFamily="34" charset="-122"/>
                <a:cs typeface="Century Gothic" pitchFamily="34" charset="-120"/>
              </a:rPr>
              <a:t>. Covers</a:t>
            </a:r>
            <a:endParaRPr lang="en-US" sz="2267" dirty="0">
              <a:solidFill>
                <a:prstClr val="black"/>
              </a:solidFill>
              <a:latin typeface="Calibri" panose="020F0502020204030204"/>
            </a:endParaRPr>
          </a:p>
          <a:p>
            <a:pPr defTabSz="1219170">
              <a:lnSpc>
                <a:spcPct val="103000"/>
              </a:lnSpc>
            </a:pPr>
            <a:r>
              <a:rPr lang="en-US" sz="2267" dirty="0">
                <a:solidFill>
                  <a:srgbClr val="1A1A1A"/>
                </a:solidFill>
                <a:latin typeface="Century Gothic" pitchFamily="34" charset="0"/>
                <a:ea typeface="Century Gothic" pitchFamily="34" charset="-122"/>
                <a:cs typeface="Century Gothic" pitchFamily="34" charset="-120"/>
              </a:rPr>
              <a:t>literary, musical, and dramatic works.</a:t>
            </a:r>
            <a:endParaRPr lang="en-US" sz="2267" dirty="0">
              <a:solidFill>
                <a:prstClr val="black"/>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LEGAL &amp; REGULATORY</a:t>
            </a:r>
            <a:endParaRPr lang="en-US" sz="3200" dirty="0">
              <a:solidFill>
                <a:prstClr val="black"/>
              </a:solidFill>
              <a:latin typeface="Calibri" panose="020F0502020204030204"/>
            </a:endParaRPr>
          </a:p>
        </p:txBody>
      </p:sp>
      <p:sp>
        <p:nvSpPr>
          <p:cNvPr id="4" name="Text 2"/>
          <p:cNvSpPr/>
          <p:nvPr/>
        </p:nvSpPr>
        <p:spPr>
          <a:xfrm>
            <a:off x="487680" y="950976"/>
            <a:ext cx="11338560" cy="914400"/>
          </a:xfrm>
          <a:prstGeom prst="rect">
            <a:avLst/>
          </a:prstGeom>
          <a:noFill/>
          <a:ln/>
        </p:spPr>
        <p:txBody>
          <a:bodyPr wrap="square" rtlCol="0" anchor="ctr"/>
          <a:lstStyle/>
          <a:p>
            <a:pPr defTabSz="1219170"/>
            <a:r>
              <a:rPr lang="en-US" sz="5333" b="1" dirty="0">
                <a:solidFill>
                  <a:srgbClr val="1CDDEB"/>
                </a:solidFill>
                <a:latin typeface="Century Gothic" pitchFamily="34" charset="0"/>
                <a:ea typeface="Century Gothic" pitchFamily="34" charset="-122"/>
                <a:cs typeface="Century Gothic" pitchFamily="34" charset="-120"/>
              </a:rPr>
              <a:t>Other US privacy laws</a:t>
            </a:r>
            <a:endParaRPr lang="en-US" sz="5333" dirty="0">
              <a:solidFill>
                <a:prstClr val="black"/>
              </a:solidFill>
              <a:latin typeface="Calibri" panose="020F0502020204030204"/>
            </a:endParaRPr>
          </a:p>
        </p:txBody>
      </p:sp>
      <p:sp>
        <p:nvSpPr>
          <p:cNvPr id="5" name="Text 3"/>
          <p:cNvSpPr/>
          <p:nvPr/>
        </p:nvSpPr>
        <p:spPr>
          <a:xfrm>
            <a:off x="487680" y="1853184"/>
            <a:ext cx="11582400" cy="560832"/>
          </a:xfrm>
          <a:prstGeom prst="rect">
            <a:avLst/>
          </a:prstGeom>
          <a:noFill/>
          <a:ln/>
        </p:spPr>
        <p:txBody>
          <a:bodyPr wrap="square" rtlCol="0" anchor="t"/>
          <a:lstStyle/>
          <a:p>
            <a:pPr defTabSz="1219170">
              <a:lnSpc>
                <a:spcPct val="102000"/>
              </a:lnSpc>
            </a:pPr>
            <a:r>
              <a:rPr lang="en-US" sz="2400" b="1" dirty="0">
                <a:solidFill>
                  <a:srgbClr val="1A1A1A"/>
                </a:solidFill>
                <a:latin typeface="Century Gothic" pitchFamily="34" charset="0"/>
                <a:ea typeface="Century Gothic" pitchFamily="34" charset="-122"/>
                <a:cs typeface="Century Gothic" pitchFamily="34" charset="-120"/>
              </a:rPr>
              <a:t>HIPAA</a:t>
            </a:r>
            <a:r>
              <a:rPr lang="en-US" sz="2400" dirty="0">
                <a:solidFill>
                  <a:srgbClr val="1A1A1A"/>
                </a:solidFill>
                <a:latin typeface="Century Gothic" pitchFamily="34" charset="0"/>
                <a:ea typeface="Century Gothic" pitchFamily="34" charset="-122"/>
                <a:cs typeface="Century Gothic" pitchFamily="34" charset="-120"/>
              </a:rPr>
              <a:t> (Health Insurance Portability and Accountability Act)</a:t>
            </a:r>
            <a:endParaRPr lang="en-US" sz="2400" dirty="0">
              <a:solidFill>
                <a:prstClr val="black"/>
              </a:solidFill>
              <a:latin typeface="Calibri" panose="020F0502020204030204"/>
            </a:endParaRPr>
          </a:p>
        </p:txBody>
      </p:sp>
      <p:sp>
        <p:nvSpPr>
          <p:cNvPr id="6" name="Text 4"/>
          <p:cNvSpPr/>
          <p:nvPr/>
        </p:nvSpPr>
        <p:spPr>
          <a:xfrm>
            <a:off x="487680" y="2557272"/>
            <a:ext cx="11582400" cy="902208"/>
          </a:xfrm>
          <a:prstGeom prst="rect">
            <a:avLst/>
          </a:prstGeom>
          <a:noFill/>
          <a:ln/>
        </p:spPr>
        <p:txBody>
          <a:bodyPr wrap="square" rtlCol="0" anchor="t"/>
          <a:lstStyle/>
          <a:p>
            <a:pPr defTabSz="1219170">
              <a:lnSpc>
                <a:spcPct val="102000"/>
              </a:lnSpc>
            </a:pPr>
            <a:r>
              <a:rPr lang="en-US" sz="2400" b="1" dirty="0">
                <a:solidFill>
                  <a:srgbClr val="1A1A1A"/>
                </a:solidFill>
                <a:latin typeface="Century Gothic" pitchFamily="34" charset="0"/>
                <a:ea typeface="Century Gothic" pitchFamily="34" charset="-122"/>
                <a:cs typeface="Century Gothic" pitchFamily="34" charset="-120"/>
              </a:rPr>
              <a:t>HITECH</a:t>
            </a:r>
            <a:r>
              <a:rPr lang="en-US" sz="2400" dirty="0">
                <a:solidFill>
                  <a:srgbClr val="1A1A1A"/>
                </a:solidFill>
                <a:latin typeface="Century Gothic" pitchFamily="34" charset="0"/>
                <a:ea typeface="Century Gothic" pitchFamily="34" charset="-122"/>
                <a:cs typeface="Century Gothic" pitchFamily="34" charset="-120"/>
              </a:rPr>
              <a:t> (Health Information Technology for Economic and</a:t>
            </a:r>
            <a:endParaRPr lang="en-US" sz="2400" dirty="0">
              <a:solidFill>
                <a:prstClr val="black"/>
              </a:solidFill>
              <a:latin typeface="Calibri" panose="020F0502020204030204"/>
            </a:endParaRPr>
          </a:p>
          <a:p>
            <a:pPr defTabSz="1219170">
              <a:lnSpc>
                <a:spcPct val="102000"/>
              </a:lnSpc>
            </a:pPr>
            <a:r>
              <a:rPr lang="en-US" sz="2400" dirty="0">
                <a:solidFill>
                  <a:srgbClr val="1A1A1A"/>
                </a:solidFill>
                <a:latin typeface="Century Gothic" pitchFamily="34" charset="0"/>
                <a:ea typeface="Century Gothic" pitchFamily="34" charset="-122"/>
                <a:cs typeface="Century Gothic" pitchFamily="34" charset="-120"/>
              </a:rPr>
              <a:t>Clinical Health)</a:t>
            </a:r>
            <a:endParaRPr lang="en-US" sz="2400" dirty="0">
              <a:solidFill>
                <a:prstClr val="black"/>
              </a:solidFill>
              <a:latin typeface="Calibri" panose="020F0502020204030204"/>
            </a:endParaRPr>
          </a:p>
        </p:txBody>
      </p:sp>
      <p:sp>
        <p:nvSpPr>
          <p:cNvPr id="7" name="Text 5"/>
          <p:cNvSpPr/>
          <p:nvPr/>
        </p:nvSpPr>
        <p:spPr>
          <a:xfrm>
            <a:off x="487680" y="3451239"/>
            <a:ext cx="11582400" cy="560832"/>
          </a:xfrm>
          <a:prstGeom prst="rect">
            <a:avLst/>
          </a:prstGeom>
          <a:noFill/>
          <a:ln/>
        </p:spPr>
        <p:txBody>
          <a:bodyPr wrap="square" rtlCol="0" anchor="t"/>
          <a:lstStyle/>
          <a:p>
            <a:pPr defTabSz="1219170">
              <a:lnSpc>
                <a:spcPct val="102000"/>
              </a:lnSpc>
            </a:pPr>
            <a:r>
              <a:rPr lang="en-US" sz="2400" b="1" dirty="0">
                <a:solidFill>
                  <a:srgbClr val="1A1A1A"/>
                </a:solidFill>
                <a:latin typeface="Century Gothic" pitchFamily="34" charset="0"/>
                <a:ea typeface="Century Gothic" pitchFamily="34" charset="-122"/>
                <a:cs typeface="Century Gothic" pitchFamily="34" charset="-120"/>
              </a:rPr>
              <a:t>Gramm-Leach-Bliley Act</a:t>
            </a:r>
            <a:r>
              <a:rPr lang="en-US" sz="2400" dirty="0">
                <a:solidFill>
                  <a:srgbClr val="1A1A1A"/>
                </a:solidFill>
                <a:latin typeface="Century Gothic" pitchFamily="34" charset="0"/>
                <a:ea typeface="Century Gothic" pitchFamily="34" charset="-122"/>
                <a:cs typeface="Century Gothic" pitchFamily="34" charset="-120"/>
              </a:rPr>
              <a:t> (financial institutions)</a:t>
            </a:r>
            <a:endParaRPr lang="en-US" sz="2400" dirty="0">
              <a:solidFill>
                <a:prstClr val="black"/>
              </a:solidFill>
              <a:latin typeface="Calibri" panose="020F0502020204030204"/>
            </a:endParaRPr>
          </a:p>
        </p:txBody>
      </p:sp>
      <p:sp>
        <p:nvSpPr>
          <p:cNvPr id="8" name="Text 6"/>
          <p:cNvSpPr/>
          <p:nvPr/>
        </p:nvSpPr>
        <p:spPr>
          <a:xfrm>
            <a:off x="487680" y="4023360"/>
            <a:ext cx="11582400" cy="560832"/>
          </a:xfrm>
          <a:prstGeom prst="rect">
            <a:avLst/>
          </a:prstGeom>
          <a:noFill/>
          <a:ln/>
        </p:spPr>
        <p:txBody>
          <a:bodyPr wrap="square" rtlCol="0" anchor="t"/>
          <a:lstStyle/>
          <a:p>
            <a:pPr defTabSz="1219170">
              <a:lnSpc>
                <a:spcPct val="102000"/>
              </a:lnSpc>
            </a:pPr>
            <a:r>
              <a:rPr lang="en-US" sz="2400" dirty="0">
                <a:solidFill>
                  <a:srgbClr val="1A1A1A"/>
                </a:solidFill>
                <a:latin typeface="Century Gothic" pitchFamily="34" charset="0"/>
                <a:ea typeface="Century Gothic" pitchFamily="34" charset="-122"/>
                <a:cs typeface="Century Gothic" pitchFamily="34" charset="-120"/>
              </a:rPr>
              <a:t>Children’s Online Privacy Protection Act (</a:t>
            </a:r>
            <a:r>
              <a:rPr lang="en-US" sz="2400" b="1" dirty="0">
                <a:solidFill>
                  <a:srgbClr val="1A1A1A"/>
                </a:solidFill>
                <a:latin typeface="Century Gothic" pitchFamily="34" charset="0"/>
                <a:ea typeface="Century Gothic" pitchFamily="34" charset="-122"/>
                <a:cs typeface="Century Gothic" pitchFamily="34" charset="-120"/>
              </a:rPr>
              <a:t>COPPA</a:t>
            </a:r>
            <a:r>
              <a:rPr lang="en-US" sz="2400" dirty="0">
                <a:solidFill>
                  <a:srgbClr val="1A1A1A"/>
                </a:solidFill>
                <a:latin typeface="Century Gothic" pitchFamily="34" charset="0"/>
                <a:ea typeface="Century Gothic" pitchFamily="34" charset="-122"/>
                <a:cs typeface="Century Gothic" pitchFamily="34" charset="-120"/>
              </a:rPr>
              <a:t>)</a:t>
            </a:r>
            <a:endParaRPr lang="en-US" sz="2400" dirty="0">
              <a:solidFill>
                <a:prstClr val="black"/>
              </a:solidFill>
              <a:latin typeface="Calibri" panose="020F0502020204030204"/>
            </a:endParaRPr>
          </a:p>
        </p:txBody>
      </p:sp>
      <p:sp>
        <p:nvSpPr>
          <p:cNvPr id="9" name="Text 7"/>
          <p:cNvSpPr/>
          <p:nvPr/>
        </p:nvSpPr>
        <p:spPr>
          <a:xfrm>
            <a:off x="487680" y="4668633"/>
            <a:ext cx="11582400" cy="560832"/>
          </a:xfrm>
          <a:prstGeom prst="rect">
            <a:avLst/>
          </a:prstGeom>
          <a:noFill/>
          <a:ln/>
        </p:spPr>
        <p:txBody>
          <a:bodyPr wrap="square" rtlCol="0" anchor="t"/>
          <a:lstStyle/>
          <a:p>
            <a:pPr defTabSz="1219170">
              <a:lnSpc>
                <a:spcPct val="102000"/>
              </a:lnSpc>
            </a:pPr>
            <a:r>
              <a:rPr lang="en-US" sz="2400" dirty="0">
                <a:solidFill>
                  <a:srgbClr val="1A1A1A"/>
                </a:solidFill>
                <a:latin typeface="Century Gothic" pitchFamily="34" charset="0"/>
                <a:ea typeface="Century Gothic" pitchFamily="34" charset="-122"/>
                <a:cs typeface="Century Gothic" pitchFamily="34" charset="-120"/>
              </a:rPr>
              <a:t>Electronic Communications Privacy Act (</a:t>
            </a:r>
            <a:r>
              <a:rPr lang="en-US" sz="2400" b="1" dirty="0">
                <a:solidFill>
                  <a:srgbClr val="1A1A1A"/>
                </a:solidFill>
                <a:latin typeface="Century Gothic" pitchFamily="34" charset="0"/>
                <a:ea typeface="Century Gothic" pitchFamily="34" charset="-122"/>
                <a:cs typeface="Century Gothic" pitchFamily="34" charset="-120"/>
              </a:rPr>
              <a:t>ECPA</a:t>
            </a:r>
            <a:r>
              <a:rPr lang="en-US" sz="2400" dirty="0">
                <a:solidFill>
                  <a:srgbClr val="1A1A1A"/>
                </a:solidFill>
                <a:latin typeface="Century Gothic" pitchFamily="34" charset="0"/>
                <a:ea typeface="Century Gothic" pitchFamily="34" charset="-122"/>
                <a:cs typeface="Century Gothic" pitchFamily="34" charset="-120"/>
              </a:rPr>
              <a:t>)</a:t>
            </a:r>
            <a:endParaRPr lang="en-US" sz="2400" dirty="0">
              <a:solidFill>
                <a:prstClr val="black"/>
              </a:solidFill>
              <a:latin typeface="Calibri" panose="020F0502020204030204"/>
            </a:endParaRPr>
          </a:p>
        </p:txBody>
      </p:sp>
      <p:sp>
        <p:nvSpPr>
          <p:cNvPr id="10" name="Text 8"/>
          <p:cNvSpPr/>
          <p:nvPr/>
        </p:nvSpPr>
        <p:spPr>
          <a:xfrm>
            <a:off x="487680" y="5291328"/>
            <a:ext cx="11582400" cy="950976"/>
          </a:xfrm>
          <a:prstGeom prst="rect">
            <a:avLst/>
          </a:prstGeom>
          <a:noFill/>
          <a:ln/>
        </p:spPr>
        <p:txBody>
          <a:bodyPr wrap="square" rtlCol="0" anchor="t"/>
          <a:lstStyle/>
          <a:p>
            <a:pPr defTabSz="1219170">
              <a:lnSpc>
                <a:spcPct val="102000"/>
              </a:lnSpc>
            </a:pPr>
            <a:r>
              <a:rPr lang="en-US" sz="2400" dirty="0">
                <a:solidFill>
                  <a:srgbClr val="1A1A1A"/>
                </a:solidFill>
                <a:latin typeface="Century Gothic" pitchFamily="34" charset="0"/>
                <a:ea typeface="Century Gothic" pitchFamily="34" charset="-122"/>
                <a:cs typeface="Century Gothic" pitchFamily="34" charset="-120"/>
              </a:rPr>
              <a:t>Communications Assistance for Law Enforcement Act</a:t>
            </a:r>
            <a:endParaRPr lang="en-US" sz="2400" dirty="0">
              <a:solidFill>
                <a:prstClr val="black"/>
              </a:solidFill>
              <a:latin typeface="Calibri" panose="020F0502020204030204"/>
            </a:endParaRPr>
          </a:p>
          <a:p>
            <a:pPr defTabSz="1219170">
              <a:lnSpc>
                <a:spcPct val="102000"/>
              </a:lnSpc>
            </a:pPr>
            <a:r>
              <a:rPr lang="en-US" sz="2400" dirty="0">
                <a:solidFill>
                  <a:srgbClr val="1A1A1A"/>
                </a:solidFill>
                <a:latin typeface="Century Gothic" pitchFamily="34" charset="0"/>
                <a:ea typeface="Century Gothic" pitchFamily="34" charset="-122"/>
                <a:cs typeface="Century Gothic" pitchFamily="34" charset="-120"/>
              </a:rPr>
              <a:t>(</a:t>
            </a:r>
            <a:r>
              <a:rPr lang="en-US" sz="2400" b="1" dirty="0">
                <a:solidFill>
                  <a:srgbClr val="1A1A1A"/>
                </a:solidFill>
                <a:latin typeface="Century Gothic" pitchFamily="34" charset="0"/>
                <a:ea typeface="Century Gothic" pitchFamily="34" charset="-122"/>
                <a:cs typeface="Century Gothic" pitchFamily="34" charset="-120"/>
              </a:rPr>
              <a:t>CALEA</a:t>
            </a:r>
            <a:r>
              <a:rPr lang="en-US" sz="2400" dirty="0">
                <a:solidFill>
                  <a:srgbClr val="1A1A1A"/>
                </a:solidFill>
                <a:latin typeface="Century Gothic" pitchFamily="34" charset="0"/>
                <a:ea typeface="Century Gothic" pitchFamily="34" charset="-122"/>
                <a:cs typeface="Century Gothic" pitchFamily="34" charset="-120"/>
              </a:rPr>
              <a:t>)</a:t>
            </a:r>
            <a:endParaRPr lang="en-US" sz="2400" dirty="0">
              <a:solidFill>
                <a:prstClr val="black"/>
              </a:solidFill>
              <a:latin typeface="Calibri" panose="020F0502020204030204"/>
            </a:endParaRPr>
          </a:p>
        </p:txBody>
      </p:sp>
      <p:sp>
        <p:nvSpPr>
          <p:cNvPr id="11" name="emphasis">
            <a:extLst>
              <a:ext uri="{C183D7F6-B498-43B3-948B-1728B52AA6E4}">
                <adec:decorative xmlns:adec="http://schemas.microsoft.com/office/drawing/2017/decorative" val="1"/>
              </a:ext>
            </a:extLst>
          </p:cNvPr>
          <p:cNvSpPr/>
          <p:nvPr/>
        </p:nvSpPr>
        <p:spPr>
          <a:xfrm>
            <a:off x="426720" y="1853184"/>
            <a:ext cx="1177205" cy="512064"/>
          </a:xfrm>
          <a:prstGeom prst="roundRect">
            <a:avLst>
              <a:gd name="adj" fmla="val 11905"/>
            </a:avLst>
          </a:prstGeom>
          <a:ln w="31750">
            <a:solidFill>
              <a:srgbClr val="EE1C25"/>
            </a:solidFill>
            <a:prstDash val="solid"/>
          </a:ln>
        </p:spPr>
        <p:txBody>
          <a:bodyPr/>
          <a:lstStyle/>
          <a:p>
            <a:pPr defTabSz="1219170"/>
            <a:endParaRPr lang="en-US" sz="2400">
              <a:solidFill>
                <a:prstClr val="black"/>
              </a:solidFill>
              <a:latin typeface="Calibri" panose="020F0502020204030204"/>
            </a:endParaRPr>
          </a:p>
        </p:txBody>
      </p:sp>
      <p:sp>
        <p:nvSpPr>
          <p:cNvPr id="12" name="emphasis">
            <a:extLst>
              <a:ext uri="{C183D7F6-B498-43B3-948B-1728B52AA6E4}">
                <adec:decorative xmlns:adec="http://schemas.microsoft.com/office/drawing/2017/decorative" val="1"/>
              </a:ext>
            </a:extLst>
          </p:cNvPr>
          <p:cNvSpPr/>
          <p:nvPr/>
        </p:nvSpPr>
        <p:spPr>
          <a:xfrm>
            <a:off x="426721" y="2569464"/>
            <a:ext cx="1267516" cy="396240"/>
          </a:xfrm>
          <a:prstGeom prst="roundRect">
            <a:avLst>
              <a:gd name="adj" fmla="val 11905"/>
            </a:avLst>
          </a:prstGeom>
          <a:ln w="31750">
            <a:solidFill>
              <a:srgbClr val="EE1C25"/>
            </a:solidFill>
            <a:prstDash val="solid"/>
          </a:ln>
        </p:spPr>
        <p:txBody>
          <a:bodyPr/>
          <a:lstStyle/>
          <a:p>
            <a:pPr defTabSz="1219170"/>
            <a:endParaRPr lang="en-US" sz="2400">
              <a:solidFill>
                <a:prstClr val="black"/>
              </a:solidFill>
              <a:latin typeface="Calibri" panose="020F0502020204030204"/>
            </a:endParaRPr>
          </a:p>
        </p:txBody>
      </p:sp>
      <p:sp>
        <p:nvSpPr>
          <p:cNvPr id="13" name="Text 11"/>
          <p:cNvSpPr/>
          <p:nvPr/>
        </p:nvSpPr>
        <p:spPr>
          <a:xfrm>
            <a:off x="7802880" y="3973689"/>
            <a:ext cx="853440" cy="609600"/>
          </a:xfrm>
          <a:prstGeom prst="rect">
            <a:avLst/>
          </a:prstGeom>
          <a:noFill/>
          <a:ln/>
        </p:spPr>
        <p:txBody>
          <a:bodyPr wrap="square" rtlCol="0" anchor="ctr"/>
          <a:lstStyle/>
          <a:p>
            <a:pPr algn="ctr" defTabSz="1219170"/>
            <a:r>
              <a:rPr lang="en-US" sz="3733" b="1" dirty="0">
                <a:solidFill>
                  <a:srgbClr val="EE1C25"/>
                </a:solidFill>
                <a:latin typeface="Ink Free" pitchFamily="34" charset="0"/>
                <a:ea typeface="Ink Free" pitchFamily="34" charset="-122"/>
                <a:cs typeface="Ink Free" pitchFamily="34" charset="-120"/>
              </a:rPr>
              <a:t>✓</a:t>
            </a:r>
            <a:endParaRPr lang="en-US" sz="3733" dirty="0">
              <a:solidFill>
                <a:prstClr val="black"/>
              </a:solidFill>
              <a:latin typeface="Calibri" panose="020F0502020204030204"/>
            </a:endParaRPr>
          </a:p>
        </p:txBody>
      </p:sp>
      <p:sp>
        <p:nvSpPr>
          <p:cNvPr id="14" name="Text 12"/>
          <p:cNvSpPr/>
          <p:nvPr/>
        </p:nvSpPr>
        <p:spPr>
          <a:xfrm>
            <a:off x="7617741" y="4606771"/>
            <a:ext cx="853440" cy="609600"/>
          </a:xfrm>
          <a:prstGeom prst="rect">
            <a:avLst/>
          </a:prstGeom>
          <a:noFill/>
          <a:ln/>
        </p:spPr>
        <p:txBody>
          <a:bodyPr wrap="square" rtlCol="0" anchor="ctr"/>
          <a:lstStyle/>
          <a:p>
            <a:pPr algn="ctr" defTabSz="1219170"/>
            <a:r>
              <a:rPr lang="en-US" sz="3733" b="1" dirty="0">
                <a:solidFill>
                  <a:srgbClr val="EE1C25"/>
                </a:solidFill>
                <a:latin typeface="Ink Free" pitchFamily="34" charset="0"/>
                <a:ea typeface="Ink Free" pitchFamily="34" charset="-122"/>
                <a:cs typeface="Ink Free" pitchFamily="34" charset="-120"/>
              </a:rPr>
              <a:t>✓</a:t>
            </a:r>
            <a:endParaRPr lang="en-US" sz="3733" dirty="0">
              <a:solidFill>
                <a:prstClr val="black"/>
              </a:solidFill>
              <a:latin typeface="Calibri" panose="020F0502020204030204"/>
            </a:endParaRPr>
          </a:p>
        </p:txBody>
      </p:sp>
      <p:sp>
        <p:nvSpPr>
          <p:cNvPr id="15" name="Text 13"/>
          <p:cNvSpPr/>
          <p:nvPr/>
        </p:nvSpPr>
        <p:spPr>
          <a:xfrm>
            <a:off x="1682043" y="5632704"/>
            <a:ext cx="853440" cy="609600"/>
          </a:xfrm>
          <a:prstGeom prst="rect">
            <a:avLst/>
          </a:prstGeom>
          <a:noFill/>
          <a:ln/>
        </p:spPr>
        <p:txBody>
          <a:bodyPr wrap="square" rtlCol="0" anchor="ctr"/>
          <a:lstStyle/>
          <a:p>
            <a:pPr algn="ctr" defTabSz="1219170"/>
            <a:r>
              <a:rPr lang="en-US" sz="3733" b="1" dirty="0">
                <a:solidFill>
                  <a:srgbClr val="EE1C25"/>
                </a:solidFill>
                <a:latin typeface="Ink Free" pitchFamily="34" charset="0"/>
                <a:ea typeface="Ink Free" pitchFamily="34" charset="-122"/>
                <a:cs typeface="Ink Free" pitchFamily="34" charset="-120"/>
              </a:rPr>
              <a:t>✓</a:t>
            </a:r>
            <a:endParaRPr lang="en-US" sz="3733" dirty="0">
              <a:solidFill>
                <a:prstClr val="black"/>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a:extLst>
              <a:ext uri="{C183D7F6-B498-43B3-948B-1728B52AA6E4}">
                <adec:decorative xmlns:adec="http://schemas.microsoft.com/office/drawing/2017/decorative" val="1"/>
              </a:ext>
            </a:extLst>
          </p:cNvPr>
          <p:cNvSpPr/>
          <p:nvPr/>
        </p:nvSpPr>
        <p:spPr>
          <a:xfrm>
            <a:off x="0" y="0"/>
            <a:ext cx="12192000" cy="585216"/>
          </a:xfrm>
          <a:prstGeom prst="rect">
            <a:avLst/>
          </a:prstGeom>
          <a:solidFill>
            <a:srgbClr val="000000"/>
          </a:solidFill>
          <a:ln w="12700">
            <a:solidFill>
              <a:srgbClr val="333333"/>
            </a:solidFill>
            <a:prstDash val="solid"/>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243840" y="0"/>
            <a:ext cx="11704320" cy="585216"/>
          </a:xfrm>
          <a:prstGeom prst="rect">
            <a:avLst/>
          </a:prstGeom>
          <a:noFill/>
          <a:ln/>
        </p:spPr>
        <p:txBody>
          <a:bodyPr wrap="square" lIns="0" tIns="0" rIns="0" bIns="0" rtlCol="0" anchor="ctr">
            <a:normAutofit/>
          </a:bodyPr>
          <a:lstStyle/>
          <a:p>
            <a:pPr algn="ctr" defTabSz="1219170"/>
            <a:r>
              <a:rPr lang="en-US" sz="2267" kern="0" spc="267" dirty="0">
                <a:solidFill>
                  <a:srgbClr val="00E5F5"/>
                </a:solidFill>
                <a:latin typeface="Century Gothic" pitchFamily="34" charset="0"/>
                <a:ea typeface="Century Gothic" pitchFamily="34" charset="-122"/>
                <a:cs typeface="Century Gothic" pitchFamily="34" charset="-120"/>
              </a:rPr>
              <a:t>ISSUES RELATED TO PRIVACY</a:t>
            </a:r>
            <a:endParaRPr lang="en-US" sz="2267" dirty="0">
              <a:solidFill>
                <a:prstClr val="black"/>
              </a:solidFill>
              <a:latin typeface="Calibri" panose="020F0502020204030204"/>
            </a:endParaRPr>
          </a:p>
        </p:txBody>
      </p:sp>
      <p:sp>
        <p:nvSpPr>
          <p:cNvPr id="4" name="Text 0"/>
          <p:cNvSpPr>
            <a:spLocks noGrp="1"/>
          </p:cNvSpPr>
          <p:nvPr>
            <p:ph type="title" idx="100" hasCustomPrompt="1"/>
          </p:nvPr>
        </p:nvSpPr>
        <p:spPr>
          <a:xfrm>
            <a:off x="299085" y="824484"/>
            <a:ext cx="11216640" cy="829056"/>
          </a:xfrm>
          <a:prstGeom prst="rect">
            <a:avLst/>
          </a:prstGeom>
          <a:noFill/>
          <a:ln/>
        </p:spPr>
        <p:txBody>
          <a:bodyPr wrap="square" lIns="0" tIns="0" rIns="0" bIns="0" rtlCol="0" anchor="ctr">
            <a:normAutofit/>
          </a:bodyPr>
          <a:lstStyle/>
          <a:p>
            <a:r>
              <a:rPr lang="en-US" sz="3600" b="1" dirty="0">
                <a:solidFill>
                  <a:srgbClr val="111111"/>
                </a:solidFill>
                <a:latin typeface="Century Gothic" pitchFamily="34" charset="0"/>
                <a:ea typeface="Century Gothic" pitchFamily="34" charset="-122"/>
                <a:cs typeface="Century Gothic" pitchFamily="34" charset="-120"/>
              </a:rPr>
              <a:t>Other privacy laws</a:t>
            </a:r>
            <a:endParaRPr lang="en-US" sz="3600" dirty="0"/>
          </a:p>
        </p:txBody>
      </p:sp>
      <p:sp>
        <p:nvSpPr>
          <p:cNvPr id="6" name="Text 4"/>
          <p:cNvSpPr/>
          <p:nvPr/>
        </p:nvSpPr>
        <p:spPr>
          <a:xfrm>
            <a:off x="548640" y="2086356"/>
            <a:ext cx="10728960" cy="512064"/>
          </a:xfrm>
          <a:prstGeom prst="rect">
            <a:avLst/>
          </a:prstGeom>
          <a:noFill/>
          <a:ln/>
        </p:spPr>
        <p:txBody>
          <a:bodyPr wrap="square" lIns="0" tIns="0" rIns="0" bIns="0" rtlCol="0" anchor="ctr">
            <a:normAutofit/>
          </a:bodyPr>
          <a:lstStyle/>
          <a:p>
            <a:pPr defTabSz="1219170"/>
            <a:r>
              <a:rPr lang="en-US" sz="2800" b="1" dirty="0">
                <a:ln w="15875">
                  <a:solidFill>
                    <a:srgbClr val="111111"/>
                  </a:solidFill>
                </a:ln>
                <a:solidFill>
                  <a:srgbClr val="00E5F5"/>
                </a:solidFill>
                <a:latin typeface="Century Gothic" pitchFamily="34" charset="0"/>
                <a:ea typeface="Century Gothic" pitchFamily="34" charset="-122"/>
                <a:cs typeface="Century Gothic" pitchFamily="34" charset="-120"/>
              </a:rPr>
              <a:t>Personal Information Protection Law (PIPL)</a:t>
            </a:r>
            <a:endParaRPr lang="en-US" sz="2800" dirty="0">
              <a:solidFill>
                <a:prstClr val="black"/>
              </a:solidFill>
              <a:latin typeface="Calibri" panose="020F0502020204030204"/>
            </a:endParaRPr>
          </a:p>
        </p:txBody>
      </p:sp>
      <p:sp>
        <p:nvSpPr>
          <p:cNvPr id="7" name="Text 5"/>
          <p:cNvSpPr/>
          <p:nvPr/>
        </p:nvSpPr>
        <p:spPr>
          <a:xfrm>
            <a:off x="497205" y="2626995"/>
            <a:ext cx="10972800" cy="731520"/>
          </a:xfrm>
          <a:prstGeom prst="rect">
            <a:avLst/>
          </a:prstGeom>
          <a:noFill/>
          <a:ln/>
        </p:spPr>
        <p:txBody>
          <a:bodyPr wrap="square" lIns="0" tIns="0" rIns="0" bIns="0" rtlCol="0" anchor="t">
            <a:noAutofit/>
          </a:bodyPr>
          <a:lstStyle/>
          <a:p>
            <a:pPr defTabSz="1219170">
              <a:lnSpc>
                <a:spcPts val="3200"/>
              </a:lnSpc>
            </a:pPr>
            <a:r>
              <a:rPr lang="en-US" dirty="0">
                <a:solidFill>
                  <a:srgbClr val="111111"/>
                </a:solidFill>
                <a:latin typeface="Century Gothic" pitchFamily="34" charset="0"/>
                <a:ea typeface="Century Gothic" pitchFamily="34" charset="-122"/>
                <a:cs typeface="Century Gothic" pitchFamily="34" charset="-120"/>
              </a:rPr>
              <a:t>Effective since late 2021, PIPL aims to establish a comprehensive framework for the protection of personal information in </a:t>
            </a:r>
            <a:r>
              <a:rPr lang="en-US" b="1" dirty="0">
                <a:solidFill>
                  <a:srgbClr val="111111"/>
                </a:solidFill>
                <a:latin typeface="Century Gothic" pitchFamily="34" charset="0"/>
                <a:ea typeface="Century Gothic" pitchFamily="34" charset="-122"/>
                <a:cs typeface="Century Gothic" pitchFamily="34" charset="-120"/>
              </a:rPr>
              <a:t>China.</a:t>
            </a:r>
            <a:endParaRPr lang="en-US" b="1" dirty="0">
              <a:solidFill>
                <a:prstClr val="black"/>
              </a:solidFill>
              <a:latin typeface="Calibri" panose="020F0502020204030204"/>
            </a:endParaRPr>
          </a:p>
        </p:txBody>
      </p:sp>
      <p:sp>
        <p:nvSpPr>
          <p:cNvPr id="8" name="Text 6"/>
          <p:cNvSpPr/>
          <p:nvPr/>
        </p:nvSpPr>
        <p:spPr>
          <a:xfrm>
            <a:off x="548640" y="3962400"/>
            <a:ext cx="10728960" cy="512064"/>
          </a:xfrm>
          <a:prstGeom prst="rect">
            <a:avLst/>
          </a:prstGeom>
          <a:noFill/>
          <a:ln/>
        </p:spPr>
        <p:txBody>
          <a:bodyPr wrap="square" lIns="0" tIns="0" rIns="0" bIns="0" rtlCol="0" anchor="ctr">
            <a:normAutofit/>
          </a:bodyPr>
          <a:lstStyle/>
          <a:p>
            <a:pPr defTabSz="1219170"/>
            <a:r>
              <a:rPr lang="en-US" sz="2800" b="1" dirty="0">
                <a:ln w="15875">
                  <a:solidFill>
                    <a:srgbClr val="111111"/>
                  </a:solidFill>
                </a:ln>
                <a:solidFill>
                  <a:srgbClr val="00E5F5"/>
                </a:solidFill>
                <a:latin typeface="Century Gothic" pitchFamily="34" charset="0"/>
                <a:ea typeface="Century Gothic" pitchFamily="34" charset="-122"/>
                <a:cs typeface="Century Gothic" pitchFamily="34" charset="-120"/>
              </a:rPr>
              <a:t>Protection of Personal Information Act (POPIA)</a:t>
            </a:r>
            <a:endParaRPr lang="en-US" sz="2800" dirty="0">
              <a:solidFill>
                <a:prstClr val="black"/>
              </a:solidFill>
              <a:latin typeface="Calibri" panose="020F0502020204030204"/>
            </a:endParaRPr>
          </a:p>
        </p:txBody>
      </p:sp>
      <p:sp>
        <p:nvSpPr>
          <p:cNvPr id="9" name="Text 7"/>
          <p:cNvSpPr/>
          <p:nvPr/>
        </p:nvSpPr>
        <p:spPr>
          <a:xfrm>
            <a:off x="548640" y="4511040"/>
            <a:ext cx="10972800" cy="731520"/>
          </a:xfrm>
          <a:prstGeom prst="rect">
            <a:avLst/>
          </a:prstGeom>
          <a:noFill/>
          <a:ln/>
        </p:spPr>
        <p:txBody>
          <a:bodyPr wrap="square" lIns="0" tIns="0" rIns="0" bIns="0" rtlCol="0" anchor="t">
            <a:noAutofit/>
          </a:bodyPr>
          <a:lstStyle/>
          <a:p>
            <a:pPr defTabSz="1219170">
              <a:lnSpc>
                <a:spcPts val="3200"/>
              </a:lnSpc>
            </a:pPr>
            <a:r>
              <a:rPr lang="en-US" dirty="0">
                <a:solidFill>
                  <a:srgbClr val="111111"/>
                </a:solidFill>
                <a:latin typeface="Century Gothic" pitchFamily="34" charset="0"/>
                <a:ea typeface="Century Gothic" pitchFamily="34" charset="-122"/>
                <a:cs typeface="Century Gothic" pitchFamily="34" charset="-120"/>
              </a:rPr>
              <a:t>Enacted in 2013, establishes regulations for the responsible processing of personal information by both public and private entities in </a:t>
            </a:r>
            <a:r>
              <a:rPr lang="en-US" b="1" dirty="0">
                <a:solidFill>
                  <a:srgbClr val="111111"/>
                </a:solidFill>
                <a:latin typeface="Century Gothic" pitchFamily="34" charset="0"/>
                <a:ea typeface="Century Gothic" pitchFamily="34" charset="-122"/>
                <a:cs typeface="Century Gothic" pitchFamily="34" charset="-120"/>
              </a:rPr>
              <a:t>South Africa</a:t>
            </a:r>
            <a:r>
              <a:rPr lang="en-US" dirty="0">
                <a:solidFill>
                  <a:srgbClr val="111111"/>
                </a:solidFill>
                <a:latin typeface="Century Gothic" pitchFamily="34" charset="0"/>
                <a:ea typeface="Century Gothic" pitchFamily="34" charset="-122"/>
                <a:cs typeface="Century Gothic" pitchFamily="34" charset="-120"/>
              </a:rPr>
              <a:t>.</a:t>
            </a:r>
            <a:endParaRPr lang="en-US" dirty="0">
              <a:solidFill>
                <a:prstClr val="black"/>
              </a:solidFill>
              <a:latin typeface="Calibri" panose="020F0502020204030204"/>
            </a:endParaRPr>
          </a:p>
        </p:txBody>
      </p:sp>
      <p:sp>
        <p:nvSpPr>
          <p:cNvPr id="10" name="Text 8"/>
          <p:cNvSpPr/>
          <p:nvPr/>
        </p:nvSpPr>
        <p:spPr>
          <a:xfrm>
            <a:off x="548640" y="5792724"/>
            <a:ext cx="11094720" cy="548640"/>
          </a:xfrm>
          <a:prstGeom prst="rect">
            <a:avLst/>
          </a:prstGeom>
          <a:noFill/>
          <a:ln/>
        </p:spPr>
        <p:txBody>
          <a:bodyPr wrap="square" lIns="0" tIns="0" rIns="0" bIns="0" rtlCol="0" anchor="ctr">
            <a:normAutofit/>
          </a:bodyPr>
          <a:lstStyle/>
          <a:p>
            <a:pPr defTabSz="1219170"/>
            <a:r>
              <a:rPr lang="en-US" sz="2667" dirty="0">
                <a:solidFill>
                  <a:srgbClr val="FF0000"/>
                </a:solidFill>
                <a:latin typeface="Segoe Print" pitchFamily="34" charset="0"/>
                <a:ea typeface="Segoe Print" pitchFamily="34" charset="-122"/>
                <a:cs typeface="Segoe Print" pitchFamily="34" charset="-120"/>
              </a:rPr>
              <a:t>Both address data collection, security, usage, and deletion</a:t>
            </a:r>
            <a:endParaRPr lang="en-US" sz="2667" dirty="0">
              <a:solidFill>
                <a:prstClr val="black"/>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a:extLst>
              <a:ext uri="{C183D7F6-B498-43B3-948B-1728B52AA6E4}">
                <adec:decorative xmlns:adec="http://schemas.microsoft.com/office/drawing/2017/decorative" val="1"/>
              </a:ext>
            </a:extLst>
          </p:cNvPr>
          <p:cNvSpPr/>
          <p:nvPr/>
        </p:nvSpPr>
        <p:spPr>
          <a:xfrm>
            <a:off x="0" y="0"/>
            <a:ext cx="12192000" cy="585216"/>
          </a:xfrm>
          <a:prstGeom prst="rect">
            <a:avLst/>
          </a:prstGeom>
          <a:solidFill>
            <a:srgbClr val="000000"/>
          </a:solidFill>
          <a:ln w="12700">
            <a:solidFill>
              <a:srgbClr val="333333"/>
            </a:solidFill>
            <a:prstDash val="solid"/>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243840" y="0"/>
            <a:ext cx="11704320" cy="585216"/>
          </a:xfrm>
          <a:prstGeom prst="rect">
            <a:avLst/>
          </a:prstGeom>
          <a:noFill/>
          <a:ln/>
        </p:spPr>
        <p:txBody>
          <a:bodyPr wrap="square" lIns="0" tIns="0" rIns="0" bIns="0" rtlCol="0" anchor="ctr">
            <a:normAutofit/>
          </a:bodyPr>
          <a:lstStyle/>
          <a:p>
            <a:pPr algn="ctr" defTabSz="1219170"/>
            <a:r>
              <a:rPr lang="en-US" sz="2267" kern="0" spc="267" dirty="0">
                <a:solidFill>
                  <a:srgbClr val="00E5F5"/>
                </a:solidFill>
                <a:latin typeface="Century Gothic" pitchFamily="34" charset="0"/>
                <a:ea typeface="Century Gothic" pitchFamily="34" charset="-122"/>
                <a:cs typeface="Century Gothic" pitchFamily="34" charset="-120"/>
              </a:rPr>
              <a:t>ISSUES RELATED TO PRIVACY</a:t>
            </a:r>
            <a:endParaRPr lang="en-US" sz="2267" dirty="0">
              <a:solidFill>
                <a:prstClr val="black"/>
              </a:solidFill>
              <a:latin typeface="Calibri" panose="020F0502020204030204"/>
            </a:endParaRPr>
          </a:p>
        </p:txBody>
      </p:sp>
      <p:sp>
        <p:nvSpPr>
          <p:cNvPr id="4" name="Cyan definition card">
            <a:extLst>
              <a:ext uri="{C183D7F6-B498-43B3-948B-1728B52AA6E4}">
                <adec:decorative xmlns:adec="http://schemas.microsoft.com/office/drawing/2017/decorative" val="1"/>
              </a:ext>
            </a:extLst>
          </p:cNvPr>
          <p:cNvSpPr/>
          <p:nvPr/>
        </p:nvSpPr>
        <p:spPr>
          <a:xfrm>
            <a:off x="0" y="1219200"/>
            <a:ext cx="8961120" cy="731520"/>
          </a:xfrm>
          <a:prstGeom prst="rect">
            <a:avLst/>
          </a:prstGeom>
          <a:solidFill>
            <a:srgbClr val="00F0FF"/>
          </a:solidFill>
          <a:ln w="12700">
            <a:solidFill>
              <a:srgbClr val="333333"/>
            </a:solidFill>
            <a:prstDash val="solid"/>
          </a:ln>
        </p:spPr>
        <p:txBody>
          <a:bodyPr/>
          <a:lstStyle/>
          <a:p>
            <a:pPr defTabSz="1219170"/>
            <a:endParaRPr lang="en-US" sz="2400">
              <a:solidFill>
                <a:prstClr val="black"/>
              </a:solidFill>
              <a:latin typeface="Calibri" panose="020F0502020204030204"/>
            </a:endParaRPr>
          </a:p>
        </p:txBody>
      </p:sp>
      <p:sp>
        <p:nvSpPr>
          <p:cNvPr id="5" name="Text 0"/>
          <p:cNvSpPr>
            <a:spLocks noGrp="1"/>
          </p:cNvSpPr>
          <p:nvPr>
            <p:ph type="title" idx="100" hasCustomPrompt="1"/>
          </p:nvPr>
        </p:nvSpPr>
        <p:spPr>
          <a:xfrm>
            <a:off x="304800" y="1280160"/>
            <a:ext cx="9265920" cy="755904"/>
          </a:xfrm>
          <a:prstGeom prst="rect">
            <a:avLst/>
          </a:prstGeom>
          <a:noFill/>
          <a:ln/>
        </p:spPr>
        <p:txBody>
          <a:bodyPr wrap="square" lIns="0" tIns="0" rIns="0" bIns="0" rtlCol="0" anchor="ctr">
            <a:normAutofit/>
          </a:bodyPr>
          <a:lstStyle/>
          <a:p>
            <a:r>
              <a:rPr lang="en-US" sz="2933" dirty="0">
                <a:solidFill>
                  <a:srgbClr val="111111"/>
                </a:solidFill>
                <a:latin typeface="Century Gothic" pitchFamily="34" charset="0"/>
                <a:ea typeface="Century Gothic" pitchFamily="34" charset="-122"/>
                <a:cs typeface="Century Gothic" pitchFamily="34" charset="-120"/>
              </a:rPr>
              <a:t>Privacy laws covered on the CISSP exam:</a:t>
            </a:r>
            <a:endParaRPr lang="en-US" sz="2933" dirty="0"/>
          </a:p>
        </p:txBody>
      </p:sp>
      <p:sp>
        <p:nvSpPr>
          <p:cNvPr id="6" name="Divider">
            <a:extLst>
              <a:ext uri="{C183D7F6-B498-43B3-948B-1728B52AA6E4}">
                <adec:decorative xmlns:adec="http://schemas.microsoft.com/office/drawing/2017/decorative" val="1"/>
              </a:ext>
            </a:extLst>
          </p:cNvPr>
          <p:cNvSpPr/>
          <p:nvPr/>
        </p:nvSpPr>
        <p:spPr>
          <a:xfrm>
            <a:off x="5913120" y="2133600"/>
            <a:ext cx="54864" cy="3901440"/>
          </a:xfrm>
          <a:prstGeom prst="rect">
            <a:avLst/>
          </a:prstGeom>
          <a:solidFill>
            <a:srgbClr val="111111"/>
          </a:solidFill>
          <a:ln w="12700">
            <a:solidFill>
              <a:srgbClr val="333333"/>
            </a:solidFill>
            <a:prstDash val="solid"/>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1036320" y="2194560"/>
            <a:ext cx="4632960" cy="609600"/>
          </a:xfrm>
          <a:prstGeom prst="rect">
            <a:avLst/>
          </a:prstGeom>
          <a:noFill/>
          <a:ln/>
        </p:spPr>
        <p:txBody>
          <a:bodyPr wrap="square" lIns="0" tIns="0" rIns="0" bIns="0" rtlCol="0" anchor="ctr">
            <a:normAutofit/>
          </a:bodyPr>
          <a:lstStyle/>
          <a:p>
            <a:pPr defTabSz="1219170"/>
            <a:r>
              <a:rPr lang="en-US" sz="4000" b="1" dirty="0">
                <a:ln w="15875">
                  <a:solidFill>
                    <a:srgbClr val="111111"/>
                  </a:solidFill>
                </a:ln>
                <a:solidFill>
                  <a:srgbClr val="00E5F5"/>
                </a:solidFill>
                <a:latin typeface="Century Gothic" pitchFamily="34" charset="0"/>
                <a:ea typeface="Century Gothic" pitchFamily="34" charset="-122"/>
                <a:cs typeface="Century Gothic" pitchFamily="34" charset="-120"/>
              </a:rPr>
              <a:t>US (Federal)</a:t>
            </a:r>
            <a:endParaRPr lang="en-US" sz="4000" dirty="0">
              <a:solidFill>
                <a:prstClr val="black"/>
              </a:solidFill>
              <a:latin typeface="Calibri" panose="020F0502020204030204"/>
            </a:endParaRPr>
          </a:p>
        </p:txBody>
      </p:sp>
      <p:sp>
        <p:nvSpPr>
          <p:cNvPr id="8" name="Text 6"/>
          <p:cNvSpPr/>
          <p:nvPr/>
        </p:nvSpPr>
        <p:spPr>
          <a:xfrm>
            <a:off x="1097280" y="2865120"/>
            <a:ext cx="4876800" cy="2133600"/>
          </a:xfrm>
          <a:prstGeom prst="rect">
            <a:avLst/>
          </a:prstGeom>
          <a:noFill/>
          <a:ln/>
        </p:spPr>
        <p:txBody>
          <a:bodyPr wrap="square" lIns="0" tIns="0" rIns="0" bIns="0" rtlCol="0" anchor="ctr">
            <a:normAutofit/>
          </a:bodyPr>
          <a:lstStyle/>
          <a:p>
            <a:pPr defTabSz="1219170">
              <a:lnSpc>
                <a:spcPts val="3360"/>
              </a:lnSpc>
            </a:pPr>
            <a:r>
              <a:rPr lang="en-US" sz="2267" dirty="0">
                <a:solidFill>
                  <a:srgbClr val="111111"/>
                </a:solidFill>
                <a:latin typeface="Century Gothic" pitchFamily="34" charset="0"/>
                <a:ea typeface="Century Gothic" pitchFamily="34" charset="-122"/>
                <a:cs typeface="Century Gothic" pitchFamily="34" charset="-120"/>
              </a:rPr>
              <a:t>✓  GLBA (financial)</a:t>
            </a:r>
            <a:endParaRPr lang="en-US" sz="2267" dirty="0">
              <a:solidFill>
                <a:prstClr val="black"/>
              </a:solidFill>
              <a:latin typeface="Calibri" panose="020F0502020204030204"/>
            </a:endParaRPr>
          </a:p>
          <a:p>
            <a:pPr defTabSz="1219170">
              <a:lnSpc>
                <a:spcPts val="3360"/>
              </a:lnSpc>
            </a:pPr>
            <a:r>
              <a:rPr lang="en-US" sz="2267" dirty="0">
                <a:solidFill>
                  <a:srgbClr val="111111"/>
                </a:solidFill>
                <a:latin typeface="Century Gothic" pitchFamily="34" charset="0"/>
                <a:ea typeface="Century Gothic" pitchFamily="34" charset="-122"/>
                <a:cs typeface="Century Gothic" pitchFamily="34" charset="-120"/>
              </a:rPr>
              <a:t>✓  HIPAA/HITECH (health)</a:t>
            </a:r>
            <a:endParaRPr lang="en-US" sz="2267" dirty="0">
              <a:solidFill>
                <a:prstClr val="black"/>
              </a:solidFill>
              <a:latin typeface="Calibri" panose="020F0502020204030204"/>
            </a:endParaRPr>
          </a:p>
          <a:p>
            <a:pPr defTabSz="1219170">
              <a:lnSpc>
                <a:spcPts val="3360"/>
              </a:lnSpc>
            </a:pPr>
            <a:r>
              <a:rPr lang="en-US" sz="2267" dirty="0">
                <a:solidFill>
                  <a:srgbClr val="111111"/>
                </a:solidFill>
                <a:latin typeface="Century Gothic" pitchFamily="34" charset="0"/>
                <a:ea typeface="Century Gothic" pitchFamily="34" charset="-122"/>
                <a:cs typeface="Century Gothic" pitchFamily="34" charset="-120"/>
              </a:rPr>
              <a:t>✓  COPPA (children)</a:t>
            </a:r>
            <a:endParaRPr lang="en-US" sz="2267" dirty="0">
              <a:solidFill>
                <a:prstClr val="black"/>
              </a:solidFill>
              <a:latin typeface="Calibri" panose="020F0502020204030204"/>
            </a:endParaRPr>
          </a:p>
          <a:p>
            <a:pPr defTabSz="1219170">
              <a:lnSpc>
                <a:spcPts val="3360"/>
              </a:lnSpc>
            </a:pPr>
            <a:r>
              <a:rPr lang="en-US" sz="2267" dirty="0">
                <a:solidFill>
                  <a:srgbClr val="111111"/>
                </a:solidFill>
                <a:latin typeface="Century Gothic" pitchFamily="34" charset="0"/>
                <a:ea typeface="Century Gothic" pitchFamily="34" charset="-122"/>
                <a:cs typeface="Century Gothic" pitchFamily="34" charset="-120"/>
              </a:rPr>
              <a:t>✓  ECPA (electronic)</a:t>
            </a:r>
            <a:endParaRPr lang="en-US" sz="2267" dirty="0">
              <a:solidFill>
                <a:prstClr val="black"/>
              </a:solidFill>
              <a:latin typeface="Calibri" panose="020F0502020204030204"/>
            </a:endParaRPr>
          </a:p>
          <a:p>
            <a:pPr defTabSz="1219170">
              <a:lnSpc>
                <a:spcPts val="3360"/>
              </a:lnSpc>
            </a:pPr>
            <a:r>
              <a:rPr lang="en-US" sz="2267" dirty="0">
                <a:solidFill>
                  <a:srgbClr val="111111"/>
                </a:solidFill>
                <a:latin typeface="Century Gothic" pitchFamily="34" charset="0"/>
                <a:ea typeface="Century Gothic" pitchFamily="34" charset="-122"/>
                <a:cs typeface="Century Gothic" pitchFamily="34" charset="-120"/>
              </a:rPr>
              <a:t>✓  CALEA (wiretapping)</a:t>
            </a:r>
            <a:endParaRPr lang="en-US" sz="2267" dirty="0">
              <a:solidFill>
                <a:prstClr val="black"/>
              </a:solidFill>
              <a:latin typeface="Calibri" panose="020F0502020204030204"/>
            </a:endParaRPr>
          </a:p>
        </p:txBody>
      </p:sp>
      <p:sp>
        <p:nvSpPr>
          <p:cNvPr id="9" name="Text 7"/>
          <p:cNvSpPr/>
          <p:nvPr/>
        </p:nvSpPr>
        <p:spPr>
          <a:xfrm>
            <a:off x="1036320" y="5059680"/>
            <a:ext cx="4632960" cy="609600"/>
          </a:xfrm>
          <a:prstGeom prst="rect">
            <a:avLst/>
          </a:prstGeom>
          <a:noFill/>
          <a:ln/>
        </p:spPr>
        <p:txBody>
          <a:bodyPr wrap="square" lIns="0" tIns="0" rIns="0" bIns="0" rtlCol="0" anchor="ctr">
            <a:normAutofit/>
          </a:bodyPr>
          <a:lstStyle/>
          <a:p>
            <a:pPr defTabSz="1219170"/>
            <a:r>
              <a:rPr lang="en-US" sz="4000" b="1" dirty="0">
                <a:ln w="15875">
                  <a:solidFill>
                    <a:srgbClr val="111111"/>
                  </a:solidFill>
                </a:ln>
                <a:solidFill>
                  <a:srgbClr val="00E5F5"/>
                </a:solidFill>
                <a:latin typeface="Century Gothic" pitchFamily="34" charset="0"/>
                <a:ea typeface="Century Gothic" pitchFamily="34" charset="-122"/>
                <a:cs typeface="Century Gothic" pitchFamily="34" charset="-120"/>
              </a:rPr>
              <a:t>US (State)</a:t>
            </a:r>
            <a:endParaRPr lang="en-US" sz="4000" dirty="0">
              <a:solidFill>
                <a:prstClr val="black"/>
              </a:solidFill>
              <a:latin typeface="Calibri" panose="020F0502020204030204"/>
            </a:endParaRPr>
          </a:p>
        </p:txBody>
      </p:sp>
      <p:sp>
        <p:nvSpPr>
          <p:cNvPr id="10" name="Text 8"/>
          <p:cNvSpPr/>
          <p:nvPr/>
        </p:nvSpPr>
        <p:spPr>
          <a:xfrm>
            <a:off x="1097280" y="5730240"/>
            <a:ext cx="4876800" cy="487680"/>
          </a:xfrm>
          <a:prstGeom prst="rect">
            <a:avLst/>
          </a:prstGeom>
          <a:noFill/>
          <a:ln/>
        </p:spPr>
        <p:txBody>
          <a:bodyPr wrap="square" lIns="0" tIns="0" rIns="0" bIns="0" rtlCol="0" anchor="ctr"/>
          <a:lstStyle/>
          <a:p>
            <a:pPr defTabSz="1219170"/>
            <a:r>
              <a:rPr lang="en-US" sz="2267" dirty="0">
                <a:solidFill>
                  <a:srgbClr val="111111"/>
                </a:solidFill>
                <a:latin typeface="Century Gothic" pitchFamily="34" charset="0"/>
                <a:ea typeface="Century Gothic" pitchFamily="34" charset="-122"/>
                <a:cs typeface="Century Gothic" pitchFamily="34" charset="-120"/>
              </a:rPr>
              <a:t>CCPA (California)</a:t>
            </a:r>
            <a:endParaRPr lang="en-US" sz="2267" dirty="0">
              <a:solidFill>
                <a:prstClr val="black"/>
              </a:solidFill>
              <a:latin typeface="Calibri" panose="020F0502020204030204"/>
            </a:endParaRPr>
          </a:p>
        </p:txBody>
      </p:sp>
      <p:sp>
        <p:nvSpPr>
          <p:cNvPr id="11" name="Text 9"/>
          <p:cNvSpPr/>
          <p:nvPr/>
        </p:nvSpPr>
        <p:spPr>
          <a:xfrm>
            <a:off x="6461760" y="2194560"/>
            <a:ext cx="5364480" cy="609600"/>
          </a:xfrm>
          <a:prstGeom prst="rect">
            <a:avLst/>
          </a:prstGeom>
          <a:noFill/>
          <a:ln/>
        </p:spPr>
        <p:txBody>
          <a:bodyPr wrap="square" lIns="0" tIns="0" rIns="0" bIns="0" rtlCol="0" anchor="ctr">
            <a:normAutofit/>
          </a:bodyPr>
          <a:lstStyle/>
          <a:p>
            <a:pPr defTabSz="1219170"/>
            <a:r>
              <a:rPr lang="en-US" sz="4000" b="1" dirty="0">
                <a:ln w="15875">
                  <a:solidFill>
                    <a:srgbClr val="111111"/>
                  </a:solidFill>
                </a:ln>
                <a:solidFill>
                  <a:srgbClr val="00E5F5"/>
                </a:solidFill>
                <a:latin typeface="Century Gothic" pitchFamily="34" charset="0"/>
                <a:ea typeface="Century Gothic" pitchFamily="34" charset="-122"/>
                <a:cs typeface="Century Gothic" pitchFamily="34" charset="-120"/>
              </a:rPr>
              <a:t>International</a:t>
            </a:r>
            <a:endParaRPr lang="en-US" sz="4000" dirty="0">
              <a:solidFill>
                <a:prstClr val="black"/>
              </a:solidFill>
              <a:latin typeface="Calibri" panose="020F0502020204030204"/>
            </a:endParaRPr>
          </a:p>
        </p:txBody>
      </p:sp>
      <p:sp>
        <p:nvSpPr>
          <p:cNvPr id="12" name="Text 10"/>
          <p:cNvSpPr/>
          <p:nvPr/>
        </p:nvSpPr>
        <p:spPr>
          <a:xfrm>
            <a:off x="6522720" y="2865120"/>
            <a:ext cx="5364480" cy="1341120"/>
          </a:xfrm>
          <a:prstGeom prst="rect">
            <a:avLst/>
          </a:prstGeom>
          <a:noFill/>
          <a:ln/>
        </p:spPr>
        <p:txBody>
          <a:bodyPr wrap="square" lIns="0" tIns="0" rIns="0" bIns="0" rtlCol="0" anchor="ctr">
            <a:normAutofit/>
          </a:bodyPr>
          <a:lstStyle/>
          <a:p>
            <a:pPr defTabSz="1219170">
              <a:lnSpc>
                <a:spcPts val="3333"/>
              </a:lnSpc>
            </a:pPr>
            <a:r>
              <a:rPr lang="en-US" sz="2267" dirty="0">
                <a:solidFill>
                  <a:srgbClr val="111111"/>
                </a:solidFill>
                <a:latin typeface="Century Gothic" pitchFamily="34" charset="0"/>
                <a:ea typeface="Century Gothic" pitchFamily="34" charset="-122"/>
                <a:cs typeface="Century Gothic" pitchFamily="34" charset="-120"/>
              </a:rPr>
              <a:t>✓  </a:t>
            </a:r>
            <a:r>
              <a:rPr lang="en-US" sz="2267" dirty="0">
                <a:solidFill>
                  <a:srgbClr val="111111"/>
                </a:solidFill>
                <a:highlight>
                  <a:srgbClr val="FFF06A"/>
                </a:highlight>
                <a:latin typeface="Century Gothic" pitchFamily="34" charset="0"/>
                <a:ea typeface="Century Gothic" pitchFamily="34" charset="-122"/>
                <a:cs typeface="Century Gothic" pitchFamily="34" charset="-120"/>
              </a:rPr>
              <a:t>GDPR (EU)</a:t>
            </a:r>
            <a:endParaRPr lang="en-US" sz="2267" dirty="0">
              <a:solidFill>
                <a:prstClr val="black"/>
              </a:solidFill>
              <a:latin typeface="Calibri" panose="020F0502020204030204"/>
            </a:endParaRPr>
          </a:p>
          <a:p>
            <a:pPr defTabSz="1219170">
              <a:lnSpc>
                <a:spcPts val="3333"/>
              </a:lnSpc>
            </a:pPr>
            <a:r>
              <a:rPr lang="en-US" sz="2267" dirty="0">
                <a:solidFill>
                  <a:srgbClr val="111111"/>
                </a:solidFill>
                <a:latin typeface="Century Gothic" pitchFamily="34" charset="0"/>
                <a:ea typeface="Century Gothic" pitchFamily="34" charset="-122"/>
                <a:cs typeface="Century Gothic" pitchFamily="34" charset="-120"/>
              </a:rPr>
              <a:t>✓  PIPL (China)</a:t>
            </a:r>
            <a:endParaRPr lang="en-US" sz="2267" dirty="0">
              <a:solidFill>
                <a:prstClr val="black"/>
              </a:solidFill>
              <a:latin typeface="Calibri" panose="020F0502020204030204"/>
            </a:endParaRPr>
          </a:p>
          <a:p>
            <a:pPr defTabSz="1219170">
              <a:lnSpc>
                <a:spcPts val="3333"/>
              </a:lnSpc>
            </a:pPr>
            <a:r>
              <a:rPr lang="en-US" sz="2267" dirty="0">
                <a:solidFill>
                  <a:srgbClr val="111111"/>
                </a:solidFill>
                <a:latin typeface="Century Gothic" pitchFamily="34" charset="0"/>
                <a:ea typeface="Century Gothic" pitchFamily="34" charset="-122"/>
                <a:cs typeface="Century Gothic" pitchFamily="34" charset="-120"/>
              </a:rPr>
              <a:t>✓  POPIA (South Africa)</a:t>
            </a:r>
            <a:endParaRPr lang="en-US" sz="2267" dirty="0">
              <a:solidFill>
                <a:prstClr val="black"/>
              </a:solidFill>
              <a:latin typeface="Calibri" panose="020F0502020204030204"/>
            </a:endParaRPr>
          </a:p>
        </p:txBody>
      </p:sp>
      <p:sp>
        <p:nvSpPr>
          <p:cNvPr id="13" name="Text 11"/>
          <p:cNvSpPr/>
          <p:nvPr/>
        </p:nvSpPr>
        <p:spPr>
          <a:xfrm>
            <a:off x="6461760" y="4450080"/>
            <a:ext cx="5486400" cy="548640"/>
          </a:xfrm>
          <a:prstGeom prst="rect">
            <a:avLst/>
          </a:prstGeom>
          <a:noFill/>
          <a:ln/>
        </p:spPr>
        <p:txBody>
          <a:bodyPr wrap="square" lIns="0" tIns="0" rIns="0" bIns="0" rtlCol="0" anchor="ctr">
            <a:normAutofit/>
          </a:bodyPr>
          <a:lstStyle/>
          <a:p>
            <a:pPr defTabSz="1219170"/>
            <a:r>
              <a:rPr lang="en-US" sz="2400" dirty="0">
                <a:solidFill>
                  <a:srgbClr val="FF0000"/>
                </a:solidFill>
                <a:latin typeface="Segoe Print" pitchFamily="34" charset="0"/>
                <a:ea typeface="Segoe Print" pitchFamily="34" charset="-122"/>
                <a:cs typeface="Segoe Print" pitchFamily="34" charset="-120"/>
              </a:rPr>
              <a:t>GDPR is the most important</a:t>
            </a:r>
            <a:endParaRPr lang="en-US" sz="2400" dirty="0">
              <a:solidFill>
                <a:prstClr val="black"/>
              </a:solidFill>
              <a:latin typeface="Calibri" panose="020F0502020204030204"/>
            </a:endParaRPr>
          </a:p>
        </p:txBody>
      </p:sp>
      <p:sp>
        <p:nvSpPr>
          <p:cNvPr id="14" name="Text 12"/>
          <p:cNvSpPr/>
          <p:nvPr/>
        </p:nvSpPr>
        <p:spPr>
          <a:xfrm>
            <a:off x="6461760" y="5059680"/>
            <a:ext cx="5486400" cy="548640"/>
          </a:xfrm>
          <a:prstGeom prst="rect">
            <a:avLst/>
          </a:prstGeom>
          <a:noFill/>
          <a:ln/>
        </p:spPr>
        <p:txBody>
          <a:bodyPr wrap="square" lIns="0" tIns="0" rIns="0" bIns="0" rtlCol="0" anchor="ctr">
            <a:normAutofit/>
          </a:bodyPr>
          <a:lstStyle/>
          <a:p>
            <a:pPr defTabSz="1219170"/>
            <a:r>
              <a:rPr lang="en-US" sz="2400" dirty="0">
                <a:solidFill>
                  <a:srgbClr val="FF0000"/>
                </a:solidFill>
                <a:latin typeface="Segoe Print" pitchFamily="34" charset="0"/>
                <a:ea typeface="Segoe Print" pitchFamily="34" charset="-122"/>
                <a:cs typeface="Segoe Print" pitchFamily="34" charset="-120"/>
              </a:rPr>
              <a:t>For US, focus on Federal</a:t>
            </a:r>
            <a:endParaRPr lang="en-US" sz="2400" dirty="0">
              <a:solidFill>
                <a:prstClr val="black"/>
              </a:solidFill>
              <a:latin typeface="Calibri" panose="020F0502020204030204"/>
            </a:endParaRPr>
          </a:p>
        </p:txBody>
      </p:sp>
      <p:sp>
        <p:nvSpPr>
          <p:cNvPr id="15" name="Marker underline">
            <a:extLst>
              <a:ext uri="{C183D7F6-B498-43B3-948B-1728B52AA6E4}">
                <adec:decorative xmlns:adec="http://schemas.microsoft.com/office/drawing/2017/decorative" val="1"/>
              </a:ext>
            </a:extLst>
          </p:cNvPr>
          <p:cNvSpPr/>
          <p:nvPr/>
        </p:nvSpPr>
        <p:spPr>
          <a:xfrm>
            <a:off x="9067800" y="5486400"/>
            <a:ext cx="1244316" cy="0"/>
          </a:xfrm>
          <a:prstGeom prst="line">
            <a:avLst/>
          </a:prstGeom>
          <a:noFill/>
          <a:ln w="28575">
            <a:solidFill>
              <a:srgbClr val="FF0000"/>
            </a:solidFill>
            <a:prstDash val="solid"/>
          </a:ln>
        </p:spPr>
        <p:txBody>
          <a:bodyPr/>
          <a:lstStyle/>
          <a:p>
            <a:pPr defTabSz="1219170"/>
            <a:endParaRPr lang="en-US" sz="2400">
              <a:solidFill>
                <a:prstClr val="black"/>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a:extLst>
              <a:ext uri="{C183D7F6-B498-43B3-948B-1728B52AA6E4}">
                <adec:decorative xmlns:adec="http://schemas.microsoft.com/office/drawing/2017/decorative" val="1"/>
              </a:ext>
            </a:extLst>
          </p:cNvPr>
          <p:cNvSpPr/>
          <p:nvPr/>
        </p:nvSpPr>
        <p:spPr>
          <a:xfrm>
            <a:off x="0" y="0"/>
            <a:ext cx="12192000" cy="1158240"/>
          </a:xfrm>
          <a:prstGeom prst="rect">
            <a:avLst/>
          </a:prstGeom>
          <a:solidFill>
            <a:srgbClr val="F0F0F0"/>
          </a:solidFill>
          <a:ln w="12700">
            <a:solidFill>
              <a:srgbClr val="333333"/>
            </a:solidFill>
            <a:prstDash val="solid"/>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268224" y="73152"/>
            <a:ext cx="11582400" cy="975360"/>
          </a:xfrm>
          <a:prstGeom prst="rect">
            <a:avLst/>
          </a:prstGeom>
          <a:noFill/>
          <a:ln/>
        </p:spPr>
        <p:txBody>
          <a:bodyPr wrap="square" lIns="0" tIns="0" rIns="0" bIns="0" rtlCol="0" anchor="ctr">
            <a:normAutofit/>
          </a:bodyPr>
          <a:lstStyle/>
          <a:p>
            <a:pPr defTabSz="1219170"/>
            <a:r>
              <a:rPr lang="en-US" sz="4533" kern="0" spc="67" dirty="0">
                <a:solidFill>
                  <a:srgbClr val="111111"/>
                </a:solidFill>
                <a:latin typeface="Impact" pitchFamily="34" charset="0"/>
                <a:ea typeface="Impact" pitchFamily="34" charset="-122"/>
                <a:cs typeface="Impact" pitchFamily="34" charset="-120"/>
              </a:rPr>
              <a:t>PRIVACY IMPACT ASSESSMENT</a:t>
            </a:r>
            <a:endParaRPr lang="en-US" sz="4533" dirty="0">
              <a:solidFill>
                <a:prstClr val="black"/>
              </a:solidFill>
              <a:latin typeface="Calibri" panose="020F0502020204030204"/>
            </a:endParaRPr>
          </a:p>
        </p:txBody>
      </p:sp>
      <p:sp>
        <p:nvSpPr>
          <p:cNvPr id="4" name="Text 2"/>
          <p:cNvSpPr/>
          <p:nvPr/>
        </p:nvSpPr>
        <p:spPr>
          <a:xfrm>
            <a:off x="487680" y="1280160"/>
            <a:ext cx="6096000" cy="548640"/>
          </a:xfrm>
          <a:prstGeom prst="rect">
            <a:avLst/>
          </a:prstGeom>
          <a:noFill/>
          <a:ln/>
        </p:spPr>
        <p:txBody>
          <a:bodyPr wrap="square" lIns="0" tIns="0" rIns="0" bIns="0" rtlCol="0" anchor="ctr">
            <a:normAutofit/>
          </a:bodyPr>
          <a:lstStyle/>
          <a:p>
            <a:pPr defTabSz="1219170"/>
            <a:r>
              <a:rPr lang="en-US" sz="2933" b="1" dirty="0">
                <a:ln w="15875">
                  <a:solidFill>
                    <a:srgbClr val="111111"/>
                  </a:solidFill>
                </a:ln>
                <a:solidFill>
                  <a:srgbClr val="00E5F5"/>
                </a:solidFill>
                <a:latin typeface="Century Gothic" pitchFamily="34" charset="0"/>
                <a:ea typeface="Century Gothic" pitchFamily="34" charset="-122"/>
                <a:cs typeface="Century Gothic" pitchFamily="34" charset="-120"/>
              </a:rPr>
              <a:t>What is a PIA?</a:t>
            </a:r>
            <a:endParaRPr lang="en-US" sz="2933" dirty="0">
              <a:solidFill>
                <a:prstClr val="black"/>
              </a:solidFill>
              <a:latin typeface="Calibri" panose="020F0502020204030204"/>
            </a:endParaRPr>
          </a:p>
        </p:txBody>
      </p:sp>
      <p:sp>
        <p:nvSpPr>
          <p:cNvPr id="5" name="Text 3"/>
          <p:cNvSpPr/>
          <p:nvPr/>
        </p:nvSpPr>
        <p:spPr>
          <a:xfrm>
            <a:off x="487680" y="1853184"/>
            <a:ext cx="11216640" cy="731520"/>
          </a:xfrm>
          <a:prstGeom prst="rect">
            <a:avLst/>
          </a:prstGeom>
          <a:noFill/>
          <a:ln/>
        </p:spPr>
        <p:txBody>
          <a:bodyPr wrap="square" lIns="0" tIns="0" rIns="0" bIns="0" rtlCol="0" anchor="t">
            <a:normAutofit/>
          </a:bodyPr>
          <a:lstStyle/>
          <a:p>
            <a:pPr defTabSz="1219170">
              <a:lnSpc>
                <a:spcPts val="2933"/>
              </a:lnSpc>
            </a:pPr>
            <a:r>
              <a:rPr lang="en-US" sz="1867" dirty="0">
                <a:solidFill>
                  <a:srgbClr val="111111"/>
                </a:solidFill>
                <a:latin typeface="Century Gothic" pitchFamily="34" charset="0"/>
                <a:ea typeface="Century Gothic" pitchFamily="34" charset="-122"/>
                <a:cs typeface="Century Gothic" pitchFamily="34" charset="-120"/>
              </a:rPr>
              <a:t>a Privacy Impact Assessment (PIA) is designed to identify the privacy data </a:t>
            </a:r>
            <a:r>
              <a:rPr lang="en-US" sz="1867" b="1" dirty="0">
                <a:solidFill>
                  <a:srgbClr val="111111"/>
                </a:solidFill>
                <a:latin typeface="Century Gothic" pitchFamily="34" charset="0"/>
                <a:ea typeface="Century Gothic" pitchFamily="34" charset="-122"/>
                <a:cs typeface="Century Gothic" pitchFamily="34" charset="-120"/>
              </a:rPr>
              <a:t>being collected</a:t>
            </a:r>
            <a:r>
              <a:rPr lang="en-US" sz="1867" dirty="0">
                <a:solidFill>
                  <a:srgbClr val="111111"/>
                </a:solidFill>
                <a:latin typeface="Century Gothic" pitchFamily="34" charset="0"/>
                <a:ea typeface="Century Gothic" pitchFamily="34" charset="-122"/>
                <a:cs typeface="Century Gothic" pitchFamily="34" charset="-120"/>
              </a:rPr>
              <a:t>, processed, or stored by a system, and assess the effects of a data breach</a:t>
            </a:r>
            <a:endParaRPr lang="en-US" sz="1867" dirty="0">
              <a:solidFill>
                <a:prstClr val="black"/>
              </a:solidFill>
              <a:latin typeface="Calibri" panose="020F0502020204030204"/>
            </a:endParaRPr>
          </a:p>
        </p:txBody>
      </p:sp>
      <p:sp>
        <p:nvSpPr>
          <p:cNvPr id="6" name="Text 4"/>
          <p:cNvSpPr/>
          <p:nvPr/>
        </p:nvSpPr>
        <p:spPr>
          <a:xfrm>
            <a:off x="487680" y="2682240"/>
            <a:ext cx="6583680" cy="548640"/>
          </a:xfrm>
          <a:prstGeom prst="rect">
            <a:avLst/>
          </a:prstGeom>
          <a:noFill/>
          <a:ln/>
        </p:spPr>
        <p:txBody>
          <a:bodyPr wrap="square" lIns="0" tIns="0" rIns="0" bIns="0" rtlCol="0" anchor="ctr">
            <a:normAutofit/>
          </a:bodyPr>
          <a:lstStyle/>
          <a:p>
            <a:pPr defTabSz="1219170"/>
            <a:r>
              <a:rPr lang="en-US" sz="2933" b="1" dirty="0">
                <a:ln w="15875">
                  <a:solidFill>
                    <a:srgbClr val="111111"/>
                  </a:solidFill>
                </a:ln>
                <a:solidFill>
                  <a:srgbClr val="00E5F5"/>
                </a:solidFill>
                <a:latin typeface="Century Gothic" pitchFamily="34" charset="0"/>
                <a:ea typeface="Century Gothic" pitchFamily="34" charset="-122"/>
                <a:cs typeface="Century Gothic" pitchFamily="34" charset="-120"/>
              </a:rPr>
              <a:t>When is a PIA necessary?</a:t>
            </a:r>
            <a:endParaRPr lang="en-US" sz="2933" dirty="0">
              <a:solidFill>
                <a:prstClr val="black"/>
              </a:solidFill>
              <a:latin typeface="Calibri" panose="020F0502020204030204"/>
            </a:endParaRPr>
          </a:p>
        </p:txBody>
      </p:sp>
      <p:sp>
        <p:nvSpPr>
          <p:cNvPr id="7" name="Text 5"/>
          <p:cNvSpPr/>
          <p:nvPr/>
        </p:nvSpPr>
        <p:spPr>
          <a:xfrm>
            <a:off x="487680" y="3267456"/>
            <a:ext cx="11216640" cy="731520"/>
          </a:xfrm>
          <a:prstGeom prst="rect">
            <a:avLst/>
          </a:prstGeom>
          <a:noFill/>
          <a:ln/>
        </p:spPr>
        <p:txBody>
          <a:bodyPr wrap="square" lIns="0" tIns="0" rIns="0" bIns="0" rtlCol="0" anchor="t">
            <a:normAutofit/>
          </a:bodyPr>
          <a:lstStyle/>
          <a:p>
            <a:pPr defTabSz="1219170">
              <a:lnSpc>
                <a:spcPts val="2933"/>
              </a:lnSpc>
            </a:pPr>
            <a:r>
              <a:rPr lang="en-US" sz="1867" dirty="0">
                <a:solidFill>
                  <a:srgbClr val="111111"/>
                </a:solidFill>
                <a:latin typeface="Century Gothic" pitchFamily="34" charset="0"/>
                <a:ea typeface="Century Gothic" pitchFamily="34" charset="-122"/>
                <a:cs typeface="Century Gothic" pitchFamily="34" charset="-120"/>
              </a:rPr>
              <a:t>Several privacy laws explicitly </a:t>
            </a:r>
            <a:r>
              <a:rPr lang="en-US" sz="1867" dirty="0">
                <a:solidFill>
                  <a:srgbClr val="111111"/>
                </a:solidFill>
                <a:highlight>
                  <a:srgbClr val="FFF06A"/>
                </a:highlight>
                <a:latin typeface="Century Gothic" pitchFamily="34" charset="0"/>
                <a:ea typeface="Century Gothic" pitchFamily="34" charset="-122"/>
                <a:cs typeface="Century Gothic" pitchFamily="34" charset="-120"/>
              </a:rPr>
              <a:t>require PIAs</a:t>
            </a:r>
            <a:r>
              <a:rPr lang="en-US" sz="1867" dirty="0">
                <a:solidFill>
                  <a:srgbClr val="111111"/>
                </a:solidFill>
                <a:latin typeface="Century Gothic" pitchFamily="34" charset="0"/>
                <a:ea typeface="Century Gothic" pitchFamily="34" charset="-122"/>
                <a:cs typeface="Century Gothic" pitchFamily="34" charset="-120"/>
              </a:rPr>
              <a:t> as a planning tool for identifying and implementing required privacy controls, including </a:t>
            </a:r>
            <a:r>
              <a:rPr lang="en-US" sz="1867" b="1" dirty="0">
                <a:solidFill>
                  <a:srgbClr val="111111"/>
                </a:solidFill>
                <a:latin typeface="Century Gothic" pitchFamily="34" charset="0"/>
                <a:ea typeface="Century Gothic" pitchFamily="34" charset="-122"/>
                <a:cs typeface="Century Gothic" pitchFamily="34" charset="-120"/>
              </a:rPr>
              <a:t>GDPR and HIPAA</a:t>
            </a:r>
            <a:r>
              <a:rPr lang="en-US" sz="1867" dirty="0">
                <a:solidFill>
                  <a:srgbClr val="111111"/>
                </a:solidFill>
                <a:latin typeface="Century Gothic" pitchFamily="34" charset="0"/>
                <a:ea typeface="Century Gothic" pitchFamily="34" charset="-122"/>
                <a:cs typeface="Century Gothic" pitchFamily="34" charset="-120"/>
              </a:rPr>
              <a:t>.</a:t>
            </a:r>
            <a:endParaRPr lang="en-US" sz="1867" dirty="0">
              <a:solidFill>
                <a:prstClr val="black"/>
              </a:solidFill>
              <a:latin typeface="Calibri" panose="020F0502020204030204"/>
            </a:endParaRPr>
          </a:p>
        </p:txBody>
      </p:sp>
      <p:sp>
        <p:nvSpPr>
          <p:cNvPr id="8" name="Text 6"/>
          <p:cNvSpPr/>
          <p:nvPr/>
        </p:nvSpPr>
        <p:spPr>
          <a:xfrm>
            <a:off x="487680" y="4084320"/>
            <a:ext cx="11216640" cy="365760"/>
          </a:xfrm>
          <a:prstGeom prst="rect">
            <a:avLst/>
          </a:prstGeom>
          <a:noFill/>
          <a:ln/>
        </p:spPr>
        <p:txBody>
          <a:bodyPr wrap="square" lIns="0" tIns="0" rIns="0" bIns="0" rtlCol="0" anchor="t">
            <a:normAutofit/>
          </a:bodyPr>
          <a:lstStyle/>
          <a:p>
            <a:pPr defTabSz="1219170">
              <a:lnSpc>
                <a:spcPts val="2933"/>
              </a:lnSpc>
            </a:pPr>
            <a:r>
              <a:rPr lang="en-US" sz="1867" dirty="0">
                <a:solidFill>
                  <a:srgbClr val="111111"/>
                </a:solidFill>
                <a:latin typeface="Century Gothic" pitchFamily="34" charset="0"/>
                <a:ea typeface="Century Gothic" pitchFamily="34" charset="-122"/>
                <a:cs typeface="Century Gothic" pitchFamily="34" charset="-120"/>
              </a:rPr>
              <a:t>Conducting a PIA typically begins when a system or process is being evaluated</a:t>
            </a:r>
            <a:endParaRPr lang="en-US" sz="1867" dirty="0">
              <a:solidFill>
                <a:prstClr val="black"/>
              </a:solidFill>
              <a:latin typeface="Calibri" panose="020F0502020204030204"/>
            </a:endParaRPr>
          </a:p>
        </p:txBody>
      </p:sp>
      <p:sp>
        <p:nvSpPr>
          <p:cNvPr id="9" name="Text 7"/>
          <p:cNvSpPr/>
          <p:nvPr/>
        </p:nvSpPr>
        <p:spPr>
          <a:xfrm>
            <a:off x="487680" y="4486656"/>
            <a:ext cx="11338560" cy="548640"/>
          </a:xfrm>
          <a:prstGeom prst="rect">
            <a:avLst/>
          </a:prstGeom>
          <a:noFill/>
          <a:ln/>
        </p:spPr>
        <p:txBody>
          <a:bodyPr wrap="square" lIns="0" tIns="0" rIns="0" bIns="0" rtlCol="0" anchor="ctr">
            <a:normAutofit/>
          </a:bodyPr>
          <a:lstStyle/>
          <a:p>
            <a:pPr defTabSz="1219170"/>
            <a:r>
              <a:rPr lang="en-US" sz="2000" dirty="0">
                <a:solidFill>
                  <a:srgbClr val="FF0000"/>
                </a:solidFill>
                <a:latin typeface="Segoe Print" pitchFamily="34" charset="0"/>
                <a:ea typeface="Segoe Print" pitchFamily="34" charset="-122"/>
                <a:cs typeface="Segoe Print" pitchFamily="34" charset="-120"/>
              </a:rPr>
              <a:t>However, evolving privacy regulation often necessitates assessment of existing systems.</a:t>
            </a:r>
            <a:endParaRPr lang="en-US" sz="2000" dirty="0">
              <a:solidFill>
                <a:prstClr val="black"/>
              </a:solidFill>
              <a:latin typeface="Calibri" panose="020F0502020204030204"/>
            </a:endParaRPr>
          </a:p>
        </p:txBody>
      </p:sp>
      <p:sp>
        <p:nvSpPr>
          <p:cNvPr id="10" name="Text 8"/>
          <p:cNvSpPr/>
          <p:nvPr/>
        </p:nvSpPr>
        <p:spPr>
          <a:xfrm>
            <a:off x="487680" y="4937760"/>
            <a:ext cx="11216640" cy="731520"/>
          </a:xfrm>
          <a:prstGeom prst="rect">
            <a:avLst/>
          </a:prstGeom>
          <a:noFill/>
          <a:ln/>
        </p:spPr>
        <p:txBody>
          <a:bodyPr wrap="square" lIns="0" tIns="0" rIns="0" bIns="0" rtlCol="0" anchor="t">
            <a:normAutofit fontScale="85000" lnSpcReduction="10000"/>
          </a:bodyPr>
          <a:lstStyle/>
          <a:p>
            <a:pPr defTabSz="1219170">
              <a:lnSpc>
                <a:spcPts val="3200"/>
              </a:lnSpc>
            </a:pPr>
            <a:r>
              <a:rPr lang="en-US" sz="2000" dirty="0">
                <a:solidFill>
                  <a:srgbClr val="111111"/>
                </a:solidFill>
                <a:latin typeface="Century Gothic" pitchFamily="34" charset="0"/>
                <a:ea typeface="Century Gothic" pitchFamily="34" charset="-122"/>
                <a:cs typeface="Century Gothic" pitchFamily="34" charset="-120"/>
              </a:rPr>
              <a:t>To conduct a PIA, you must define </a:t>
            </a:r>
            <a:r>
              <a:rPr lang="en-US" sz="2000" b="1" dirty="0">
                <a:solidFill>
                  <a:srgbClr val="111111"/>
                </a:solidFill>
                <a:latin typeface="Century Gothic" pitchFamily="34" charset="0"/>
                <a:ea typeface="Century Gothic" pitchFamily="34" charset="-122"/>
                <a:cs typeface="Century Gothic" pitchFamily="34" charset="-120"/>
              </a:rPr>
              <a:t>assessment scope, data collection methods, and plan for data retention</a:t>
            </a:r>
            <a:endParaRPr lang="en-US" sz="2000" dirty="0">
              <a:solidFill>
                <a:prstClr val="black"/>
              </a:solidFill>
              <a:latin typeface="Calibri" panose="020F0502020204030204"/>
            </a:endParaRPr>
          </a:p>
        </p:txBody>
      </p:sp>
      <p:sp>
        <p:nvSpPr>
          <p:cNvPr id="11" name="Panel">
            <a:extLst>
              <a:ext uri="{C183D7F6-B498-43B3-948B-1728B52AA6E4}">
                <adec:decorative xmlns:adec="http://schemas.microsoft.com/office/drawing/2017/decorative" val="1"/>
              </a:ext>
            </a:extLst>
          </p:cNvPr>
          <p:cNvSpPr/>
          <p:nvPr/>
        </p:nvSpPr>
        <p:spPr>
          <a:xfrm>
            <a:off x="0" y="5913120"/>
            <a:ext cx="12192000" cy="950976"/>
          </a:xfrm>
          <a:prstGeom prst="rect">
            <a:avLst/>
          </a:prstGeom>
          <a:solidFill>
            <a:srgbClr val="E4E4E4"/>
          </a:solidFill>
          <a:ln w="12700">
            <a:solidFill>
              <a:srgbClr val="333333"/>
            </a:solidFill>
            <a:prstDash val="solid"/>
          </a:ln>
        </p:spPr>
        <p:txBody>
          <a:bodyPr/>
          <a:lstStyle/>
          <a:p>
            <a:pPr defTabSz="1219170"/>
            <a:endParaRPr lang="en-US" sz="2400">
              <a:solidFill>
                <a:prstClr val="black"/>
              </a:solidFill>
              <a:latin typeface="Calibri" panose="020F0502020204030204"/>
            </a:endParaRPr>
          </a:p>
        </p:txBody>
      </p:sp>
      <p:sp>
        <p:nvSpPr>
          <p:cNvPr id="12" name="Text 10"/>
          <p:cNvSpPr/>
          <p:nvPr/>
        </p:nvSpPr>
        <p:spPr>
          <a:xfrm>
            <a:off x="731520" y="5913120"/>
            <a:ext cx="10972800" cy="950976"/>
          </a:xfrm>
          <a:prstGeom prst="rect">
            <a:avLst/>
          </a:prstGeom>
          <a:noFill/>
          <a:ln/>
        </p:spPr>
        <p:txBody>
          <a:bodyPr wrap="square" lIns="0" tIns="0" rIns="0" bIns="0" rtlCol="0" anchor="ctr">
            <a:normAutofit/>
          </a:bodyPr>
          <a:lstStyle/>
          <a:p>
            <a:pPr defTabSz="1219170">
              <a:lnSpc>
                <a:spcPts val="2667"/>
              </a:lnSpc>
            </a:pPr>
            <a:r>
              <a:rPr lang="en-US" b="1" dirty="0">
                <a:solidFill>
                  <a:srgbClr val="111111"/>
                </a:solidFill>
                <a:latin typeface="Century Gothic" pitchFamily="34" charset="0"/>
                <a:ea typeface="Century Gothic" pitchFamily="34" charset="-122"/>
                <a:cs typeface="Century Gothic" pitchFamily="34" charset="-120"/>
              </a:rPr>
              <a:t>The International Association of Privacy Professionals (IAPP)</a:t>
            </a:r>
            <a:r>
              <a:rPr lang="en-US" dirty="0">
                <a:solidFill>
                  <a:srgbClr val="111111"/>
                </a:solidFill>
                <a:latin typeface="Century Gothic" pitchFamily="34" charset="0"/>
                <a:ea typeface="Century Gothic" pitchFamily="34" charset="-122"/>
                <a:cs typeface="Century Gothic" pitchFamily="34" charset="-120"/>
              </a:rPr>
              <a:t> has published guides and resources related to privacy efforts, including PIA.</a:t>
            </a:r>
            <a:endParaRPr lang="en-US" dirty="0">
              <a:solidFill>
                <a:prstClr val="black"/>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a:r>
              <a:rPr lang="en-US" sz="3200" kern="0" spc="133" dirty="0">
                <a:solidFill>
                  <a:srgbClr val="1CDDEB"/>
                </a:solidFill>
                <a:latin typeface="Impact" pitchFamily="34" charset="0"/>
                <a:ea typeface="Impact" pitchFamily="34" charset="-122"/>
                <a:cs typeface="Impact" pitchFamily="34" charset="-120"/>
              </a:rPr>
              <a:t>LEGAL &amp; REGULATORY</a:t>
            </a:r>
            <a:endParaRPr lang="en-US" sz="3200" dirty="0">
              <a:solidFill>
                <a:prstClr val="black"/>
              </a:solidFill>
              <a:latin typeface="Calibri" panose="020F0502020204030204"/>
            </a:endParaRPr>
          </a:p>
        </p:txBody>
      </p:sp>
      <p:sp>
        <p:nvSpPr>
          <p:cNvPr id="4" name="Text 2"/>
          <p:cNvSpPr/>
          <p:nvPr/>
        </p:nvSpPr>
        <p:spPr>
          <a:xfrm>
            <a:off x="487680" y="950976"/>
            <a:ext cx="11338560" cy="914400"/>
          </a:xfrm>
          <a:prstGeom prst="rect">
            <a:avLst/>
          </a:prstGeom>
          <a:noFill/>
          <a:ln/>
        </p:spPr>
        <p:txBody>
          <a:bodyPr wrap="square" rtlCol="0" anchor="ctr"/>
          <a:lstStyle/>
          <a:p>
            <a:pPr defTabSz="1219170"/>
            <a:r>
              <a:rPr lang="en-US" sz="5333" b="1" dirty="0">
                <a:solidFill>
                  <a:srgbClr val="1CDDEB"/>
                </a:solidFill>
                <a:latin typeface="Century Gothic" pitchFamily="34" charset="0"/>
                <a:ea typeface="Century Gothic" pitchFamily="34" charset="-122"/>
                <a:cs typeface="Century Gothic" pitchFamily="34" charset="-120"/>
              </a:rPr>
              <a:t>Encryption and Privacy</a:t>
            </a:r>
            <a:endParaRPr lang="en-US" sz="5333" dirty="0">
              <a:solidFill>
                <a:prstClr val="black"/>
              </a:solidFill>
              <a:latin typeface="Calibri" panose="020F0502020204030204"/>
            </a:endParaRPr>
          </a:p>
        </p:txBody>
      </p:sp>
      <p:sp>
        <p:nvSpPr>
          <p:cNvPr id="5" name="Text 3"/>
          <p:cNvSpPr/>
          <p:nvPr/>
        </p:nvSpPr>
        <p:spPr>
          <a:xfrm>
            <a:off x="426720" y="1901952"/>
            <a:ext cx="11582400" cy="877824"/>
          </a:xfrm>
          <a:prstGeom prst="rect">
            <a:avLst/>
          </a:prstGeom>
          <a:noFill/>
          <a:ln/>
        </p:spPr>
        <p:txBody>
          <a:bodyPr wrap="square" rtlCol="0" anchor="t"/>
          <a:lstStyle/>
          <a:p>
            <a:pPr defTabSz="1219170">
              <a:lnSpc>
                <a:spcPct val="103000"/>
              </a:lnSpc>
            </a:pPr>
            <a:r>
              <a:rPr lang="en-US" sz="2533" b="1" dirty="0">
                <a:solidFill>
                  <a:srgbClr val="1A1A1A"/>
                </a:solidFill>
                <a:latin typeface="Century Gothic" pitchFamily="34" charset="0"/>
                <a:ea typeface="Century Gothic" pitchFamily="34" charset="-122"/>
                <a:cs typeface="Century Gothic" pitchFamily="34" charset="-120"/>
              </a:rPr>
              <a:t>Computer Export Controls</a:t>
            </a:r>
            <a:r>
              <a:rPr lang="en-US" sz="2533" dirty="0">
                <a:solidFill>
                  <a:srgbClr val="1A1A1A"/>
                </a:solidFill>
                <a:latin typeface="Century Gothic" pitchFamily="34" charset="0"/>
                <a:ea typeface="Century Gothic" pitchFamily="34" charset="-122"/>
                <a:cs typeface="Century Gothic" pitchFamily="34" charset="-120"/>
              </a:rPr>
              <a:t>. US companies can’t export to</a:t>
            </a:r>
            <a:endParaRPr lang="en-US" sz="2533" dirty="0">
              <a:solidFill>
                <a:prstClr val="black"/>
              </a:solidFill>
              <a:latin typeface="Calibri" panose="020F0502020204030204"/>
            </a:endParaRPr>
          </a:p>
          <a:p>
            <a:pPr defTabSz="1219170">
              <a:lnSpc>
                <a:spcPct val="103000"/>
              </a:lnSpc>
            </a:pPr>
            <a:r>
              <a:rPr lang="en-US" sz="2533" dirty="0">
                <a:solidFill>
                  <a:srgbClr val="1A1A1A"/>
                </a:solidFill>
                <a:latin typeface="Century Gothic" pitchFamily="34" charset="0"/>
                <a:ea typeface="Century Gothic" pitchFamily="34" charset="-122"/>
                <a:cs typeface="Century Gothic" pitchFamily="34" charset="-120"/>
              </a:rPr>
              <a:t>Cuba, Iran, North Korea, Sudan, and Syria.</a:t>
            </a:r>
            <a:endParaRPr lang="en-US" sz="2533" dirty="0">
              <a:solidFill>
                <a:prstClr val="black"/>
              </a:solidFill>
              <a:latin typeface="Calibri" panose="020F0502020204030204"/>
            </a:endParaRPr>
          </a:p>
        </p:txBody>
      </p:sp>
      <p:sp>
        <p:nvSpPr>
          <p:cNvPr id="6" name="emphasis">
            <a:extLst>
              <a:ext uri="{C183D7F6-B498-43B3-948B-1728B52AA6E4}">
                <adec:decorative xmlns:adec="http://schemas.microsoft.com/office/drawing/2017/decorative" val="1"/>
              </a:ext>
            </a:extLst>
          </p:cNvPr>
          <p:cNvSpPr/>
          <p:nvPr/>
        </p:nvSpPr>
        <p:spPr>
          <a:xfrm>
            <a:off x="402336" y="2316480"/>
            <a:ext cx="6836664" cy="487680"/>
          </a:xfrm>
          <a:prstGeom prst="roundRect">
            <a:avLst>
              <a:gd name="adj" fmla="val 12500"/>
            </a:avLst>
          </a:prstGeom>
          <a:ln w="31750">
            <a:solidFill>
              <a:srgbClr val="EE1C25"/>
            </a:solidFill>
            <a:prstDash val="solid"/>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487680" y="2877312"/>
            <a:ext cx="11582400" cy="877824"/>
          </a:xfrm>
          <a:prstGeom prst="rect">
            <a:avLst/>
          </a:prstGeom>
          <a:noFill/>
          <a:ln/>
        </p:spPr>
        <p:txBody>
          <a:bodyPr wrap="square" rtlCol="0" anchor="t"/>
          <a:lstStyle/>
          <a:p>
            <a:pPr defTabSz="1219170">
              <a:lnSpc>
                <a:spcPct val="103000"/>
              </a:lnSpc>
            </a:pPr>
            <a:r>
              <a:rPr lang="en-US" sz="2533" b="1" dirty="0">
                <a:solidFill>
                  <a:srgbClr val="1A1A1A"/>
                </a:solidFill>
                <a:latin typeface="Century Gothic" pitchFamily="34" charset="0"/>
                <a:ea typeface="Century Gothic" pitchFamily="34" charset="-122"/>
                <a:cs typeface="Century Gothic" pitchFamily="34" charset="-120"/>
              </a:rPr>
              <a:t>Encryption Export Controls</a:t>
            </a:r>
            <a:r>
              <a:rPr lang="en-US" sz="2533" dirty="0">
                <a:solidFill>
                  <a:srgbClr val="1A1A1A"/>
                </a:solidFill>
                <a:latin typeface="Century Gothic" pitchFamily="34" charset="0"/>
                <a:ea typeface="Century Gothic" pitchFamily="34" charset="-122"/>
                <a:cs typeface="Century Gothic" pitchFamily="34" charset="-120"/>
              </a:rPr>
              <a:t>. Dept of Commerce details</a:t>
            </a:r>
            <a:endParaRPr lang="en-US" sz="2533" dirty="0">
              <a:solidFill>
                <a:prstClr val="black"/>
              </a:solidFill>
              <a:latin typeface="Calibri" panose="020F0502020204030204"/>
            </a:endParaRPr>
          </a:p>
          <a:p>
            <a:pPr defTabSz="1219170">
              <a:lnSpc>
                <a:spcPct val="103000"/>
              </a:lnSpc>
            </a:pPr>
            <a:r>
              <a:rPr lang="en-US" sz="2533" dirty="0">
                <a:solidFill>
                  <a:srgbClr val="1A1A1A"/>
                </a:solidFill>
                <a:latin typeface="Century Gothic" pitchFamily="34" charset="0"/>
                <a:ea typeface="Century Gothic" pitchFamily="34" charset="-122"/>
                <a:cs typeface="Century Gothic" pitchFamily="34" charset="-120"/>
              </a:rPr>
              <a:t>limitations on export of encryption products outside the US..</a:t>
            </a:r>
            <a:endParaRPr lang="en-US" sz="2533" dirty="0">
              <a:solidFill>
                <a:prstClr val="black"/>
              </a:solidFill>
              <a:latin typeface="Calibri" panose="020F0502020204030204"/>
            </a:endParaRPr>
          </a:p>
        </p:txBody>
      </p:sp>
      <p:sp>
        <p:nvSpPr>
          <p:cNvPr id="8" name="Text 6"/>
          <p:cNvSpPr/>
          <p:nvPr/>
        </p:nvSpPr>
        <p:spPr>
          <a:xfrm>
            <a:off x="487680" y="3852672"/>
            <a:ext cx="11582400" cy="877824"/>
          </a:xfrm>
          <a:prstGeom prst="rect">
            <a:avLst/>
          </a:prstGeom>
          <a:noFill/>
          <a:ln/>
        </p:spPr>
        <p:txBody>
          <a:bodyPr wrap="square" rtlCol="0" anchor="t"/>
          <a:lstStyle/>
          <a:p>
            <a:pPr defTabSz="1219170">
              <a:lnSpc>
                <a:spcPct val="103000"/>
              </a:lnSpc>
            </a:pPr>
            <a:r>
              <a:rPr lang="en-US" sz="2533" b="1" dirty="0">
                <a:solidFill>
                  <a:srgbClr val="1A1A1A"/>
                </a:solidFill>
                <a:latin typeface="Century Gothic" pitchFamily="34" charset="0"/>
                <a:ea typeface="Century Gothic" pitchFamily="34" charset="-122"/>
                <a:cs typeface="Century Gothic" pitchFamily="34" charset="-120"/>
              </a:rPr>
              <a:t>Privacy (US)</a:t>
            </a:r>
            <a:r>
              <a:rPr lang="en-US" sz="2533" dirty="0">
                <a:solidFill>
                  <a:srgbClr val="1A1A1A"/>
                </a:solidFill>
                <a:latin typeface="Century Gothic" pitchFamily="34" charset="0"/>
                <a:ea typeface="Century Gothic" pitchFamily="34" charset="-122"/>
                <a:cs typeface="Century Gothic" pitchFamily="34" charset="-120"/>
              </a:rPr>
              <a:t>. The basis for privacy rights is in the </a:t>
            </a:r>
            <a:r>
              <a:rPr lang="en-US" sz="2533" dirty="0">
                <a:solidFill>
                  <a:srgbClr val="1A1A1A"/>
                </a:solidFill>
                <a:highlight>
                  <a:srgbClr val="F4FF3B"/>
                </a:highlight>
                <a:latin typeface="Century Gothic" pitchFamily="34" charset="0"/>
                <a:ea typeface="Century Gothic" pitchFamily="34" charset="-122"/>
                <a:cs typeface="Century Gothic" pitchFamily="34" charset="-120"/>
              </a:rPr>
              <a:t>Fourth</a:t>
            </a:r>
            <a:r>
              <a:rPr lang="en-US" sz="2533" dirty="0">
                <a:solidFill>
                  <a:srgbClr val="1A1A1A"/>
                </a:solidFill>
                <a:latin typeface="Century Gothic" pitchFamily="34" charset="0"/>
                <a:ea typeface="Century Gothic" pitchFamily="34" charset="-122"/>
                <a:cs typeface="Century Gothic" pitchFamily="34" charset="-120"/>
              </a:rPr>
              <a:t>
</a:t>
            </a:r>
            <a:r>
              <a:rPr lang="en-US" sz="2533" dirty="0">
                <a:solidFill>
                  <a:srgbClr val="1A1A1A"/>
                </a:solidFill>
                <a:highlight>
                  <a:srgbClr val="F4FF3B"/>
                </a:highlight>
                <a:latin typeface="Century Gothic" pitchFamily="34" charset="0"/>
                <a:ea typeface="Century Gothic" pitchFamily="34" charset="-122"/>
                <a:cs typeface="Century Gothic" pitchFamily="34" charset="-120"/>
              </a:rPr>
              <a:t>Amendment</a:t>
            </a:r>
            <a:r>
              <a:rPr lang="en-US" sz="2533" dirty="0">
                <a:solidFill>
                  <a:srgbClr val="1A1A1A"/>
                </a:solidFill>
                <a:latin typeface="Century Gothic" pitchFamily="34" charset="0"/>
                <a:ea typeface="Century Gothic" pitchFamily="34" charset="-122"/>
                <a:cs typeface="Century Gothic" pitchFamily="34" charset="-120"/>
              </a:rPr>
              <a:t> to the U.S. Constitution.</a:t>
            </a:r>
            <a:endParaRPr lang="en-US" sz="2533" dirty="0">
              <a:solidFill>
                <a:prstClr val="black"/>
              </a:solidFill>
              <a:latin typeface="Calibri" panose="020F0502020204030204"/>
            </a:endParaRPr>
          </a:p>
        </p:txBody>
      </p:sp>
      <p:sp>
        <p:nvSpPr>
          <p:cNvPr id="9" name="Text 7"/>
          <p:cNvSpPr/>
          <p:nvPr/>
        </p:nvSpPr>
        <p:spPr>
          <a:xfrm>
            <a:off x="487680" y="4828032"/>
            <a:ext cx="11582400" cy="877824"/>
          </a:xfrm>
          <a:prstGeom prst="rect">
            <a:avLst/>
          </a:prstGeom>
          <a:noFill/>
          <a:ln/>
        </p:spPr>
        <p:txBody>
          <a:bodyPr wrap="square" rtlCol="0" anchor="t"/>
          <a:lstStyle/>
          <a:p>
            <a:pPr defTabSz="1219170">
              <a:lnSpc>
                <a:spcPct val="103000"/>
              </a:lnSpc>
            </a:pPr>
            <a:r>
              <a:rPr lang="en-US" sz="2533" b="1" dirty="0">
                <a:solidFill>
                  <a:srgbClr val="1A1A1A"/>
                </a:solidFill>
                <a:latin typeface="Century Gothic" pitchFamily="34" charset="0"/>
                <a:ea typeface="Century Gothic" pitchFamily="34" charset="-122"/>
                <a:cs typeface="Century Gothic" pitchFamily="34" charset="-120"/>
              </a:rPr>
              <a:t>Privacy (EU)</a:t>
            </a:r>
            <a:r>
              <a:rPr lang="en-US" sz="2533" dirty="0">
                <a:solidFill>
                  <a:srgbClr val="1A1A1A"/>
                </a:solidFill>
                <a:latin typeface="Century Gothic" pitchFamily="34" charset="0"/>
                <a:ea typeface="Century Gothic" pitchFamily="34" charset="-122"/>
                <a:cs typeface="Century Gothic" pitchFamily="34" charset="-120"/>
              </a:rPr>
              <a:t>. General Data Protection Regulation </a:t>
            </a:r>
            <a:r>
              <a:rPr lang="en-US" sz="2533" dirty="0">
                <a:solidFill>
                  <a:srgbClr val="1A1A1A"/>
                </a:solidFill>
                <a:highlight>
                  <a:srgbClr val="FFFF00"/>
                </a:highlight>
                <a:latin typeface="Century Gothic" pitchFamily="34" charset="0"/>
                <a:ea typeface="Century Gothic" pitchFamily="34" charset="-122"/>
                <a:cs typeface="Century Gothic" pitchFamily="34" charset="-120"/>
              </a:rPr>
              <a:t>(GDPR</a:t>
            </a:r>
            <a:r>
              <a:rPr lang="en-US" sz="2533" dirty="0">
                <a:solidFill>
                  <a:srgbClr val="1A1A1A"/>
                </a:solidFill>
                <a:latin typeface="Century Gothic" pitchFamily="34" charset="0"/>
                <a:ea typeface="Century Gothic" pitchFamily="34" charset="-122"/>
                <a:cs typeface="Century Gothic" pitchFamily="34" charset="-120"/>
              </a:rPr>
              <a:t>) is</a:t>
            </a:r>
            <a:endParaRPr lang="en-US" sz="2533" dirty="0">
              <a:solidFill>
                <a:prstClr val="black"/>
              </a:solidFill>
              <a:latin typeface="Calibri" panose="020F0502020204030204"/>
            </a:endParaRPr>
          </a:p>
          <a:p>
            <a:pPr defTabSz="1219170">
              <a:lnSpc>
                <a:spcPct val="103000"/>
              </a:lnSpc>
            </a:pPr>
            <a:r>
              <a:rPr lang="en-US" sz="2533" dirty="0">
                <a:solidFill>
                  <a:srgbClr val="1A1A1A"/>
                </a:solidFill>
                <a:latin typeface="Century Gothic" pitchFamily="34" charset="0"/>
                <a:ea typeface="Century Gothic" pitchFamily="34" charset="-122"/>
                <a:cs typeface="Century Gothic" pitchFamily="34" charset="-120"/>
              </a:rPr>
              <a:t>not a US law, but very likely to be mentioned!</a:t>
            </a:r>
            <a:endParaRPr lang="en-US" sz="2533" dirty="0">
              <a:solidFill>
                <a:prstClr val="black"/>
              </a:solidFill>
              <a:latin typeface="Calibri" panose="020F0502020204030204"/>
            </a:endParaRPr>
          </a:p>
        </p:txBody>
      </p:sp>
      <p:sp>
        <p:nvSpPr>
          <p:cNvPr id="10" name="Text 8"/>
          <p:cNvSpPr/>
          <p:nvPr/>
        </p:nvSpPr>
        <p:spPr>
          <a:xfrm>
            <a:off x="487680" y="5876544"/>
            <a:ext cx="11338560" cy="670560"/>
          </a:xfrm>
          <a:prstGeom prst="rect">
            <a:avLst/>
          </a:prstGeom>
          <a:noFill/>
          <a:ln/>
        </p:spPr>
        <p:txBody>
          <a:bodyPr wrap="square" rtlCol="0" anchor="ctr"/>
          <a:lstStyle/>
          <a:p>
            <a:pPr algn="ctr" defTabSz="1219170"/>
            <a:r>
              <a:rPr lang="en-US" sz="3467" dirty="0">
                <a:solidFill>
                  <a:srgbClr val="EE1C25"/>
                </a:solidFill>
                <a:latin typeface="Ink Free" pitchFamily="34" charset="0"/>
                <a:ea typeface="Ink Free" pitchFamily="34" charset="-122"/>
                <a:cs typeface="Ink Free" pitchFamily="34" charset="-120"/>
              </a:rPr>
              <a:t>Applies to any company with customers in the EU!</a:t>
            </a:r>
            <a:endParaRPr lang="en-US" sz="3467" dirty="0">
              <a:solidFill>
                <a:prstClr val="black"/>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56568C-12F3-4ACC-87B6-75EA266AF0D0}"/>
              </a:ext>
            </a:extLst>
          </p:cNvPr>
          <p:cNvSpPr>
            <a:spLocks noGrp="1"/>
          </p:cNvSpPr>
          <p:nvPr>
            <p:ph type="title"/>
          </p:nvPr>
        </p:nvSpPr>
        <p:spPr>
          <a:xfrm>
            <a:off x="838200" y="365125"/>
            <a:ext cx="10515600" cy="1325563"/>
          </a:xfrm>
        </p:spPr>
        <p:txBody>
          <a:bodyPr>
            <a:normAutofit/>
          </a:bodyPr>
          <a:lstStyle/>
          <a:p>
            <a:r>
              <a:rPr lang="en-US" sz="4600" b="0" i="0">
                <a:effectLst/>
                <a:latin typeface="SourceSansPro"/>
              </a:rPr>
              <a:t>General Data Protection Regulation </a:t>
            </a:r>
            <a:r>
              <a:rPr lang="en-US" sz="4600">
                <a:latin typeface="SourceSansPro"/>
              </a:rPr>
              <a:t>(GDPR)</a:t>
            </a:r>
            <a:endParaRPr lang="en-US" sz="4600"/>
          </a:p>
        </p:txBody>
      </p:sp>
      <p:sp>
        <p:nvSpPr>
          <p:cNvPr id="1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2CC7321-5506-4C51-B70D-4CD6A87D7456}"/>
              </a:ext>
            </a:extLst>
          </p:cNvPr>
          <p:cNvSpPr>
            <a:spLocks noGrp="1"/>
          </p:cNvSpPr>
          <p:nvPr>
            <p:ph idx="1"/>
          </p:nvPr>
        </p:nvSpPr>
        <p:spPr>
          <a:xfrm>
            <a:off x="838200" y="1929384"/>
            <a:ext cx="10515600" cy="4251960"/>
          </a:xfrm>
        </p:spPr>
        <p:txBody>
          <a:bodyPr>
            <a:normAutofit/>
          </a:bodyPr>
          <a:lstStyle/>
          <a:p>
            <a:r>
              <a:rPr lang="en-US" sz="2200" b="0" i="0" dirty="0">
                <a:effectLst/>
                <a:latin typeface="SourceSansPro"/>
              </a:rPr>
              <a:t>General Data Protection Regulation (</a:t>
            </a:r>
            <a:r>
              <a:rPr lang="en-US" sz="2200" b="0" i="0" u="sng" dirty="0">
                <a:effectLst/>
                <a:latin typeface="SourceSansPro"/>
                <a:hlinkClick r:id="rId2"/>
              </a:rPr>
              <a:t>GDPR</a:t>
            </a:r>
            <a:r>
              <a:rPr lang="en-US" sz="2200" b="0" i="0" dirty="0">
                <a:effectLst/>
                <a:latin typeface="SourceSansPro"/>
              </a:rPr>
              <a:t>) is a legal framework that sets guidelines for the collection and processing of personal information from individuals who live in the </a:t>
            </a:r>
            <a:r>
              <a:rPr lang="en-US" sz="2200" b="0" i="0" u="sng" dirty="0">
                <a:effectLst/>
                <a:latin typeface="SourceSansPro"/>
                <a:hlinkClick r:id="rId3"/>
              </a:rPr>
              <a:t>European Union (EU)</a:t>
            </a:r>
            <a:r>
              <a:rPr lang="en-US" sz="2200" b="0" i="0" dirty="0">
                <a:effectLst/>
                <a:latin typeface="SourceSansPro"/>
              </a:rPr>
              <a:t>.</a:t>
            </a:r>
            <a:br>
              <a:rPr lang="en-US" sz="2200" b="0" i="0" dirty="0">
                <a:effectLst/>
                <a:latin typeface="SourceSansPro"/>
              </a:rPr>
            </a:br>
            <a:endParaRPr lang="en-US" sz="2200" b="0" i="0" dirty="0">
              <a:effectLst/>
              <a:latin typeface="SourceSansPro"/>
            </a:endParaRPr>
          </a:p>
          <a:p>
            <a:r>
              <a:rPr lang="en-US" sz="2200" b="0" i="0" dirty="0">
                <a:effectLst/>
                <a:latin typeface="SourceSansPro"/>
              </a:rPr>
              <a:t> Since the Regulation applies regardless of where websites are based, it must be heeded by all sites that attract European visitors, even if they don't specifically market goods or services to EU residents</a:t>
            </a:r>
            <a:br>
              <a:rPr lang="en-US" sz="2200" b="0" i="0" dirty="0">
                <a:effectLst/>
                <a:latin typeface="SourceSansPro"/>
              </a:rPr>
            </a:br>
            <a:endParaRPr lang="en-US" sz="2200" b="0" i="0" dirty="0">
              <a:effectLst/>
              <a:latin typeface="SourceSansPro"/>
            </a:endParaRPr>
          </a:p>
          <a:p>
            <a:r>
              <a:rPr lang="en-US" sz="2200" b="0" i="0" dirty="0">
                <a:effectLst/>
                <a:latin typeface="SourceSansPro"/>
              </a:rPr>
              <a:t>GDPR mandates that EU visitors be given a number of data disclosures. </a:t>
            </a:r>
            <a:br>
              <a:rPr lang="en-US" sz="2200" b="0" i="0" dirty="0">
                <a:effectLst/>
                <a:latin typeface="SourceSansPro"/>
              </a:rPr>
            </a:br>
            <a:endParaRPr lang="en-US" sz="2200" b="0" i="0" dirty="0">
              <a:effectLst/>
              <a:latin typeface="SourceSansPro"/>
            </a:endParaRPr>
          </a:p>
        </p:txBody>
      </p:sp>
      <p:sp>
        <p:nvSpPr>
          <p:cNvPr id="4" name="Slide Number Placeholder 3">
            <a:extLst>
              <a:ext uri="{FF2B5EF4-FFF2-40B4-BE49-F238E27FC236}">
                <a16:creationId xmlns:a16="http://schemas.microsoft.com/office/drawing/2014/main" id="{297E2C63-B010-4C3A-86D9-A9A17549A453}"/>
              </a:ext>
            </a:extLst>
          </p:cNvPr>
          <p:cNvSpPr>
            <a:spLocks noGrp="1"/>
          </p:cNvSpPr>
          <p:nvPr>
            <p:ph type="sldNum" sz="quarter" idx="12"/>
          </p:nvPr>
        </p:nvSpPr>
        <p:spPr>
          <a:xfrm>
            <a:off x="8610600" y="6356350"/>
            <a:ext cx="2743200" cy="365125"/>
          </a:xfrm>
        </p:spPr>
        <p:txBody>
          <a:bodyPr>
            <a:normAutofit/>
          </a:bodyPr>
          <a:lstStyle/>
          <a:p>
            <a:pPr>
              <a:lnSpc>
                <a:spcPct val="90000"/>
              </a:lnSpc>
              <a:spcAft>
                <a:spcPts val="600"/>
              </a:spcAft>
            </a:pPr>
            <a:fld id="{EF97EE6D-68CB-4844-9BB7-D9D379D633AA}" type="slidenum">
              <a:rPr lang="en-US" smtClean="0"/>
              <a:pPr>
                <a:lnSpc>
                  <a:spcPct val="90000"/>
                </a:lnSpc>
                <a:spcAft>
                  <a:spcPts val="600"/>
                </a:spcAft>
              </a:pPr>
              <a:t>15</a:t>
            </a:fld>
            <a:endParaRPr lang="en-US"/>
          </a:p>
        </p:txBody>
      </p:sp>
    </p:spTree>
    <p:extLst>
      <p:ext uri="{BB962C8B-B14F-4D97-AF65-F5344CB8AC3E}">
        <p14:creationId xmlns:p14="http://schemas.microsoft.com/office/powerpoint/2010/main" val="898296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2" name="Picture 4" descr="The GDPR legislation in a nutshell | Download Scientific Diagram">
            <a:extLst>
              <a:ext uri="{FF2B5EF4-FFF2-40B4-BE49-F238E27FC236}">
                <a16:creationId xmlns:a16="http://schemas.microsoft.com/office/drawing/2014/main" id="{0E4730AF-CE56-AAE8-46D2-DF15DB7930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739205" y="643466"/>
            <a:ext cx="10713590" cy="557106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C948676-B219-9884-B2AA-DD12B5BD0B7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lgn="r">
              <a:spcAft>
                <a:spcPts val="600"/>
              </a:spcAft>
            </a:pPr>
            <a:fld id="{EF97EE6D-68CB-4844-9BB7-D9D379D633AA}" type="slidenum">
              <a:rPr lang="en-US" sz="1200" smtClean="0">
                <a:solidFill>
                  <a:schemeClr val="tx1">
                    <a:tint val="75000"/>
                  </a:schemeClr>
                </a:solidFill>
              </a:rPr>
              <a:pPr algn="r">
                <a:spcAft>
                  <a:spcPts val="600"/>
                </a:spcAft>
              </a:pPr>
              <a:t>16</a:t>
            </a:fld>
            <a:endParaRPr lang="en-US" sz="1200">
              <a:solidFill>
                <a:schemeClr val="tx1">
                  <a:tint val="75000"/>
                </a:schemeClr>
              </a:solidFill>
            </a:endParaRPr>
          </a:p>
        </p:txBody>
      </p:sp>
    </p:spTree>
    <p:extLst>
      <p:ext uri="{BB962C8B-B14F-4D97-AF65-F5344CB8AC3E}">
        <p14:creationId xmlns:p14="http://schemas.microsoft.com/office/powerpoint/2010/main" val="1552868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GDPR diagram explains the liberties users have with their data through guidelines that companies must abide by according to the General Data Protection Regulation.">
            <a:extLst>
              <a:ext uri="{FF2B5EF4-FFF2-40B4-BE49-F238E27FC236}">
                <a16:creationId xmlns:a16="http://schemas.microsoft.com/office/drawing/2014/main" id="{2159FCAB-B130-1CD5-CDAE-7FB0D765131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18125" y="381000"/>
            <a:ext cx="11755750" cy="609600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6C6A1DD-0AE8-6C5B-7C5B-E335B9A604D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lgn="r">
              <a:spcAft>
                <a:spcPts val="600"/>
              </a:spcAft>
            </a:pPr>
            <a:fld id="{EF97EE6D-68CB-4844-9BB7-D9D379D633AA}" type="slidenum">
              <a:rPr lang="en-US" sz="1200" smtClean="0">
                <a:solidFill>
                  <a:schemeClr val="tx1">
                    <a:tint val="75000"/>
                  </a:schemeClr>
                </a:solidFill>
              </a:rPr>
              <a:pPr algn="r">
                <a:spcAft>
                  <a:spcPts val="600"/>
                </a:spcAft>
              </a:pPr>
              <a:t>17</a:t>
            </a:fld>
            <a:endParaRPr lang="en-US" sz="1200">
              <a:solidFill>
                <a:schemeClr val="tx1">
                  <a:tint val="75000"/>
                </a:schemeClr>
              </a:solidFill>
            </a:endParaRPr>
          </a:p>
        </p:txBody>
      </p:sp>
    </p:spTree>
    <p:extLst>
      <p:ext uri="{BB962C8B-B14F-4D97-AF65-F5344CB8AC3E}">
        <p14:creationId xmlns:p14="http://schemas.microsoft.com/office/powerpoint/2010/main" val="4079397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LEGAL &amp; REGULATORY</a:t>
            </a:r>
            <a:endParaRPr lang="en-US" sz="3200" dirty="0">
              <a:solidFill>
                <a:prstClr val="black"/>
              </a:solidFill>
              <a:latin typeface="Calibri" panose="020F0502020204030204"/>
            </a:endParaRPr>
          </a:p>
        </p:txBody>
      </p:sp>
      <p:sp>
        <p:nvSpPr>
          <p:cNvPr id="4" name="Text 2"/>
          <p:cNvSpPr/>
          <p:nvPr/>
        </p:nvSpPr>
        <p:spPr>
          <a:xfrm>
            <a:off x="487680" y="950976"/>
            <a:ext cx="11338560" cy="914400"/>
          </a:xfrm>
          <a:prstGeom prst="rect">
            <a:avLst/>
          </a:prstGeom>
          <a:noFill/>
          <a:ln/>
        </p:spPr>
        <p:txBody>
          <a:bodyPr wrap="square" rtlCol="0" anchor="ctr"/>
          <a:lstStyle/>
          <a:p>
            <a:pPr defTabSz="1219170"/>
            <a:r>
              <a:rPr lang="en-US" sz="4800" b="1" dirty="0">
                <a:solidFill>
                  <a:srgbClr val="1CDDEB"/>
                </a:solidFill>
                <a:latin typeface="Century Gothic" pitchFamily="34" charset="0"/>
                <a:ea typeface="Century Gothic" pitchFamily="34" charset="-122"/>
                <a:cs typeface="Century Gothic" pitchFamily="34" charset="-120"/>
              </a:rPr>
              <a:t>Intellectual Property and Licensing</a:t>
            </a:r>
            <a:endParaRPr lang="en-US" sz="4800" dirty="0">
              <a:solidFill>
                <a:prstClr val="black"/>
              </a:solidFill>
              <a:latin typeface="Calibri" panose="020F0502020204030204"/>
            </a:endParaRPr>
          </a:p>
        </p:txBody>
      </p:sp>
      <p:sp>
        <p:nvSpPr>
          <p:cNvPr id="5" name="Text 3"/>
          <p:cNvSpPr/>
          <p:nvPr/>
        </p:nvSpPr>
        <p:spPr>
          <a:xfrm>
            <a:off x="487680" y="1975104"/>
            <a:ext cx="11582400" cy="975360"/>
          </a:xfrm>
          <a:prstGeom prst="rect">
            <a:avLst/>
          </a:prstGeom>
          <a:noFill/>
          <a:ln/>
        </p:spPr>
        <p:txBody>
          <a:bodyPr wrap="square" rtlCol="0" anchor="t"/>
          <a:lstStyle/>
          <a:p>
            <a:pPr defTabSz="1219170">
              <a:lnSpc>
                <a:spcPct val="103000"/>
              </a:lnSpc>
            </a:pPr>
            <a:r>
              <a:rPr lang="en-US" sz="2667" b="1" dirty="0">
                <a:solidFill>
                  <a:srgbClr val="1A1A1A"/>
                </a:solidFill>
                <a:latin typeface="Century Gothic" pitchFamily="34" charset="0"/>
                <a:ea typeface="Century Gothic" pitchFamily="34" charset="-122"/>
                <a:cs typeface="Century Gothic" pitchFamily="34" charset="-120"/>
              </a:rPr>
              <a:t>Trademarks</a:t>
            </a:r>
            <a:r>
              <a:rPr lang="en-US" sz="2667" dirty="0">
                <a:solidFill>
                  <a:srgbClr val="1A1A1A"/>
                </a:solidFill>
                <a:latin typeface="Century Gothic" pitchFamily="34" charset="0"/>
                <a:ea typeface="Century Gothic" pitchFamily="34" charset="-122"/>
                <a:cs typeface="Century Gothic" pitchFamily="34" charset="-120"/>
              </a:rPr>
              <a:t>. covers words, slogans, and logos used</a:t>
            </a:r>
            <a:endParaRPr lang="en-US" sz="2667" dirty="0">
              <a:solidFill>
                <a:prstClr val="black"/>
              </a:solidFill>
              <a:latin typeface="Calibri" panose="020F0502020204030204"/>
            </a:endParaRPr>
          </a:p>
          <a:p>
            <a:pPr defTabSz="1219170">
              <a:lnSpc>
                <a:spcPct val="103000"/>
              </a:lnSpc>
            </a:pPr>
            <a:r>
              <a:rPr lang="en-US" sz="2667" dirty="0">
                <a:solidFill>
                  <a:srgbClr val="1A1A1A"/>
                </a:solidFill>
                <a:latin typeface="Century Gothic" pitchFamily="34" charset="0"/>
                <a:ea typeface="Century Gothic" pitchFamily="34" charset="-122"/>
                <a:cs typeface="Century Gothic" pitchFamily="34" charset="-120"/>
              </a:rPr>
              <a:t>to identify a company and its products or services.</a:t>
            </a:r>
            <a:endParaRPr lang="en-US" sz="2667" dirty="0">
              <a:solidFill>
                <a:prstClr val="black"/>
              </a:solidFill>
              <a:latin typeface="Calibri" panose="020F0502020204030204"/>
            </a:endParaRPr>
          </a:p>
        </p:txBody>
      </p:sp>
      <p:sp>
        <p:nvSpPr>
          <p:cNvPr id="6" name="Text 4"/>
          <p:cNvSpPr/>
          <p:nvPr/>
        </p:nvSpPr>
        <p:spPr>
          <a:xfrm>
            <a:off x="487680" y="3121152"/>
            <a:ext cx="11582400" cy="975360"/>
          </a:xfrm>
          <a:prstGeom prst="rect">
            <a:avLst/>
          </a:prstGeom>
          <a:noFill/>
          <a:ln/>
        </p:spPr>
        <p:txBody>
          <a:bodyPr wrap="square" rtlCol="0" anchor="t"/>
          <a:lstStyle/>
          <a:p>
            <a:pPr defTabSz="1219170">
              <a:lnSpc>
                <a:spcPct val="103000"/>
              </a:lnSpc>
            </a:pPr>
            <a:r>
              <a:rPr lang="en-US" sz="2667" b="1" dirty="0">
                <a:solidFill>
                  <a:srgbClr val="1A1A1A"/>
                </a:solidFill>
                <a:latin typeface="Century Gothic" pitchFamily="34" charset="0"/>
                <a:ea typeface="Century Gothic" pitchFamily="34" charset="-122"/>
                <a:cs typeface="Century Gothic" pitchFamily="34" charset="-120"/>
              </a:rPr>
              <a:t>Patents</a:t>
            </a:r>
            <a:r>
              <a:rPr lang="en-US" sz="2667" dirty="0">
                <a:solidFill>
                  <a:srgbClr val="1A1A1A"/>
                </a:solidFill>
                <a:latin typeface="Century Gothic" pitchFamily="34" charset="0"/>
                <a:ea typeface="Century Gothic" pitchFamily="34" charset="-122"/>
                <a:cs typeface="Century Gothic" pitchFamily="34" charset="-120"/>
              </a:rPr>
              <a:t>. Patents protect the intellectual property</a:t>
            </a:r>
            <a:endParaRPr lang="en-US" sz="2667" dirty="0">
              <a:solidFill>
                <a:prstClr val="black"/>
              </a:solidFill>
              <a:latin typeface="Calibri" panose="020F0502020204030204"/>
            </a:endParaRPr>
          </a:p>
          <a:p>
            <a:pPr defTabSz="1219170">
              <a:lnSpc>
                <a:spcPct val="103000"/>
              </a:lnSpc>
            </a:pPr>
            <a:r>
              <a:rPr lang="en-US" sz="2667" dirty="0">
                <a:solidFill>
                  <a:srgbClr val="1A1A1A"/>
                </a:solidFill>
                <a:latin typeface="Century Gothic" pitchFamily="34" charset="0"/>
                <a:ea typeface="Century Gothic" pitchFamily="34" charset="-122"/>
                <a:cs typeface="Century Gothic" pitchFamily="34" charset="-120"/>
              </a:rPr>
              <a:t>rights of inventors.</a:t>
            </a:r>
            <a:endParaRPr lang="en-US" sz="2667" dirty="0">
              <a:solidFill>
                <a:prstClr val="black"/>
              </a:solidFill>
              <a:latin typeface="Calibri" panose="020F0502020204030204"/>
            </a:endParaRPr>
          </a:p>
        </p:txBody>
      </p:sp>
      <p:sp>
        <p:nvSpPr>
          <p:cNvPr id="7" name="Text 5"/>
          <p:cNvSpPr/>
          <p:nvPr/>
        </p:nvSpPr>
        <p:spPr>
          <a:xfrm>
            <a:off x="487680" y="4267200"/>
            <a:ext cx="11582400" cy="975360"/>
          </a:xfrm>
          <a:prstGeom prst="rect">
            <a:avLst/>
          </a:prstGeom>
          <a:noFill/>
          <a:ln/>
        </p:spPr>
        <p:txBody>
          <a:bodyPr wrap="square" rtlCol="0" anchor="t"/>
          <a:lstStyle/>
          <a:p>
            <a:pPr defTabSz="1219170">
              <a:lnSpc>
                <a:spcPct val="103000"/>
              </a:lnSpc>
            </a:pPr>
            <a:r>
              <a:rPr lang="en-US" sz="2667" b="1" dirty="0">
                <a:solidFill>
                  <a:srgbClr val="1A1A1A"/>
                </a:solidFill>
                <a:latin typeface="Century Gothic" pitchFamily="34" charset="0"/>
                <a:ea typeface="Century Gothic" pitchFamily="34" charset="-122"/>
                <a:cs typeface="Century Gothic" pitchFamily="34" charset="-120"/>
              </a:rPr>
              <a:t>Trade Secrets</a:t>
            </a:r>
            <a:r>
              <a:rPr lang="en-US" sz="2667" dirty="0">
                <a:solidFill>
                  <a:srgbClr val="1A1A1A"/>
                </a:solidFill>
                <a:latin typeface="Century Gothic" pitchFamily="34" charset="0"/>
                <a:ea typeface="Century Gothic" pitchFamily="34" charset="-122"/>
                <a:cs typeface="Century Gothic" pitchFamily="34" charset="-120"/>
              </a:rPr>
              <a:t>. intellectual property that is absolutely</a:t>
            </a:r>
            <a:endParaRPr lang="en-US" sz="2667" dirty="0">
              <a:solidFill>
                <a:prstClr val="black"/>
              </a:solidFill>
              <a:latin typeface="Calibri" panose="020F0502020204030204"/>
            </a:endParaRPr>
          </a:p>
          <a:p>
            <a:pPr defTabSz="1219170">
              <a:lnSpc>
                <a:spcPct val="103000"/>
              </a:lnSpc>
            </a:pPr>
            <a:r>
              <a:rPr lang="en-US" sz="2667" dirty="0">
                <a:solidFill>
                  <a:srgbClr val="1A1A1A"/>
                </a:solidFill>
                <a:latin typeface="Century Gothic" pitchFamily="34" charset="0"/>
                <a:ea typeface="Century Gothic" pitchFamily="34" charset="-122"/>
                <a:cs typeface="Century Gothic" pitchFamily="34" charset="-120"/>
              </a:rPr>
              <a:t>critical to their business and must not be disclosed.</a:t>
            </a:r>
            <a:endParaRPr lang="en-US" sz="2667" dirty="0">
              <a:solidFill>
                <a:prstClr val="black"/>
              </a:solidFill>
              <a:latin typeface="Calibri" panose="020F0502020204030204"/>
            </a:endParaRPr>
          </a:p>
        </p:txBody>
      </p:sp>
      <p:sp>
        <p:nvSpPr>
          <p:cNvPr id="8" name="Text 6"/>
          <p:cNvSpPr/>
          <p:nvPr/>
        </p:nvSpPr>
        <p:spPr>
          <a:xfrm>
            <a:off x="487680" y="5413248"/>
            <a:ext cx="11582400" cy="975360"/>
          </a:xfrm>
          <a:prstGeom prst="rect">
            <a:avLst/>
          </a:prstGeom>
          <a:noFill/>
          <a:ln/>
        </p:spPr>
        <p:txBody>
          <a:bodyPr wrap="square" rtlCol="0" anchor="t"/>
          <a:lstStyle/>
          <a:p>
            <a:pPr defTabSz="1219170">
              <a:lnSpc>
                <a:spcPct val="103000"/>
              </a:lnSpc>
            </a:pPr>
            <a:r>
              <a:rPr lang="en-US" sz="2667" b="1" dirty="0">
                <a:solidFill>
                  <a:srgbClr val="1A1A1A"/>
                </a:solidFill>
                <a:latin typeface="Century Gothic" pitchFamily="34" charset="0"/>
                <a:ea typeface="Century Gothic" pitchFamily="34" charset="-122"/>
                <a:cs typeface="Century Gothic" pitchFamily="34" charset="-120"/>
              </a:rPr>
              <a:t>Licensing</a:t>
            </a:r>
            <a:r>
              <a:rPr lang="en-US" sz="2667" dirty="0">
                <a:solidFill>
                  <a:srgbClr val="1A1A1A"/>
                </a:solidFill>
                <a:latin typeface="Century Gothic" pitchFamily="34" charset="0"/>
                <a:ea typeface="Century Gothic" pitchFamily="34" charset="-122"/>
                <a:cs typeface="Century Gothic" pitchFamily="34" charset="-120"/>
              </a:rPr>
              <a:t>. 4 types you should know are contractual,</a:t>
            </a:r>
            <a:endParaRPr lang="en-US" sz="2667" dirty="0">
              <a:solidFill>
                <a:prstClr val="black"/>
              </a:solidFill>
              <a:latin typeface="Calibri" panose="020F0502020204030204"/>
            </a:endParaRPr>
          </a:p>
          <a:p>
            <a:pPr defTabSz="1219170">
              <a:lnSpc>
                <a:spcPct val="103000"/>
              </a:lnSpc>
            </a:pPr>
            <a:r>
              <a:rPr lang="en-US" sz="2667" dirty="0">
                <a:solidFill>
                  <a:srgbClr val="1A1A1A"/>
                </a:solidFill>
                <a:latin typeface="Century Gothic" pitchFamily="34" charset="0"/>
                <a:ea typeface="Century Gothic" pitchFamily="34" charset="-122"/>
                <a:cs typeface="Century Gothic" pitchFamily="34" charset="-120"/>
              </a:rPr>
              <a:t>shrink-wrap, click-through, and cloud services.</a:t>
            </a:r>
            <a:endParaRPr lang="en-US" sz="2667" dirty="0">
              <a:solidFill>
                <a:prstClr val="black"/>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2433388-8B64-A785-4597-CD0284ACEE5F}"/>
              </a:ext>
            </a:extLst>
          </p:cNvPr>
          <p:cNvSpPr>
            <a:spLocks noGrp="1"/>
          </p:cNvSpPr>
          <p:nvPr>
            <p:ph type="title"/>
          </p:nvPr>
        </p:nvSpPr>
        <p:spPr>
          <a:xfrm>
            <a:off x="838200" y="631825"/>
            <a:ext cx="10515600" cy="1325563"/>
          </a:xfrm>
        </p:spPr>
        <p:txBody>
          <a:bodyPr>
            <a:normAutofit/>
          </a:bodyPr>
          <a:lstStyle/>
          <a:p>
            <a:r>
              <a:rPr lang="en-US" b="0" u="none" strike="noStrike" baseline="0">
                <a:latin typeface="Arial" panose="020B0604020202020204" pitchFamily="34" charset="0"/>
              </a:rPr>
              <a:t>Intellectual Property Protections</a:t>
            </a:r>
            <a:endParaRPr lang="en-US" dirty="0"/>
          </a:p>
        </p:txBody>
      </p:sp>
      <p:sp>
        <p:nvSpPr>
          <p:cNvPr id="3" name="Content Placeholder 2">
            <a:extLst>
              <a:ext uri="{FF2B5EF4-FFF2-40B4-BE49-F238E27FC236}">
                <a16:creationId xmlns:a16="http://schemas.microsoft.com/office/drawing/2014/main" id="{EBBDD814-C84F-852F-6CF0-C7ED6EA6B32B}"/>
              </a:ext>
            </a:extLst>
          </p:cNvPr>
          <p:cNvSpPr>
            <a:spLocks noGrp="1"/>
          </p:cNvSpPr>
          <p:nvPr>
            <p:ph idx="1"/>
          </p:nvPr>
        </p:nvSpPr>
        <p:spPr>
          <a:xfrm>
            <a:off x="838200" y="2057400"/>
            <a:ext cx="10515600" cy="3871762"/>
          </a:xfrm>
        </p:spPr>
        <p:txBody>
          <a:bodyPr>
            <a:normAutofit/>
          </a:bodyPr>
          <a:lstStyle/>
          <a:p>
            <a:pPr marR="0" rtl="0"/>
            <a:r>
              <a:rPr lang="en-US" sz="2000" b="1" i="0" u="none" strike="noStrike" baseline="0" dirty="0">
                <a:latin typeface="Times New Roman" panose="02020603050405020304" pitchFamily="18" charset="0"/>
              </a:rPr>
              <a:t>Copyrights</a:t>
            </a:r>
            <a:r>
              <a:rPr lang="en-US" sz="2000" b="0" i="0" u="none" strike="noStrike" baseline="0" dirty="0">
                <a:latin typeface="Times New Roman" panose="02020603050405020304" pitchFamily="18" charset="0"/>
              </a:rPr>
              <a:t> protect art, music, literature, or source code created by an individual or an organization.</a:t>
            </a:r>
            <a:br>
              <a:rPr lang="en-US" sz="2000" b="0" i="0" u="none" strike="noStrike" baseline="0" dirty="0">
                <a:latin typeface="Times New Roman" panose="02020603050405020304" pitchFamily="18" charset="0"/>
              </a:rPr>
            </a:br>
            <a:endParaRPr lang="en-US" sz="2000" b="0" i="0" u="none" strike="noStrike" baseline="0" dirty="0">
              <a:latin typeface="Times New Roman" panose="02020603050405020304" pitchFamily="18" charset="0"/>
            </a:endParaRPr>
          </a:p>
          <a:p>
            <a:pPr lvl="1"/>
            <a:r>
              <a:rPr lang="en-US" sz="2000" dirty="0">
                <a:latin typeface="Times New Roman" panose="02020603050405020304" pitchFamily="18" charset="0"/>
              </a:rPr>
              <a:t>Copyright infringement occurs when an individual uses art, music, literature, or source code that was created by a third party without that third party’s permission or without a specific license to use that individual's creation. </a:t>
            </a:r>
            <a:br>
              <a:rPr lang="en-US" sz="2000" dirty="0">
                <a:latin typeface="Times New Roman" panose="02020603050405020304" pitchFamily="18" charset="0"/>
              </a:rPr>
            </a:br>
            <a:endParaRPr lang="en-US" sz="2000" dirty="0">
              <a:latin typeface="Times New Roman" panose="02020603050405020304" pitchFamily="18" charset="0"/>
            </a:endParaRPr>
          </a:p>
          <a:p>
            <a:pPr lvl="1"/>
            <a:r>
              <a:rPr lang="en-US" sz="2000" dirty="0">
                <a:latin typeface="Times New Roman" panose="02020603050405020304" pitchFamily="18" charset="0"/>
              </a:rPr>
              <a:t>A copyright on a work is typically designated by a copyright statement that includes the year that the work was created or copyrighted. </a:t>
            </a:r>
          </a:p>
          <a:p>
            <a:pPr marR="0" rtl="0"/>
            <a:endParaRPr lang="en-US" sz="2000" b="0" i="0" u="none" strike="noStrike" baseline="0" dirty="0">
              <a:latin typeface="Times New Roman" panose="02020603050405020304" pitchFamily="18" charset="0"/>
            </a:endParaRPr>
          </a:p>
          <a:p>
            <a:endParaRPr lang="en-US" sz="2000" dirty="0"/>
          </a:p>
        </p:txBody>
      </p:sp>
    </p:spTree>
    <p:extLst>
      <p:ext uri="{BB962C8B-B14F-4D97-AF65-F5344CB8AC3E}">
        <p14:creationId xmlns:p14="http://schemas.microsoft.com/office/powerpoint/2010/main" val="1888871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a:r>
              <a:rPr lang="en-US" sz="3200" kern="0" spc="133" dirty="0">
                <a:solidFill>
                  <a:srgbClr val="1CDDEB"/>
                </a:solidFill>
                <a:latin typeface="Impact" pitchFamily="34" charset="0"/>
                <a:ea typeface="Impact" pitchFamily="34" charset="-122"/>
                <a:cs typeface="Impact" pitchFamily="34" charset="-120"/>
              </a:rPr>
              <a:t>ISC² CODE OF ETHICS</a:t>
            </a:r>
            <a:endParaRPr lang="en-US" sz="3200" dirty="0">
              <a:solidFill>
                <a:prstClr val="black"/>
              </a:solidFill>
              <a:latin typeface="Calibri" panose="020F0502020204030204"/>
            </a:endParaRPr>
          </a:p>
        </p:txBody>
      </p:sp>
      <p:sp>
        <p:nvSpPr>
          <p:cNvPr id="4" name="Text 2"/>
          <p:cNvSpPr/>
          <p:nvPr/>
        </p:nvSpPr>
        <p:spPr>
          <a:xfrm>
            <a:off x="609600" y="1097280"/>
            <a:ext cx="10972800" cy="853440"/>
          </a:xfrm>
          <a:prstGeom prst="rect">
            <a:avLst/>
          </a:prstGeom>
          <a:noFill/>
          <a:ln/>
        </p:spPr>
        <p:txBody>
          <a:bodyPr wrap="square" rtlCol="0" anchor="ctr"/>
          <a:lstStyle/>
          <a:p>
            <a:pPr defTabSz="1219170"/>
            <a:r>
              <a:rPr lang="en-US" sz="4000" dirty="0">
                <a:solidFill>
                  <a:srgbClr val="1A1A1A"/>
                </a:solidFill>
                <a:latin typeface="Century Gothic" pitchFamily="34" charset="0"/>
                <a:ea typeface="Century Gothic" pitchFamily="34" charset="-122"/>
                <a:cs typeface="Century Gothic" pitchFamily="34" charset="-120"/>
              </a:rPr>
              <a:t>Memorize the </a:t>
            </a:r>
            <a:r>
              <a:rPr lang="en-US" sz="4000" b="1" dirty="0">
                <a:solidFill>
                  <a:srgbClr val="EE1C25"/>
                </a:solidFill>
                <a:latin typeface="Century Gothic" pitchFamily="34" charset="0"/>
                <a:ea typeface="Century Gothic" pitchFamily="34" charset="-122"/>
                <a:cs typeface="Century Gothic" pitchFamily="34" charset="-120"/>
              </a:rPr>
              <a:t>ISC² code of ethics</a:t>
            </a:r>
            <a:endParaRPr lang="en-US" sz="4000" dirty="0">
              <a:solidFill>
                <a:prstClr val="black"/>
              </a:solidFill>
              <a:latin typeface="Calibri" panose="020F0502020204030204"/>
            </a:endParaRPr>
          </a:p>
        </p:txBody>
      </p:sp>
      <p:sp>
        <p:nvSpPr>
          <p:cNvPr id="5" name="Text 3"/>
          <p:cNvSpPr/>
          <p:nvPr/>
        </p:nvSpPr>
        <p:spPr>
          <a:xfrm>
            <a:off x="548640" y="2072640"/>
            <a:ext cx="1097280" cy="1158240"/>
          </a:xfrm>
          <a:prstGeom prst="rect">
            <a:avLst/>
          </a:prstGeom>
          <a:noFill/>
          <a:ln/>
        </p:spPr>
        <p:txBody>
          <a:bodyPr wrap="square" rtlCol="0" anchor="ctr"/>
          <a:lstStyle/>
          <a:p>
            <a:pPr algn="ctr" defTabSz="1219170"/>
            <a:r>
              <a:rPr lang="en-US" sz="5867" dirty="0">
                <a:solidFill>
                  <a:srgbClr val="1CDDEB"/>
                </a:solidFill>
                <a:latin typeface="Impact" pitchFamily="34" charset="0"/>
                <a:ea typeface="Impact" pitchFamily="34" charset="-122"/>
                <a:cs typeface="Impact" pitchFamily="34" charset="-120"/>
              </a:rPr>
              <a:t>1</a:t>
            </a:r>
            <a:endParaRPr lang="en-US" sz="5867" dirty="0">
              <a:solidFill>
                <a:prstClr val="black"/>
              </a:solidFill>
              <a:latin typeface="Calibri" panose="020F0502020204030204"/>
            </a:endParaRPr>
          </a:p>
        </p:txBody>
      </p:sp>
      <p:sp>
        <p:nvSpPr>
          <p:cNvPr id="6" name="Text 4"/>
          <p:cNvSpPr/>
          <p:nvPr/>
        </p:nvSpPr>
        <p:spPr>
          <a:xfrm>
            <a:off x="1767840" y="2133600"/>
            <a:ext cx="9875520" cy="1036320"/>
          </a:xfrm>
          <a:prstGeom prst="rect">
            <a:avLst/>
          </a:prstGeom>
          <a:noFill/>
          <a:ln/>
        </p:spPr>
        <p:txBody>
          <a:bodyPr wrap="square" rtlCol="0" anchor="ctr"/>
          <a:lstStyle/>
          <a:p>
            <a:pPr defTabSz="1219170"/>
            <a:r>
              <a:rPr lang="en-US" sz="2933" b="1" dirty="0">
                <a:solidFill>
                  <a:srgbClr val="1A1A1A"/>
                </a:solidFill>
                <a:latin typeface="Century Gothic" pitchFamily="34" charset="0"/>
                <a:ea typeface="Century Gothic" pitchFamily="34" charset="-122"/>
                <a:cs typeface="Century Gothic" pitchFamily="34" charset="-120"/>
              </a:rPr>
              <a:t>Protect</a:t>
            </a:r>
            <a:r>
              <a:rPr lang="en-US" sz="2933" dirty="0">
                <a:solidFill>
                  <a:srgbClr val="1A1A1A"/>
                </a:solidFill>
                <a:latin typeface="Century Gothic" pitchFamily="34" charset="0"/>
                <a:ea typeface="Century Gothic" pitchFamily="34" charset="-122"/>
                <a:cs typeface="Century Gothic" pitchFamily="34" charset="-120"/>
              </a:rPr>
              <a:t> society, the commonwealth,</a:t>
            </a:r>
            <a:endParaRPr lang="en-US" sz="2933" dirty="0">
              <a:solidFill>
                <a:prstClr val="black"/>
              </a:solidFill>
              <a:latin typeface="Calibri" panose="020F0502020204030204"/>
            </a:endParaRPr>
          </a:p>
          <a:p>
            <a:pPr defTabSz="1219170"/>
            <a:r>
              <a:rPr lang="en-US" sz="2933" dirty="0">
                <a:solidFill>
                  <a:srgbClr val="1A1A1A"/>
                </a:solidFill>
                <a:latin typeface="Century Gothic" pitchFamily="34" charset="0"/>
                <a:ea typeface="Century Gothic" pitchFamily="34" charset="-122"/>
                <a:cs typeface="Century Gothic" pitchFamily="34" charset="-120"/>
              </a:rPr>
              <a:t>and the infrastructure</a:t>
            </a:r>
            <a:endParaRPr lang="en-US" sz="2933" dirty="0">
              <a:solidFill>
                <a:prstClr val="black"/>
              </a:solidFill>
              <a:latin typeface="Calibri" panose="020F0502020204030204"/>
            </a:endParaRPr>
          </a:p>
        </p:txBody>
      </p:sp>
      <p:sp>
        <p:nvSpPr>
          <p:cNvPr id="7" name="Text 5"/>
          <p:cNvSpPr/>
          <p:nvPr/>
        </p:nvSpPr>
        <p:spPr>
          <a:xfrm>
            <a:off x="548640" y="3255264"/>
            <a:ext cx="1097280" cy="1158240"/>
          </a:xfrm>
          <a:prstGeom prst="rect">
            <a:avLst/>
          </a:prstGeom>
          <a:noFill/>
          <a:ln/>
        </p:spPr>
        <p:txBody>
          <a:bodyPr wrap="square" rtlCol="0" anchor="ctr"/>
          <a:lstStyle/>
          <a:p>
            <a:pPr algn="ctr" defTabSz="1219170"/>
            <a:r>
              <a:rPr lang="en-US" sz="5867" dirty="0">
                <a:solidFill>
                  <a:srgbClr val="1CDDEB"/>
                </a:solidFill>
                <a:latin typeface="Impact" pitchFamily="34" charset="0"/>
                <a:ea typeface="Impact" pitchFamily="34" charset="-122"/>
                <a:cs typeface="Impact" pitchFamily="34" charset="-120"/>
              </a:rPr>
              <a:t>2</a:t>
            </a:r>
            <a:endParaRPr lang="en-US" sz="5867" dirty="0">
              <a:solidFill>
                <a:prstClr val="black"/>
              </a:solidFill>
              <a:latin typeface="Calibri" panose="020F0502020204030204"/>
            </a:endParaRPr>
          </a:p>
        </p:txBody>
      </p:sp>
      <p:sp>
        <p:nvSpPr>
          <p:cNvPr id="8" name="Text 6"/>
          <p:cNvSpPr/>
          <p:nvPr/>
        </p:nvSpPr>
        <p:spPr>
          <a:xfrm>
            <a:off x="1767840" y="3316224"/>
            <a:ext cx="9875520" cy="1036320"/>
          </a:xfrm>
          <a:prstGeom prst="rect">
            <a:avLst/>
          </a:prstGeom>
          <a:noFill/>
          <a:ln/>
        </p:spPr>
        <p:txBody>
          <a:bodyPr wrap="square" rtlCol="0" anchor="ctr"/>
          <a:lstStyle/>
          <a:p>
            <a:pPr defTabSz="1219170"/>
            <a:r>
              <a:rPr lang="en-US" sz="2933" b="1" dirty="0">
                <a:solidFill>
                  <a:srgbClr val="1A1A1A"/>
                </a:solidFill>
                <a:latin typeface="Century Gothic" pitchFamily="34" charset="0"/>
                <a:ea typeface="Century Gothic" pitchFamily="34" charset="-122"/>
                <a:cs typeface="Century Gothic" pitchFamily="34" charset="-120"/>
              </a:rPr>
              <a:t>Act</a:t>
            </a:r>
            <a:r>
              <a:rPr lang="en-US" sz="2933" dirty="0">
                <a:solidFill>
                  <a:srgbClr val="1A1A1A"/>
                </a:solidFill>
                <a:latin typeface="Century Gothic" pitchFamily="34" charset="0"/>
                <a:ea typeface="Century Gothic" pitchFamily="34" charset="-122"/>
                <a:cs typeface="Century Gothic" pitchFamily="34" charset="-120"/>
              </a:rPr>
              <a:t> honorably, honestly, justly,</a:t>
            </a:r>
            <a:endParaRPr lang="en-US" sz="2933" dirty="0">
              <a:solidFill>
                <a:prstClr val="black"/>
              </a:solidFill>
              <a:latin typeface="Calibri" panose="020F0502020204030204"/>
            </a:endParaRPr>
          </a:p>
          <a:p>
            <a:pPr defTabSz="1219170"/>
            <a:r>
              <a:rPr lang="en-US" sz="2933" dirty="0">
                <a:solidFill>
                  <a:srgbClr val="1A1A1A"/>
                </a:solidFill>
                <a:latin typeface="Century Gothic" pitchFamily="34" charset="0"/>
                <a:ea typeface="Century Gothic" pitchFamily="34" charset="-122"/>
                <a:cs typeface="Century Gothic" pitchFamily="34" charset="-120"/>
              </a:rPr>
              <a:t>responsibly, and legally</a:t>
            </a:r>
            <a:endParaRPr lang="en-US" sz="2933" dirty="0">
              <a:solidFill>
                <a:prstClr val="black"/>
              </a:solidFill>
              <a:latin typeface="Calibri" panose="020F0502020204030204"/>
            </a:endParaRPr>
          </a:p>
        </p:txBody>
      </p:sp>
      <p:sp>
        <p:nvSpPr>
          <p:cNvPr id="9" name="Text 7"/>
          <p:cNvSpPr/>
          <p:nvPr/>
        </p:nvSpPr>
        <p:spPr>
          <a:xfrm>
            <a:off x="548640" y="4437888"/>
            <a:ext cx="1097280" cy="1158240"/>
          </a:xfrm>
          <a:prstGeom prst="rect">
            <a:avLst/>
          </a:prstGeom>
          <a:noFill/>
          <a:ln/>
        </p:spPr>
        <p:txBody>
          <a:bodyPr wrap="square" rtlCol="0" anchor="ctr"/>
          <a:lstStyle/>
          <a:p>
            <a:pPr algn="ctr" defTabSz="1219170"/>
            <a:r>
              <a:rPr lang="en-US" sz="5867" dirty="0">
                <a:solidFill>
                  <a:srgbClr val="1CDDEB"/>
                </a:solidFill>
                <a:latin typeface="Impact" pitchFamily="34" charset="0"/>
                <a:ea typeface="Impact" pitchFamily="34" charset="-122"/>
                <a:cs typeface="Impact" pitchFamily="34" charset="-120"/>
              </a:rPr>
              <a:t>3</a:t>
            </a:r>
            <a:endParaRPr lang="en-US" sz="5867" dirty="0">
              <a:solidFill>
                <a:prstClr val="black"/>
              </a:solidFill>
              <a:latin typeface="Calibri" panose="020F0502020204030204"/>
            </a:endParaRPr>
          </a:p>
        </p:txBody>
      </p:sp>
      <p:sp>
        <p:nvSpPr>
          <p:cNvPr id="10" name="Text 8"/>
          <p:cNvSpPr/>
          <p:nvPr/>
        </p:nvSpPr>
        <p:spPr>
          <a:xfrm>
            <a:off x="1767840" y="4498848"/>
            <a:ext cx="9875520" cy="1036320"/>
          </a:xfrm>
          <a:prstGeom prst="rect">
            <a:avLst/>
          </a:prstGeom>
          <a:noFill/>
          <a:ln/>
        </p:spPr>
        <p:txBody>
          <a:bodyPr wrap="square" rtlCol="0" anchor="ctr"/>
          <a:lstStyle/>
          <a:p>
            <a:pPr defTabSz="1219170"/>
            <a:r>
              <a:rPr lang="en-US" sz="2933" b="1" dirty="0">
                <a:solidFill>
                  <a:srgbClr val="1A1A1A"/>
                </a:solidFill>
                <a:latin typeface="Century Gothic" pitchFamily="34" charset="0"/>
                <a:ea typeface="Century Gothic" pitchFamily="34" charset="-122"/>
                <a:cs typeface="Century Gothic" pitchFamily="34" charset="-120"/>
              </a:rPr>
              <a:t>Provide</a:t>
            </a:r>
            <a:r>
              <a:rPr lang="en-US" sz="2933" dirty="0">
                <a:solidFill>
                  <a:srgbClr val="1A1A1A"/>
                </a:solidFill>
                <a:latin typeface="Century Gothic" pitchFamily="34" charset="0"/>
                <a:ea typeface="Century Gothic" pitchFamily="34" charset="-122"/>
                <a:cs typeface="Century Gothic" pitchFamily="34" charset="-120"/>
              </a:rPr>
              <a:t> diligent and competent</a:t>
            </a:r>
            <a:endParaRPr lang="en-US" sz="2933" dirty="0">
              <a:solidFill>
                <a:prstClr val="black"/>
              </a:solidFill>
              <a:latin typeface="Calibri" panose="020F0502020204030204"/>
            </a:endParaRPr>
          </a:p>
          <a:p>
            <a:pPr defTabSz="1219170"/>
            <a:r>
              <a:rPr lang="en-US" sz="2933" dirty="0">
                <a:solidFill>
                  <a:srgbClr val="1A1A1A"/>
                </a:solidFill>
                <a:latin typeface="Century Gothic" pitchFamily="34" charset="0"/>
                <a:ea typeface="Century Gothic" pitchFamily="34" charset="-122"/>
                <a:cs typeface="Century Gothic" pitchFamily="34" charset="-120"/>
              </a:rPr>
              <a:t>service to principals</a:t>
            </a:r>
            <a:endParaRPr lang="en-US" sz="2933" dirty="0">
              <a:solidFill>
                <a:prstClr val="black"/>
              </a:solidFill>
              <a:latin typeface="Calibri" panose="020F0502020204030204"/>
            </a:endParaRPr>
          </a:p>
        </p:txBody>
      </p:sp>
      <p:sp>
        <p:nvSpPr>
          <p:cNvPr id="11" name="Text 9"/>
          <p:cNvSpPr/>
          <p:nvPr/>
        </p:nvSpPr>
        <p:spPr>
          <a:xfrm>
            <a:off x="548640" y="5620512"/>
            <a:ext cx="1097280" cy="853440"/>
          </a:xfrm>
          <a:prstGeom prst="rect">
            <a:avLst/>
          </a:prstGeom>
          <a:noFill/>
          <a:ln/>
        </p:spPr>
        <p:txBody>
          <a:bodyPr wrap="square" rtlCol="0" anchor="ctr"/>
          <a:lstStyle/>
          <a:p>
            <a:pPr algn="ctr" defTabSz="1219170"/>
            <a:r>
              <a:rPr lang="en-US" sz="5867" dirty="0">
                <a:solidFill>
                  <a:srgbClr val="1CDDEB"/>
                </a:solidFill>
                <a:latin typeface="Impact" pitchFamily="34" charset="0"/>
                <a:ea typeface="Impact" pitchFamily="34" charset="-122"/>
                <a:cs typeface="Impact" pitchFamily="34" charset="-120"/>
              </a:rPr>
              <a:t>4</a:t>
            </a:r>
            <a:endParaRPr lang="en-US" sz="5867" dirty="0">
              <a:solidFill>
                <a:prstClr val="black"/>
              </a:solidFill>
              <a:latin typeface="Calibri" panose="020F0502020204030204"/>
            </a:endParaRPr>
          </a:p>
        </p:txBody>
      </p:sp>
      <p:sp>
        <p:nvSpPr>
          <p:cNvPr id="12" name="Text 10"/>
          <p:cNvSpPr/>
          <p:nvPr/>
        </p:nvSpPr>
        <p:spPr>
          <a:xfrm>
            <a:off x="1767840" y="5681472"/>
            <a:ext cx="9875520" cy="731520"/>
          </a:xfrm>
          <a:prstGeom prst="rect">
            <a:avLst/>
          </a:prstGeom>
          <a:noFill/>
          <a:ln/>
        </p:spPr>
        <p:txBody>
          <a:bodyPr wrap="square" rtlCol="0" anchor="ctr"/>
          <a:lstStyle/>
          <a:p>
            <a:pPr defTabSz="1219170"/>
            <a:r>
              <a:rPr lang="en-US" sz="2933" b="1" dirty="0">
                <a:solidFill>
                  <a:srgbClr val="1A1A1A"/>
                </a:solidFill>
                <a:latin typeface="Century Gothic" pitchFamily="34" charset="0"/>
                <a:ea typeface="Century Gothic" pitchFamily="34" charset="-122"/>
                <a:cs typeface="Century Gothic" pitchFamily="34" charset="-120"/>
              </a:rPr>
              <a:t>Advance</a:t>
            </a:r>
            <a:r>
              <a:rPr lang="en-US" sz="2933" dirty="0">
                <a:solidFill>
                  <a:srgbClr val="1A1A1A"/>
                </a:solidFill>
                <a:latin typeface="Century Gothic" pitchFamily="34" charset="0"/>
                <a:ea typeface="Century Gothic" pitchFamily="34" charset="-122"/>
                <a:cs typeface="Century Gothic" pitchFamily="34" charset="-120"/>
              </a:rPr>
              <a:t> and protect the profession</a:t>
            </a:r>
            <a:endParaRPr lang="en-US" sz="2933" dirty="0">
              <a:solidFill>
                <a:prstClr val="black"/>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C0431-9C82-41CB-9D24-7155A2B70B08}"/>
              </a:ext>
            </a:extLst>
          </p:cNvPr>
          <p:cNvSpPr>
            <a:spLocks noGrp="1"/>
          </p:cNvSpPr>
          <p:nvPr>
            <p:ph type="title"/>
          </p:nvPr>
        </p:nvSpPr>
        <p:spPr>
          <a:xfrm>
            <a:off x="4965430" y="629268"/>
            <a:ext cx="6586491" cy="1286160"/>
          </a:xfrm>
        </p:spPr>
        <p:txBody>
          <a:bodyPr anchor="b">
            <a:normAutofit/>
          </a:bodyPr>
          <a:lstStyle/>
          <a:p>
            <a:r>
              <a:rPr lang="en-US"/>
              <a:t>ISC2 Code of Ethics Canons </a:t>
            </a:r>
          </a:p>
        </p:txBody>
      </p:sp>
      <p:sp>
        <p:nvSpPr>
          <p:cNvPr id="3" name="Content Placeholder 2">
            <a:extLst>
              <a:ext uri="{FF2B5EF4-FFF2-40B4-BE49-F238E27FC236}">
                <a16:creationId xmlns:a16="http://schemas.microsoft.com/office/drawing/2014/main" id="{B2FAB22A-5D12-4CC0-8497-577A0BF77842}"/>
              </a:ext>
            </a:extLst>
          </p:cNvPr>
          <p:cNvSpPr>
            <a:spLocks noGrp="1"/>
          </p:cNvSpPr>
          <p:nvPr>
            <p:ph idx="1"/>
          </p:nvPr>
        </p:nvSpPr>
        <p:spPr>
          <a:xfrm>
            <a:off x="4965431" y="2438400"/>
            <a:ext cx="6586489" cy="3785419"/>
          </a:xfrm>
        </p:spPr>
        <p:txBody>
          <a:bodyPr>
            <a:normAutofit/>
          </a:bodyPr>
          <a:lstStyle/>
          <a:p>
            <a:r>
              <a:rPr lang="en-US" sz="2000"/>
              <a:t>The canons are applied in order, and when faced with an ethical dilemma, you must follow the canons in order. </a:t>
            </a:r>
            <a:br>
              <a:rPr lang="en-US" sz="2000"/>
            </a:br>
            <a:endParaRPr lang="en-US" sz="2000"/>
          </a:p>
          <a:p>
            <a:r>
              <a:rPr lang="en-US" sz="2000"/>
              <a:t>In other words, it is more important to protect society than to advance and protect the profession.</a:t>
            </a:r>
          </a:p>
        </p:txBody>
      </p:sp>
      <p:pic>
        <p:nvPicPr>
          <p:cNvPr id="26" name="Picture 11" descr="Used machine parts">
            <a:extLst>
              <a:ext uri="{FF2B5EF4-FFF2-40B4-BE49-F238E27FC236}">
                <a16:creationId xmlns:a16="http://schemas.microsoft.com/office/drawing/2014/main" id="{69C4747F-9031-4960-9261-6521C958BD0B}"/>
              </a:ext>
            </a:extLst>
          </p:cNvPr>
          <p:cNvPicPr>
            <a:picLocks noChangeAspect="1"/>
          </p:cNvPicPr>
          <p:nvPr/>
        </p:nvPicPr>
        <p:blipFill rotWithShape="1">
          <a:blip r:embed="rId2"/>
          <a:srcRect l="37559" r="17322" b="-1"/>
          <a:stretch/>
        </p:blipFill>
        <p:spPr>
          <a:xfrm>
            <a:off x="20" y="10"/>
            <a:ext cx="4635571" cy="6857990"/>
          </a:xfrm>
          <a:prstGeom prst="rect">
            <a:avLst/>
          </a:prstGeom>
          <a:effectLst/>
        </p:spPr>
      </p:pic>
      <p:cxnSp>
        <p:nvCxnSpPr>
          <p:cNvPr id="27" name="Straight Connector 15">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AB764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1ECA83EE-C6AC-4A11-9EF3-488F6F3E0FC1}"/>
              </a:ext>
            </a:extLst>
          </p:cNvPr>
          <p:cNvSpPr>
            <a:spLocks noGrp="1"/>
          </p:cNvSpPr>
          <p:nvPr>
            <p:ph type="sldNum" sz="quarter" idx="12"/>
          </p:nvPr>
        </p:nvSpPr>
        <p:spPr>
          <a:xfrm>
            <a:off x="10167042" y="6356350"/>
            <a:ext cx="1186758" cy="365125"/>
          </a:xfrm>
        </p:spPr>
        <p:txBody>
          <a:bodyPr>
            <a:normAutofit/>
          </a:bodyPr>
          <a:lstStyle/>
          <a:p>
            <a:pPr>
              <a:lnSpc>
                <a:spcPct val="90000"/>
              </a:lnSpc>
              <a:spcAft>
                <a:spcPts val="600"/>
              </a:spcAft>
            </a:pPr>
            <a:fld id="{EF97EE6D-68CB-4844-9BB7-D9D379D633AA}" type="slidenum">
              <a:rPr lang="en-US" smtClean="0"/>
              <a:pPr>
                <a:lnSpc>
                  <a:spcPct val="90000"/>
                </a:lnSpc>
                <a:spcAft>
                  <a:spcPts val="600"/>
                </a:spcAft>
              </a:pPr>
              <a:t>21</a:t>
            </a:fld>
            <a:endParaRPr lang="en-US"/>
          </a:p>
        </p:txBody>
      </p:sp>
    </p:spTree>
    <p:extLst>
      <p:ext uri="{BB962C8B-B14F-4D97-AF65-F5344CB8AC3E}">
        <p14:creationId xmlns:p14="http://schemas.microsoft.com/office/powerpoint/2010/main" val="2727343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USER EDUCATION</a:t>
            </a:r>
            <a:endParaRPr lang="en-US" sz="3200" dirty="0">
              <a:solidFill>
                <a:prstClr val="black"/>
              </a:solidFill>
              <a:latin typeface="Calibri" panose="020F0502020204030204"/>
            </a:endParaRPr>
          </a:p>
        </p:txBody>
      </p:sp>
      <p:sp>
        <p:nvSpPr>
          <p:cNvPr id="4" name="Text 2"/>
          <p:cNvSpPr/>
          <p:nvPr/>
        </p:nvSpPr>
        <p:spPr>
          <a:xfrm>
            <a:off x="609600" y="1310640"/>
            <a:ext cx="10972800" cy="1584960"/>
          </a:xfrm>
          <a:prstGeom prst="rect">
            <a:avLst/>
          </a:prstGeom>
          <a:noFill/>
          <a:ln/>
        </p:spPr>
        <p:txBody>
          <a:bodyPr wrap="square" rtlCol="0" anchor="t"/>
          <a:lstStyle/>
          <a:p>
            <a:pPr defTabSz="1219170">
              <a:lnSpc>
                <a:spcPct val="108000"/>
              </a:lnSpc>
            </a:pPr>
            <a:r>
              <a:rPr lang="en-US" sz="3600" dirty="0">
                <a:solidFill>
                  <a:srgbClr val="1A1A1A"/>
                </a:solidFill>
                <a:latin typeface="Century Gothic" pitchFamily="34" charset="0"/>
                <a:ea typeface="Century Gothic" pitchFamily="34" charset="-122"/>
                <a:cs typeface="Century Gothic" pitchFamily="34" charset="-120"/>
              </a:rPr>
              <a:t>Establish and maintain a </a:t>
            </a:r>
            <a:r>
              <a:rPr lang="en-US" sz="3600" b="1" dirty="0">
                <a:solidFill>
                  <a:srgbClr val="1A1A1A"/>
                </a:solidFill>
                <a:highlight>
                  <a:srgbClr val="1CDDEB"/>
                </a:highlight>
                <a:latin typeface="Century Gothic" pitchFamily="34" charset="0"/>
                <a:ea typeface="Century Gothic" pitchFamily="34" charset="-122"/>
                <a:cs typeface="Century Gothic" pitchFamily="34" charset="-120"/>
              </a:rPr>
              <a:t>security awareness, education, and training</a:t>
            </a:r>
            <a:r>
              <a:rPr lang="en-US" sz="3600" dirty="0">
                <a:solidFill>
                  <a:srgbClr val="1A1A1A"/>
                </a:solidFill>
                <a:latin typeface="Century Gothic" pitchFamily="34" charset="0"/>
                <a:ea typeface="Century Gothic" pitchFamily="34" charset="-122"/>
                <a:cs typeface="Century Gothic" pitchFamily="34" charset="-120"/>
              </a:rPr>
              <a:t> program</a:t>
            </a:r>
            <a:endParaRPr lang="en-US" sz="3600" dirty="0">
              <a:solidFill>
                <a:prstClr val="black"/>
              </a:solidFill>
              <a:latin typeface="Calibri" panose="020F0502020204030204"/>
            </a:endParaRPr>
          </a:p>
        </p:txBody>
      </p:sp>
      <p:sp>
        <p:nvSpPr>
          <p:cNvPr id="5" name="Text 3"/>
          <p:cNvSpPr/>
          <p:nvPr/>
        </p:nvSpPr>
        <p:spPr>
          <a:xfrm>
            <a:off x="1097280" y="3169920"/>
            <a:ext cx="10485120" cy="950976"/>
          </a:xfrm>
          <a:prstGeom prst="rect">
            <a:avLst/>
          </a:prstGeom>
          <a:noFill/>
          <a:ln/>
        </p:spPr>
        <p:txBody>
          <a:bodyPr wrap="square" rtlCol="0" anchor="t"/>
          <a:lstStyle/>
          <a:p>
            <a:pPr defTabSz="1219170"/>
            <a:r>
              <a:rPr lang="en-US" sz="3200" dirty="0">
                <a:solidFill>
                  <a:srgbClr val="1A1A1A"/>
                </a:solidFill>
                <a:latin typeface="Century Gothic" pitchFamily="34" charset="0"/>
                <a:ea typeface="Century Gothic" pitchFamily="34" charset="-122"/>
                <a:cs typeface="Century Gothic" pitchFamily="34" charset="-120"/>
              </a:rPr>
              <a:t>➢  Methods and techniques to present</a:t>
            </a:r>
            <a:endParaRPr lang="en-US" sz="3200" dirty="0">
              <a:solidFill>
                <a:prstClr val="black"/>
              </a:solidFill>
              <a:latin typeface="Calibri" panose="020F0502020204030204"/>
            </a:endParaRPr>
          </a:p>
          <a:p>
            <a:pPr defTabSz="1219170"/>
            <a:r>
              <a:rPr lang="en-US" sz="3200" dirty="0">
                <a:solidFill>
                  <a:srgbClr val="1A1A1A"/>
                </a:solidFill>
                <a:latin typeface="Century Gothic" pitchFamily="34" charset="0"/>
                <a:ea typeface="Century Gothic" pitchFamily="34" charset="-122"/>
                <a:cs typeface="Century Gothic" pitchFamily="34" charset="-120"/>
              </a:rPr>
              <a:t>awareness and training</a:t>
            </a:r>
            <a:endParaRPr lang="en-US" sz="3200" dirty="0">
              <a:solidFill>
                <a:prstClr val="black"/>
              </a:solidFill>
              <a:latin typeface="Calibri" panose="020F0502020204030204"/>
            </a:endParaRPr>
          </a:p>
        </p:txBody>
      </p:sp>
      <p:sp>
        <p:nvSpPr>
          <p:cNvPr id="6" name="Text 4"/>
          <p:cNvSpPr/>
          <p:nvPr/>
        </p:nvSpPr>
        <p:spPr>
          <a:xfrm>
            <a:off x="1097280" y="4120896"/>
            <a:ext cx="10485120" cy="633984"/>
          </a:xfrm>
          <a:prstGeom prst="rect">
            <a:avLst/>
          </a:prstGeom>
          <a:noFill/>
          <a:ln/>
        </p:spPr>
        <p:txBody>
          <a:bodyPr wrap="square" rtlCol="0" anchor="t"/>
          <a:lstStyle/>
          <a:p>
            <a:pPr defTabSz="1219170"/>
            <a:r>
              <a:rPr lang="en-US" sz="3200" dirty="0">
                <a:solidFill>
                  <a:srgbClr val="1A1A1A"/>
                </a:solidFill>
                <a:latin typeface="Century Gothic" pitchFamily="34" charset="0"/>
                <a:ea typeface="Century Gothic" pitchFamily="34" charset="-122"/>
                <a:cs typeface="Century Gothic" pitchFamily="34" charset="-120"/>
              </a:rPr>
              <a:t>➢  Periodic content reviews</a:t>
            </a:r>
            <a:endParaRPr lang="en-US" sz="3200" dirty="0">
              <a:solidFill>
                <a:prstClr val="black"/>
              </a:solidFill>
              <a:latin typeface="Calibri" panose="020F0502020204030204"/>
            </a:endParaRPr>
          </a:p>
        </p:txBody>
      </p:sp>
      <p:sp>
        <p:nvSpPr>
          <p:cNvPr id="7" name="Text 5"/>
          <p:cNvSpPr/>
          <p:nvPr/>
        </p:nvSpPr>
        <p:spPr>
          <a:xfrm>
            <a:off x="1097280" y="4754880"/>
            <a:ext cx="10485120" cy="633984"/>
          </a:xfrm>
          <a:prstGeom prst="rect">
            <a:avLst/>
          </a:prstGeom>
          <a:noFill/>
          <a:ln/>
        </p:spPr>
        <p:txBody>
          <a:bodyPr wrap="square" rtlCol="0" anchor="t"/>
          <a:lstStyle/>
          <a:p>
            <a:pPr defTabSz="1219170"/>
            <a:r>
              <a:rPr lang="en-US" sz="3200" dirty="0">
                <a:solidFill>
                  <a:srgbClr val="1A1A1A"/>
                </a:solidFill>
                <a:latin typeface="Century Gothic" pitchFamily="34" charset="0"/>
                <a:ea typeface="Century Gothic" pitchFamily="34" charset="-122"/>
                <a:cs typeface="Century Gothic" pitchFamily="34" charset="-120"/>
              </a:rPr>
              <a:t>➢  Program effectiveness evaluation</a:t>
            </a:r>
            <a:endParaRPr lang="en-US" sz="3200" dirty="0">
              <a:solidFill>
                <a:prstClr val="black"/>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1038</TotalTime>
  <Words>1292</Words>
  <Application>Microsoft Macintosh PowerPoint</Application>
  <PresentationFormat>Widescreen</PresentationFormat>
  <Paragraphs>203</Paragraphs>
  <Slides>22</Slides>
  <Notes>16</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22</vt:i4>
      </vt:variant>
    </vt:vector>
  </HeadingPairs>
  <TitlesOfParts>
    <vt:vector size="35" baseType="lpstr">
      <vt:lpstr>Arial</vt:lpstr>
      <vt:lpstr>Calibri</vt:lpstr>
      <vt:lpstr>Calibri Light</vt:lpstr>
      <vt:lpstr>Century Gothic</vt:lpstr>
      <vt:lpstr>Impact</vt:lpstr>
      <vt:lpstr>Ink Free</vt:lpstr>
      <vt:lpstr>Segoe Print</vt:lpstr>
      <vt:lpstr>SourceSansPro</vt:lpstr>
      <vt:lpstr>Times New Roman</vt:lpstr>
      <vt:lpstr>Office Theme</vt:lpstr>
      <vt:lpstr>5_Office Theme</vt:lpstr>
      <vt:lpstr>4_Office Theme</vt:lpstr>
      <vt:lpstr>1_Office Theme</vt:lpstr>
      <vt:lpstr>Legal Aspects</vt:lpstr>
      <vt:lpstr>PowerPoint Presentation</vt:lpstr>
      <vt:lpstr>PowerPoint Presentation</vt:lpstr>
      <vt:lpstr>DUE DILIGENCE VS DUE CARE</vt:lpstr>
      <vt:lpstr>DUE DILIGENCE</vt:lpstr>
      <vt:lpstr>DUE DILIGENCE</vt:lpstr>
      <vt:lpstr>DUE DILIGENCE</vt:lpstr>
      <vt:lpstr>Privacy vs Confidentiality</vt:lpstr>
      <vt:lpstr>PowerPoint Presentation</vt:lpstr>
      <vt:lpstr>PowerPoint Presentation</vt:lpstr>
      <vt:lpstr>Other privacy laws</vt:lpstr>
      <vt:lpstr>Privacy laws covered on the CISSP exam:</vt:lpstr>
      <vt:lpstr>PowerPoint Presentation</vt:lpstr>
      <vt:lpstr>PowerPoint Presentation</vt:lpstr>
      <vt:lpstr>General Data Protection Regulation (GDPR)</vt:lpstr>
      <vt:lpstr>PowerPoint Presentation</vt:lpstr>
      <vt:lpstr>PowerPoint Presentation</vt:lpstr>
      <vt:lpstr>PowerPoint Presentation</vt:lpstr>
      <vt:lpstr>Intellectual Property Protections</vt:lpstr>
      <vt:lpstr>PowerPoint Presentation</vt:lpstr>
      <vt:lpstr>ISC2 Code of Ethics Canons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Legal Aspects</dc:title>
  <dc:creator>Alan Harrah</dc:creator>
  <cp:lastModifiedBy>Alan Harrah</cp:lastModifiedBy>
  <cp:revision>4</cp:revision>
  <dcterms:created xsi:type="dcterms:W3CDTF">2020-11-08T16:34:20Z</dcterms:created>
  <dcterms:modified xsi:type="dcterms:W3CDTF">2026-08-13T14:02:55Z</dcterms:modified>
</cp:coreProperties>
</file>
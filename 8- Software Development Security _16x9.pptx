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857" r:id="rId2"/>
    <p:sldMasterId id="2147483983" r:id="rId3"/>
    <p:sldMasterId id="2147483995" r:id="rId4"/>
  </p:sldMasterIdLst>
  <p:notesMasterIdLst>
    <p:notesMasterId r:id="rId47"/>
  </p:notesMasterIdLst>
  <p:sldIdLst>
    <p:sldId id="256" r:id="rId5"/>
    <p:sldId id="292" r:id="rId6"/>
    <p:sldId id="2560" r:id="rId7"/>
    <p:sldId id="277" r:id="rId8"/>
    <p:sldId id="404" r:id="rId9"/>
    <p:sldId id="278" r:id="rId10"/>
    <p:sldId id="276" r:id="rId11"/>
    <p:sldId id="981" r:id="rId12"/>
    <p:sldId id="320" r:id="rId13"/>
    <p:sldId id="319" r:id="rId14"/>
    <p:sldId id="275" r:id="rId15"/>
    <p:sldId id="258" r:id="rId16"/>
    <p:sldId id="259" r:id="rId17"/>
    <p:sldId id="260" r:id="rId18"/>
    <p:sldId id="261" r:id="rId19"/>
    <p:sldId id="326" r:id="rId20"/>
    <p:sldId id="283" r:id="rId21"/>
    <p:sldId id="282" r:id="rId22"/>
    <p:sldId id="279" r:id="rId23"/>
    <p:sldId id="280" r:id="rId24"/>
    <p:sldId id="281" r:id="rId25"/>
    <p:sldId id="265" r:id="rId26"/>
    <p:sldId id="266" r:id="rId27"/>
    <p:sldId id="267" r:id="rId28"/>
    <p:sldId id="269" r:id="rId29"/>
    <p:sldId id="268" r:id="rId30"/>
    <p:sldId id="270" r:id="rId31"/>
    <p:sldId id="2507" r:id="rId32"/>
    <p:sldId id="2516" r:id="rId33"/>
    <p:sldId id="2517" r:id="rId34"/>
    <p:sldId id="2561" r:id="rId35"/>
    <p:sldId id="2562" r:id="rId36"/>
    <p:sldId id="284" r:id="rId37"/>
    <p:sldId id="285" r:id="rId38"/>
    <p:sldId id="286" r:id="rId39"/>
    <p:sldId id="2563" r:id="rId40"/>
    <p:sldId id="294" r:id="rId41"/>
    <p:sldId id="291" r:id="rId42"/>
    <p:sldId id="293" r:id="rId43"/>
    <p:sldId id="271" r:id="rId44"/>
    <p:sldId id="273" r:id="rId45"/>
    <p:sldId id="274" r:id="rId4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Introduction" id="{CC37A79A-1118-4A1F-9EB4-0DD75E3826EB}">
          <p14:sldIdLst>
            <p14:sldId id="256"/>
          </p14:sldIdLst>
        </p14:section>
        <p14:section name="SDLC and Development Models" id="{E6B2A00A-17DC-408F-9498-BCDB17A42389}">
          <p14:sldIdLst>
            <p14:sldId id="292"/>
            <p14:sldId id="2560"/>
            <p14:sldId id="277"/>
            <p14:sldId id="404"/>
            <p14:sldId id="278"/>
            <p14:sldId id="276"/>
            <p14:sldId id="981"/>
            <p14:sldId id="320"/>
            <p14:sldId id="319"/>
            <p14:sldId id="275"/>
          </p14:sldIdLst>
        </p14:section>
        <p14:section name="DevOps and DevSecOps" id="{69B86AB7-039E-456C-83F4-1F77CE7BB196}">
          <p14:sldIdLst>
            <p14:sldId id="258"/>
            <p14:sldId id="259"/>
            <p14:sldId id="260"/>
            <p14:sldId id="261"/>
            <p14:sldId id="326"/>
            <p14:sldId id="283"/>
          </p14:sldIdLst>
        </p14:section>
        <p14:section name="Change and Configuration Management" id="{D806FCCA-CC4C-4EE2-B5D4-CA3C4DCC559C}">
          <p14:sldIdLst>
            <p14:sldId id="282"/>
          </p14:sldIdLst>
        </p14:section>
        <p14:section name="Software Maturity Models" id="{AA9E9D20-BA6E-4C6C-895F-14685E9742F3}">
          <p14:sldIdLst>
            <p14:sldId id="279"/>
            <p14:sldId id="280"/>
            <p14:sldId id="281"/>
          </p14:sldIdLst>
        </p14:section>
        <p14:section name="Databases" id="{0219D9DC-F49F-4C14-9815-C7C51835DB7F}">
          <p14:sldIdLst>
            <p14:sldId id="265"/>
            <p14:sldId id="266"/>
            <p14:sldId id="267"/>
            <p14:sldId id="269"/>
            <p14:sldId id="268"/>
            <p14:sldId id="270"/>
            <p14:sldId id="2507"/>
            <p14:sldId id="2516"/>
            <p14:sldId id="2517"/>
          </p14:sldIdLst>
        </p14:section>
        <p14:section name="APIs" id="{7BFCDE1C-BA3C-43C7-BA15-7AF7D086CC29}">
          <p14:sldIdLst/>
        </p14:section>
        <p14:section name="Object-Oriented Programming" id="{22CB46FB-BE43-4B68-A157-3ADEBEA592EE}">
          <p14:sldIdLst/>
        </p14:section>
        <p14:section name="Attacks and Malicious Software" id="{CB331A01-F264-476E-930A-6B2E06BAE59E}">
          <p14:sldIdLst>
            <p14:sldId id="2561"/>
            <p14:sldId id="2562"/>
            <p14:sldId id="284"/>
            <p14:sldId id="285"/>
            <p14:sldId id="286"/>
            <p14:sldId id="2563"/>
            <p14:sldId id="294"/>
          </p14:sldIdLst>
        </p14:section>
        <p14:section name="Other Security Concepts" id="{D32276CC-0C7D-40B4-B927-C5027E04AB6F}">
          <p14:sldIdLst>
            <p14:sldId id="291"/>
            <p14:sldId id="293"/>
            <p14:sldId id="271"/>
            <p14:sldId id="273"/>
            <p14:sldId id="27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F62CCE-FFE9-459E-ACEE-70400F9AD6E6}" v="5" dt="2026-08-11T15:17:28.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903" autoAdjust="0"/>
    <p:restoredTop sz="96301" autoAdjust="0"/>
  </p:normalViewPr>
  <p:slideViewPr>
    <p:cSldViewPr>
      <p:cViewPr varScale="1">
        <p:scale>
          <a:sx n="113" d="100"/>
          <a:sy n="113" d="100"/>
        </p:scale>
        <p:origin x="216" y="3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n Harrah" userId="13ac046d-2492-4a67-a5cf-463964845fac" providerId="ADAL" clId="{D4502DDC-EA26-47E9-A453-E89952727A4D}"/>
    <pc:docChg chg="custSel modSld sldOrd addSection delSection modSection">
      <pc:chgData name="Alan Harrah" userId="13ac046d-2492-4a67-a5cf-463964845fac" providerId="ADAL" clId="{D4502DDC-EA26-47E9-A453-E89952727A4D}" dt="2026-08-06T16:34:57.104" v="0" actId="26606"/>
      <pc:docMkLst>
        <pc:docMk/>
      </pc:docMkLst>
      <pc:sldChg chg="ord">
        <pc:chgData name="Alan Harrah" userId="13ac046d-2492-4a67-a5cf-463964845fac" providerId="ADAL" clId="{D4502DDC-EA26-47E9-A453-E89952727A4D}" dt="2026-08-06T16:34:57.104" v="0" actId="26606"/>
        <pc:sldMkLst>
          <pc:docMk/>
          <pc:sldMk cId="0" sldId="256"/>
        </pc:sldMkLst>
      </pc:sldChg>
      <pc:sldChg chg="ord">
        <pc:chgData name="Alan Harrah" userId="13ac046d-2492-4a67-a5cf-463964845fac" providerId="ADAL" clId="{D4502DDC-EA26-47E9-A453-E89952727A4D}" dt="2026-08-06T16:34:57.104" v="0" actId="26606"/>
        <pc:sldMkLst>
          <pc:docMk/>
          <pc:sldMk cId="0" sldId="258"/>
        </pc:sldMkLst>
      </pc:sldChg>
      <pc:sldChg chg="ord">
        <pc:chgData name="Alan Harrah" userId="13ac046d-2492-4a67-a5cf-463964845fac" providerId="ADAL" clId="{D4502DDC-EA26-47E9-A453-E89952727A4D}" dt="2026-08-06T16:34:57.104" v="0" actId="26606"/>
        <pc:sldMkLst>
          <pc:docMk/>
          <pc:sldMk cId="0" sldId="259"/>
        </pc:sldMkLst>
      </pc:sldChg>
      <pc:sldChg chg="ord">
        <pc:chgData name="Alan Harrah" userId="13ac046d-2492-4a67-a5cf-463964845fac" providerId="ADAL" clId="{D4502DDC-EA26-47E9-A453-E89952727A4D}" dt="2026-08-06T16:34:57.104" v="0" actId="26606"/>
        <pc:sldMkLst>
          <pc:docMk/>
          <pc:sldMk cId="0" sldId="260"/>
        </pc:sldMkLst>
      </pc:sldChg>
      <pc:sldChg chg="ord">
        <pc:chgData name="Alan Harrah" userId="13ac046d-2492-4a67-a5cf-463964845fac" providerId="ADAL" clId="{D4502DDC-EA26-47E9-A453-E89952727A4D}" dt="2026-08-06T16:34:57.104" v="0" actId="26606"/>
        <pc:sldMkLst>
          <pc:docMk/>
          <pc:sldMk cId="0" sldId="261"/>
        </pc:sldMkLst>
      </pc:sldChg>
      <pc:sldChg chg="ord">
        <pc:chgData name="Alan Harrah" userId="13ac046d-2492-4a67-a5cf-463964845fac" providerId="ADAL" clId="{D4502DDC-EA26-47E9-A453-E89952727A4D}" dt="2026-08-06T16:34:57.104" v="0" actId="26606"/>
        <pc:sldMkLst>
          <pc:docMk/>
          <pc:sldMk cId="0" sldId="262"/>
        </pc:sldMkLst>
      </pc:sldChg>
      <pc:sldChg chg="ord">
        <pc:chgData name="Alan Harrah" userId="13ac046d-2492-4a67-a5cf-463964845fac" providerId="ADAL" clId="{D4502DDC-EA26-47E9-A453-E89952727A4D}" dt="2026-08-06T16:34:57.104" v="0" actId="26606"/>
        <pc:sldMkLst>
          <pc:docMk/>
          <pc:sldMk cId="0" sldId="263"/>
        </pc:sldMkLst>
      </pc:sldChg>
      <pc:sldChg chg="ord">
        <pc:chgData name="Alan Harrah" userId="13ac046d-2492-4a67-a5cf-463964845fac" providerId="ADAL" clId="{D4502DDC-EA26-47E9-A453-E89952727A4D}" dt="2026-08-06T16:34:57.104" v="0" actId="26606"/>
        <pc:sldMkLst>
          <pc:docMk/>
          <pc:sldMk cId="0" sldId="265"/>
        </pc:sldMkLst>
      </pc:sldChg>
      <pc:sldChg chg="ord">
        <pc:chgData name="Alan Harrah" userId="13ac046d-2492-4a67-a5cf-463964845fac" providerId="ADAL" clId="{D4502DDC-EA26-47E9-A453-E89952727A4D}" dt="2026-08-06T16:34:57.104" v="0" actId="26606"/>
        <pc:sldMkLst>
          <pc:docMk/>
          <pc:sldMk cId="0" sldId="266"/>
        </pc:sldMkLst>
      </pc:sldChg>
      <pc:sldChg chg="ord">
        <pc:chgData name="Alan Harrah" userId="13ac046d-2492-4a67-a5cf-463964845fac" providerId="ADAL" clId="{D4502DDC-EA26-47E9-A453-E89952727A4D}" dt="2026-08-06T16:34:57.104" v="0" actId="26606"/>
        <pc:sldMkLst>
          <pc:docMk/>
          <pc:sldMk cId="0" sldId="267"/>
        </pc:sldMkLst>
      </pc:sldChg>
      <pc:sldChg chg="ord">
        <pc:chgData name="Alan Harrah" userId="13ac046d-2492-4a67-a5cf-463964845fac" providerId="ADAL" clId="{D4502DDC-EA26-47E9-A453-E89952727A4D}" dt="2026-08-06T16:34:57.104" v="0" actId="26606"/>
        <pc:sldMkLst>
          <pc:docMk/>
          <pc:sldMk cId="0" sldId="268"/>
        </pc:sldMkLst>
      </pc:sldChg>
      <pc:sldChg chg="ord">
        <pc:chgData name="Alan Harrah" userId="13ac046d-2492-4a67-a5cf-463964845fac" providerId="ADAL" clId="{D4502DDC-EA26-47E9-A453-E89952727A4D}" dt="2026-08-06T16:34:57.104" v="0" actId="26606"/>
        <pc:sldMkLst>
          <pc:docMk/>
          <pc:sldMk cId="0" sldId="269"/>
        </pc:sldMkLst>
      </pc:sldChg>
      <pc:sldChg chg="ord">
        <pc:chgData name="Alan Harrah" userId="13ac046d-2492-4a67-a5cf-463964845fac" providerId="ADAL" clId="{D4502DDC-EA26-47E9-A453-E89952727A4D}" dt="2026-08-06T16:34:57.104" v="0" actId="26606"/>
        <pc:sldMkLst>
          <pc:docMk/>
          <pc:sldMk cId="0" sldId="270"/>
        </pc:sldMkLst>
      </pc:sldChg>
      <pc:sldChg chg="ord">
        <pc:chgData name="Alan Harrah" userId="13ac046d-2492-4a67-a5cf-463964845fac" providerId="ADAL" clId="{D4502DDC-EA26-47E9-A453-E89952727A4D}" dt="2026-08-06T16:34:57.104" v="0" actId="26606"/>
        <pc:sldMkLst>
          <pc:docMk/>
          <pc:sldMk cId="0" sldId="271"/>
        </pc:sldMkLst>
      </pc:sldChg>
      <pc:sldChg chg="ord">
        <pc:chgData name="Alan Harrah" userId="13ac046d-2492-4a67-a5cf-463964845fac" providerId="ADAL" clId="{D4502DDC-EA26-47E9-A453-E89952727A4D}" dt="2026-08-06T16:34:57.104" v="0" actId="26606"/>
        <pc:sldMkLst>
          <pc:docMk/>
          <pc:sldMk cId="0" sldId="272"/>
        </pc:sldMkLst>
      </pc:sldChg>
      <pc:sldChg chg="ord">
        <pc:chgData name="Alan Harrah" userId="13ac046d-2492-4a67-a5cf-463964845fac" providerId="ADAL" clId="{D4502DDC-EA26-47E9-A453-E89952727A4D}" dt="2026-08-06T16:34:57.104" v="0" actId="26606"/>
        <pc:sldMkLst>
          <pc:docMk/>
          <pc:sldMk cId="0" sldId="273"/>
        </pc:sldMkLst>
      </pc:sldChg>
      <pc:sldChg chg="ord">
        <pc:chgData name="Alan Harrah" userId="13ac046d-2492-4a67-a5cf-463964845fac" providerId="ADAL" clId="{D4502DDC-EA26-47E9-A453-E89952727A4D}" dt="2026-08-06T16:34:57.104" v="0" actId="26606"/>
        <pc:sldMkLst>
          <pc:docMk/>
          <pc:sldMk cId="0" sldId="274"/>
        </pc:sldMkLst>
      </pc:sldChg>
      <pc:sldChg chg="ord">
        <pc:chgData name="Alan Harrah" userId="13ac046d-2492-4a67-a5cf-463964845fac" providerId="ADAL" clId="{D4502DDC-EA26-47E9-A453-E89952727A4D}" dt="2026-08-06T16:34:57.104" v="0" actId="26606"/>
        <pc:sldMkLst>
          <pc:docMk/>
          <pc:sldMk cId="54139564" sldId="275"/>
        </pc:sldMkLst>
      </pc:sldChg>
      <pc:sldChg chg="ord">
        <pc:chgData name="Alan Harrah" userId="13ac046d-2492-4a67-a5cf-463964845fac" providerId="ADAL" clId="{D4502DDC-EA26-47E9-A453-E89952727A4D}" dt="2026-08-06T16:34:57.104" v="0" actId="26606"/>
        <pc:sldMkLst>
          <pc:docMk/>
          <pc:sldMk cId="0" sldId="276"/>
        </pc:sldMkLst>
      </pc:sldChg>
      <pc:sldChg chg="ord">
        <pc:chgData name="Alan Harrah" userId="13ac046d-2492-4a67-a5cf-463964845fac" providerId="ADAL" clId="{D4502DDC-EA26-47E9-A453-E89952727A4D}" dt="2026-08-06T16:34:57.104" v="0" actId="26606"/>
        <pc:sldMkLst>
          <pc:docMk/>
          <pc:sldMk cId="0" sldId="278"/>
        </pc:sldMkLst>
      </pc:sldChg>
      <pc:sldChg chg="ord">
        <pc:chgData name="Alan Harrah" userId="13ac046d-2492-4a67-a5cf-463964845fac" providerId="ADAL" clId="{D4502DDC-EA26-47E9-A453-E89952727A4D}" dt="2026-08-06T16:34:57.104" v="0" actId="26606"/>
        <pc:sldMkLst>
          <pc:docMk/>
          <pc:sldMk cId="0" sldId="279"/>
        </pc:sldMkLst>
      </pc:sldChg>
      <pc:sldChg chg="ord">
        <pc:chgData name="Alan Harrah" userId="13ac046d-2492-4a67-a5cf-463964845fac" providerId="ADAL" clId="{D4502DDC-EA26-47E9-A453-E89952727A4D}" dt="2026-08-06T16:34:57.104" v="0" actId="26606"/>
        <pc:sldMkLst>
          <pc:docMk/>
          <pc:sldMk cId="0" sldId="280"/>
        </pc:sldMkLst>
      </pc:sldChg>
      <pc:sldChg chg="ord">
        <pc:chgData name="Alan Harrah" userId="13ac046d-2492-4a67-a5cf-463964845fac" providerId="ADAL" clId="{D4502DDC-EA26-47E9-A453-E89952727A4D}" dt="2026-08-06T16:34:57.104" v="0" actId="26606"/>
        <pc:sldMkLst>
          <pc:docMk/>
          <pc:sldMk cId="0" sldId="281"/>
        </pc:sldMkLst>
      </pc:sldChg>
      <pc:sldChg chg="ord">
        <pc:chgData name="Alan Harrah" userId="13ac046d-2492-4a67-a5cf-463964845fac" providerId="ADAL" clId="{D4502DDC-EA26-47E9-A453-E89952727A4D}" dt="2026-08-06T16:34:57.104" v="0" actId="26606"/>
        <pc:sldMkLst>
          <pc:docMk/>
          <pc:sldMk cId="0" sldId="282"/>
        </pc:sldMkLst>
      </pc:sldChg>
      <pc:sldChg chg="ord">
        <pc:chgData name="Alan Harrah" userId="13ac046d-2492-4a67-a5cf-463964845fac" providerId="ADAL" clId="{D4502DDC-EA26-47E9-A453-E89952727A4D}" dt="2026-08-06T16:34:57.104" v="0" actId="26606"/>
        <pc:sldMkLst>
          <pc:docMk/>
          <pc:sldMk cId="0" sldId="283"/>
        </pc:sldMkLst>
      </pc:sldChg>
      <pc:sldChg chg="ord">
        <pc:chgData name="Alan Harrah" userId="13ac046d-2492-4a67-a5cf-463964845fac" providerId="ADAL" clId="{D4502DDC-EA26-47E9-A453-E89952727A4D}" dt="2026-08-06T16:34:57.104" v="0" actId="26606"/>
        <pc:sldMkLst>
          <pc:docMk/>
          <pc:sldMk cId="0" sldId="284"/>
        </pc:sldMkLst>
      </pc:sldChg>
      <pc:sldChg chg="ord">
        <pc:chgData name="Alan Harrah" userId="13ac046d-2492-4a67-a5cf-463964845fac" providerId="ADAL" clId="{D4502DDC-EA26-47E9-A453-E89952727A4D}" dt="2026-08-06T16:34:57.104" v="0" actId="26606"/>
        <pc:sldMkLst>
          <pc:docMk/>
          <pc:sldMk cId="0" sldId="285"/>
        </pc:sldMkLst>
      </pc:sldChg>
      <pc:sldChg chg="ord">
        <pc:chgData name="Alan Harrah" userId="13ac046d-2492-4a67-a5cf-463964845fac" providerId="ADAL" clId="{D4502DDC-EA26-47E9-A453-E89952727A4D}" dt="2026-08-06T16:34:57.104" v="0" actId="26606"/>
        <pc:sldMkLst>
          <pc:docMk/>
          <pc:sldMk cId="0" sldId="286"/>
        </pc:sldMkLst>
      </pc:sldChg>
      <pc:sldChg chg="ord">
        <pc:chgData name="Alan Harrah" userId="13ac046d-2492-4a67-a5cf-463964845fac" providerId="ADAL" clId="{D4502DDC-EA26-47E9-A453-E89952727A4D}" dt="2026-08-06T16:34:57.104" v="0" actId="26606"/>
        <pc:sldMkLst>
          <pc:docMk/>
          <pc:sldMk cId="0" sldId="287"/>
        </pc:sldMkLst>
      </pc:sldChg>
      <pc:sldChg chg="ord">
        <pc:chgData name="Alan Harrah" userId="13ac046d-2492-4a67-a5cf-463964845fac" providerId="ADAL" clId="{D4502DDC-EA26-47E9-A453-E89952727A4D}" dt="2026-08-06T16:34:57.104" v="0" actId="26606"/>
        <pc:sldMkLst>
          <pc:docMk/>
          <pc:sldMk cId="0" sldId="291"/>
        </pc:sldMkLst>
      </pc:sldChg>
      <pc:sldChg chg="ord">
        <pc:chgData name="Alan Harrah" userId="13ac046d-2492-4a67-a5cf-463964845fac" providerId="ADAL" clId="{D4502DDC-EA26-47E9-A453-E89952727A4D}" dt="2026-08-06T16:34:57.104" v="0" actId="26606"/>
        <pc:sldMkLst>
          <pc:docMk/>
          <pc:sldMk cId="0" sldId="292"/>
        </pc:sldMkLst>
      </pc:sldChg>
      <pc:sldChg chg="ord">
        <pc:chgData name="Alan Harrah" userId="13ac046d-2492-4a67-a5cf-463964845fac" providerId="ADAL" clId="{D4502DDC-EA26-47E9-A453-E89952727A4D}" dt="2026-08-06T16:34:57.104" v="0" actId="26606"/>
        <pc:sldMkLst>
          <pc:docMk/>
          <pc:sldMk cId="0" sldId="293"/>
        </pc:sldMkLst>
      </pc:sldChg>
      <pc:sldChg chg="ord">
        <pc:chgData name="Alan Harrah" userId="13ac046d-2492-4a67-a5cf-463964845fac" providerId="ADAL" clId="{D4502DDC-EA26-47E9-A453-E89952727A4D}" dt="2026-08-06T16:34:57.104" v="0" actId="26606"/>
        <pc:sldMkLst>
          <pc:docMk/>
          <pc:sldMk cId="0" sldId="294"/>
        </pc:sldMkLst>
      </pc:sldChg>
      <pc:sldChg chg="modSp mod ord">
        <pc:chgData name="Alan Harrah" userId="13ac046d-2492-4a67-a5cf-463964845fac" providerId="ADAL" clId="{D4502DDC-EA26-47E9-A453-E89952727A4D}" dt="2026-08-06T16:34:57.104" v="0" actId="26606"/>
        <pc:sldMkLst>
          <pc:docMk/>
          <pc:sldMk cId="170653449" sldId="404"/>
        </pc:sldMkLst>
        <pc:graphicFrameChg chg="modGraphic">
          <ac:chgData name="Alan Harrah" userId="13ac046d-2492-4a67-a5cf-463964845fac" providerId="ADAL" clId="{D4502DDC-EA26-47E9-A453-E89952727A4D}" dt="2026-08-06T16:34:57.104" v="0" actId="26606"/>
          <ac:graphicFrameMkLst>
            <pc:docMk/>
            <pc:sldMk cId="170653449" sldId="404"/>
            <ac:graphicFrameMk id="5" creationId="{E3603245-C4ED-00A2-A739-A1C3A4E72BD3}"/>
          </ac:graphicFrameMkLst>
        </pc:graphicFrameChg>
      </pc:sldChg>
      <pc:sldChg chg="modSp mod ord">
        <pc:chgData name="Alan Harrah" userId="13ac046d-2492-4a67-a5cf-463964845fac" providerId="ADAL" clId="{D4502DDC-EA26-47E9-A453-E89952727A4D}" dt="2026-08-06T16:34:57.104" v="0" actId="26606"/>
        <pc:sldMkLst>
          <pc:docMk/>
          <pc:sldMk cId="2939736599" sldId="943"/>
        </pc:sldMkLst>
        <pc:graphicFrameChg chg="modGraphic">
          <ac:chgData name="Alan Harrah" userId="13ac046d-2492-4a67-a5cf-463964845fac" providerId="ADAL" clId="{D4502DDC-EA26-47E9-A453-E89952727A4D}" dt="2026-08-06T16:34:57.104" v="0" actId="26606"/>
          <ac:graphicFrameMkLst>
            <pc:docMk/>
            <pc:sldMk cId="2939736599" sldId="943"/>
            <ac:graphicFrameMk id="12" creationId="{CEE21441-DF73-DDAE-E175-F26225336E8F}"/>
          </ac:graphicFrameMkLst>
        </pc:graphicFrameChg>
      </pc:sldChg>
      <pc:sldChg chg="ord">
        <pc:chgData name="Alan Harrah" userId="13ac046d-2492-4a67-a5cf-463964845fac" providerId="ADAL" clId="{D4502DDC-EA26-47E9-A453-E89952727A4D}" dt="2026-08-06T16:34:57.104" v="0" actId="26606"/>
        <pc:sldMkLst>
          <pc:docMk/>
          <pc:sldMk cId="3624735925" sldId="981"/>
        </pc:sldMkLst>
      </pc:sldChg>
      <pc:sldChg chg="ord">
        <pc:chgData name="Alan Harrah" userId="13ac046d-2492-4a67-a5cf-463964845fac" providerId="ADAL" clId="{D4502DDC-EA26-47E9-A453-E89952727A4D}" dt="2026-08-06T16:34:57.104" v="0" actId="26606"/>
        <pc:sldMkLst>
          <pc:docMk/>
          <pc:sldMk cId="337587558" sldId="2507"/>
        </pc:sldMkLst>
      </pc:sldChg>
      <pc:sldChg chg="ord">
        <pc:chgData name="Alan Harrah" userId="13ac046d-2492-4a67-a5cf-463964845fac" providerId="ADAL" clId="{D4502DDC-EA26-47E9-A453-E89952727A4D}" dt="2026-08-06T16:34:57.104" v="0" actId="26606"/>
        <pc:sldMkLst>
          <pc:docMk/>
          <pc:sldMk cId="1811549441" sldId="2516"/>
        </pc:sldMkLst>
      </pc:sldChg>
      <pc:sldChg chg="modSp mod ord">
        <pc:chgData name="Alan Harrah" userId="13ac046d-2492-4a67-a5cf-463964845fac" providerId="ADAL" clId="{D4502DDC-EA26-47E9-A453-E89952727A4D}" dt="2026-08-06T16:34:57.104" v="0" actId="26606"/>
        <pc:sldMkLst>
          <pc:docMk/>
          <pc:sldMk cId="1187655291" sldId="2517"/>
        </pc:sldMkLst>
        <pc:graphicFrameChg chg="modGraphic">
          <ac:chgData name="Alan Harrah" userId="13ac046d-2492-4a67-a5cf-463964845fac" providerId="ADAL" clId="{D4502DDC-EA26-47E9-A453-E89952727A4D}" dt="2026-08-06T16:34:57.104" v="0" actId="26606"/>
          <ac:graphicFrameMkLst>
            <pc:docMk/>
            <pc:sldMk cId="1187655291" sldId="2517"/>
            <ac:graphicFrameMk id="6" creationId="{CEDD6F47-069A-A7D8-7F91-67D6F22F01F1}"/>
          </ac:graphicFrameMkLst>
        </pc:graphicFrameChg>
      </pc:sldChg>
      <pc:sldChg chg="ord">
        <pc:chgData name="Alan Harrah" userId="13ac046d-2492-4a67-a5cf-463964845fac" providerId="ADAL" clId="{D4502DDC-EA26-47E9-A453-E89952727A4D}" dt="2026-08-06T16:34:57.104" v="0" actId="26606"/>
        <pc:sldMkLst>
          <pc:docMk/>
          <pc:sldMk cId="0" sldId="2560"/>
        </pc:sldMkLst>
      </pc:sldChg>
      <pc:sldChg chg="ord">
        <pc:chgData name="Alan Harrah" userId="13ac046d-2492-4a67-a5cf-463964845fac" providerId="ADAL" clId="{D4502DDC-EA26-47E9-A453-E89952727A4D}" dt="2026-08-06T16:34:57.104" v="0" actId="26606"/>
        <pc:sldMkLst>
          <pc:docMk/>
          <pc:sldMk cId="0" sldId="2561"/>
        </pc:sldMkLst>
      </pc:sldChg>
      <pc:sldChg chg="ord">
        <pc:chgData name="Alan Harrah" userId="13ac046d-2492-4a67-a5cf-463964845fac" providerId="ADAL" clId="{D4502DDC-EA26-47E9-A453-E89952727A4D}" dt="2026-08-06T16:34:57.104" v="0" actId="26606"/>
        <pc:sldMkLst>
          <pc:docMk/>
          <pc:sldMk cId="0" sldId="2562"/>
        </pc:sldMkLst>
      </pc:sldChg>
      <pc:sldChg chg="ord">
        <pc:chgData name="Alan Harrah" userId="13ac046d-2492-4a67-a5cf-463964845fac" providerId="ADAL" clId="{D4502DDC-EA26-47E9-A453-E89952727A4D}" dt="2026-08-06T16:34:57.104" v="0" actId="26606"/>
        <pc:sldMkLst>
          <pc:docMk/>
          <pc:sldMk cId="0" sldId="2563"/>
        </pc:sldMkLst>
      </pc:sldChg>
    </pc:docChg>
  </pc:docChgLst>
  <pc:docChgLst>
    <pc:chgData name="Alan Harrah" userId="9dbaa1db5e5d5f04" providerId="LiveId" clId="{F2266474-AB8E-5222-ACF9-7DCF1A0D72FA}"/>
    <pc:docChg chg="custSel delSld modSld delMainMaster modSection">
      <pc:chgData name="Alan Harrah" userId="9dbaa1db5e5d5f04" providerId="LiveId" clId="{F2266474-AB8E-5222-ACF9-7DCF1A0D72FA}" dt="2026-08-08T20:15:37.907" v="19" actId="478"/>
      <pc:docMkLst>
        <pc:docMk/>
      </pc:docMkLst>
      <pc:sldChg chg="delSp mod">
        <pc:chgData name="Alan Harrah" userId="9dbaa1db5e5d5f04" providerId="LiveId" clId="{F2266474-AB8E-5222-ACF9-7DCF1A0D72FA}" dt="2026-08-08T20:11:52.666" v="3" actId="478"/>
        <pc:sldMkLst>
          <pc:docMk/>
          <pc:sldMk cId="0" sldId="258"/>
        </pc:sldMkLst>
      </pc:sldChg>
      <pc:sldChg chg="modSp mod">
        <pc:chgData name="Alan Harrah" userId="9dbaa1db5e5d5f04" providerId="LiveId" clId="{F2266474-AB8E-5222-ACF9-7DCF1A0D72FA}" dt="2026-08-08T20:15:27.518" v="18" actId="14100"/>
        <pc:sldMkLst>
          <pc:docMk/>
          <pc:sldMk cId="0" sldId="271"/>
        </pc:sldMkLst>
        <pc:spChg chg="mod">
          <ac:chgData name="Alan Harrah" userId="9dbaa1db5e5d5f04" providerId="LiveId" clId="{F2266474-AB8E-5222-ACF9-7DCF1A0D72FA}" dt="2026-08-08T20:15:27.518" v="18" actId="14100"/>
          <ac:spMkLst>
            <pc:docMk/>
            <pc:sldMk cId="0" sldId="271"/>
            <ac:spMk id="6" creationId="{00000000-0000-0000-0000-000000000000}"/>
          </ac:spMkLst>
        </pc:spChg>
      </pc:sldChg>
      <pc:sldChg chg="delSp modSp mod">
        <pc:chgData name="Alan Harrah" userId="9dbaa1db5e5d5f04" providerId="LiveId" clId="{F2266474-AB8E-5222-ACF9-7DCF1A0D72FA}" dt="2026-08-08T20:12:30.665" v="7" actId="478"/>
        <pc:sldMkLst>
          <pc:docMk/>
          <pc:sldMk cId="0" sldId="280"/>
        </pc:sldMkLst>
        <pc:spChg chg="mod">
          <ac:chgData name="Alan Harrah" userId="9dbaa1db5e5d5f04" providerId="LiveId" clId="{F2266474-AB8E-5222-ACF9-7DCF1A0D72FA}" dt="2026-08-08T20:12:19.645" v="5" actId="14100"/>
          <ac:spMkLst>
            <pc:docMk/>
            <pc:sldMk cId="0" sldId="280"/>
            <ac:spMk id="4" creationId="{00000000-0000-0000-0000-000000000000}"/>
          </ac:spMkLst>
        </pc:spChg>
      </pc:sldChg>
      <pc:sldChg chg="delSp mod">
        <pc:chgData name="Alan Harrah" userId="9dbaa1db5e5d5f04" providerId="LiveId" clId="{F2266474-AB8E-5222-ACF9-7DCF1A0D72FA}" dt="2026-08-08T20:12:07.643" v="4" actId="478"/>
        <pc:sldMkLst>
          <pc:docMk/>
          <pc:sldMk cId="0" sldId="283"/>
        </pc:sldMkLst>
      </pc:sldChg>
      <pc:sldChg chg="delSp mod">
        <pc:chgData name="Alan Harrah" userId="9dbaa1db5e5d5f04" providerId="LiveId" clId="{F2266474-AB8E-5222-ACF9-7DCF1A0D72FA}" dt="2026-08-08T20:15:37.907" v="19" actId="478"/>
        <pc:sldMkLst>
          <pc:docMk/>
          <pc:sldMk cId="0" sldId="287"/>
        </pc:sldMkLst>
      </pc:sldChg>
      <pc:sldChg chg="delSp mod">
        <pc:chgData name="Alan Harrah" userId="9dbaa1db5e5d5f04" providerId="LiveId" clId="{F2266474-AB8E-5222-ACF9-7DCF1A0D72FA}" dt="2026-08-08T20:13:47.463" v="13" actId="478"/>
        <pc:sldMkLst>
          <pc:docMk/>
          <pc:sldMk cId="0" sldId="2561"/>
        </pc:sldMkLst>
      </pc:sldChg>
      <pc:sldChg chg="delSp mod">
        <pc:chgData name="Alan Harrah" userId="9dbaa1db5e5d5f04" providerId="LiveId" clId="{F2266474-AB8E-5222-ACF9-7DCF1A0D72FA}" dt="2026-08-08T20:14:54.086" v="15" actId="478"/>
        <pc:sldMkLst>
          <pc:docMk/>
          <pc:sldMk cId="0" sldId="2562"/>
        </pc:sldMkLst>
      </pc:sldChg>
    </pc:docChg>
  </pc:docChgLst>
  <pc:docChgLst>
    <pc:chgData name="Alan Harrah" userId="9dbaa1db5e5d5f04" providerId="LiveId" clId="{D4502DDC-EA26-47E9-A453-E89952727A4D}"/>
    <pc:docChg chg="custSel addSld delSld modSld sldOrd delMainMaster modMainMaster modSection">
      <pc:chgData name="Alan Harrah" userId="9dbaa1db5e5d5f04" providerId="LiveId" clId="{D4502DDC-EA26-47E9-A453-E89952727A4D}" dt="2026-08-11T15:17:28.498" v="110"/>
      <pc:docMkLst>
        <pc:docMk/>
      </pc:docMkLst>
      <pc:sldChg chg="modSp add mod">
        <pc:chgData name="Alan Harrah" userId="9dbaa1db5e5d5f04" providerId="LiveId" clId="{D4502DDC-EA26-47E9-A453-E89952727A4D}" dt="2026-08-10T18:00:56.949" v="51" actId="1076"/>
        <pc:sldMkLst>
          <pc:docMk/>
          <pc:sldMk cId="0" sldId="258"/>
        </pc:sldMkLst>
        <pc:spChg chg="mod">
          <ac:chgData name="Alan Harrah" userId="9dbaa1db5e5d5f04" providerId="LiveId" clId="{D4502DDC-EA26-47E9-A453-E89952727A4D}" dt="2026-08-10T18:00:56.949" v="51" actId="1076"/>
          <ac:spMkLst>
            <pc:docMk/>
            <pc:sldMk cId="0" sldId="258"/>
            <ac:spMk id="4" creationId="{00000000-0000-0000-0000-000000000000}"/>
          </ac:spMkLst>
        </pc:spChg>
      </pc:sldChg>
      <pc:sldChg chg="add">
        <pc:chgData name="Alan Harrah" userId="9dbaa1db5e5d5f04" providerId="LiveId" clId="{D4502DDC-EA26-47E9-A453-E89952727A4D}" dt="2026-08-06T15:17:11.761" v="0"/>
        <pc:sldMkLst>
          <pc:docMk/>
          <pc:sldMk cId="0" sldId="259"/>
        </pc:sldMkLst>
      </pc:sldChg>
      <pc:sldChg chg="delSp modSp add mod">
        <pc:chgData name="Alan Harrah" userId="9dbaa1db5e5d5f04" providerId="LiveId" clId="{D4502DDC-EA26-47E9-A453-E89952727A4D}" dt="2026-08-10T18:00:46.041" v="49" actId="478"/>
        <pc:sldMkLst>
          <pc:docMk/>
          <pc:sldMk cId="0" sldId="260"/>
        </pc:sldMkLst>
        <pc:cxnChg chg="mod">
          <ac:chgData name="Alan Harrah" userId="9dbaa1db5e5d5f04" providerId="LiveId" clId="{D4502DDC-EA26-47E9-A453-E89952727A4D}" dt="2026-08-10T18:00:37.171" v="47" actId="14100"/>
          <ac:cxnSpMkLst>
            <pc:docMk/>
            <pc:sldMk cId="0" sldId="260"/>
            <ac:cxnSpMk id="7" creationId="{00000000-0000-0000-0000-000000000000}"/>
          </ac:cxnSpMkLst>
        </pc:cxnChg>
        <pc:cxnChg chg="mod">
          <ac:chgData name="Alan Harrah" userId="9dbaa1db5e5d5f04" providerId="LiveId" clId="{D4502DDC-EA26-47E9-A453-E89952727A4D}" dt="2026-08-10T18:00:31.581" v="45" actId="1076"/>
          <ac:cxnSpMkLst>
            <pc:docMk/>
            <pc:sldMk cId="0" sldId="260"/>
            <ac:cxnSpMk id="8" creationId="{00000000-0000-0000-0000-000000000000}"/>
          </ac:cxnSpMkLst>
        </pc:cxnChg>
        <pc:cxnChg chg="del">
          <ac:chgData name="Alan Harrah" userId="9dbaa1db5e5d5f04" providerId="LiveId" clId="{D4502DDC-EA26-47E9-A453-E89952727A4D}" dt="2026-08-10T18:00:44.226" v="48" actId="478"/>
          <ac:cxnSpMkLst>
            <pc:docMk/>
            <pc:sldMk cId="0" sldId="260"/>
            <ac:cxnSpMk id="11" creationId="{00000000-0000-0000-0000-000000000000}"/>
          </ac:cxnSpMkLst>
        </pc:cxnChg>
        <pc:cxnChg chg="del">
          <ac:chgData name="Alan Harrah" userId="9dbaa1db5e5d5f04" providerId="LiveId" clId="{D4502DDC-EA26-47E9-A453-E89952727A4D}" dt="2026-08-10T18:00:46.041" v="49" actId="478"/>
          <ac:cxnSpMkLst>
            <pc:docMk/>
            <pc:sldMk cId="0" sldId="260"/>
            <ac:cxnSpMk id="12" creationId="{00000000-0000-0000-0000-000000000000}"/>
          </ac:cxnSpMkLst>
        </pc:cxnChg>
      </pc:sldChg>
      <pc:sldChg chg="delSp modSp add mod">
        <pc:chgData name="Alan Harrah" userId="9dbaa1db5e5d5f04" providerId="LiveId" clId="{D4502DDC-EA26-47E9-A453-E89952727A4D}" dt="2026-08-10T18:05:33.641" v="84" actId="478"/>
        <pc:sldMkLst>
          <pc:docMk/>
          <pc:sldMk cId="0" sldId="261"/>
        </pc:sldMkLst>
        <pc:spChg chg="mod">
          <ac:chgData name="Alan Harrah" userId="9dbaa1db5e5d5f04" providerId="LiveId" clId="{D4502DDC-EA26-47E9-A453-E89952727A4D}" dt="2026-08-10T18:05:31.346" v="83" actId="1076"/>
          <ac:spMkLst>
            <pc:docMk/>
            <pc:sldMk cId="0" sldId="261"/>
            <ac:spMk id="8" creationId="{00000000-0000-0000-0000-000000000000}"/>
          </ac:spMkLst>
        </pc:spChg>
        <pc:cxnChg chg="del">
          <ac:chgData name="Alan Harrah" userId="9dbaa1db5e5d5f04" providerId="LiveId" clId="{D4502DDC-EA26-47E9-A453-E89952727A4D}" dt="2026-08-10T18:05:33.641" v="84" actId="478"/>
          <ac:cxnSpMkLst>
            <pc:docMk/>
            <pc:sldMk cId="0" sldId="261"/>
            <ac:cxnSpMk id="9" creationId="{00000000-0000-0000-0000-000000000000}"/>
          </ac:cxnSpMkLst>
        </pc:cxnChg>
      </pc:sldChg>
      <pc:sldChg chg="delSp modSp add mod">
        <pc:chgData name="Alan Harrah" userId="9dbaa1db5e5d5f04" providerId="LiveId" clId="{D4502DDC-EA26-47E9-A453-E89952727A4D}" dt="2026-08-10T18:05:48.802" v="87" actId="478"/>
        <pc:sldMkLst>
          <pc:docMk/>
          <pc:sldMk cId="0" sldId="262"/>
        </pc:sldMkLst>
        <pc:cxnChg chg="del mod">
          <ac:chgData name="Alan Harrah" userId="9dbaa1db5e5d5f04" providerId="LiveId" clId="{D4502DDC-EA26-47E9-A453-E89952727A4D}" dt="2026-08-10T18:05:48.802" v="87" actId="478"/>
          <ac:cxnSpMkLst>
            <pc:docMk/>
            <pc:sldMk cId="0" sldId="262"/>
            <ac:cxnSpMk id="12" creationId="{00000000-0000-0000-0000-000000000000}"/>
          </ac:cxnSpMkLst>
        </pc:cxnChg>
      </pc:sldChg>
      <pc:sldChg chg="delSp add mod">
        <pc:chgData name="Alan Harrah" userId="9dbaa1db5e5d5f04" providerId="LiveId" clId="{D4502DDC-EA26-47E9-A453-E89952727A4D}" dt="2026-08-10T18:05:39.506" v="85" actId="478"/>
        <pc:sldMkLst>
          <pc:docMk/>
          <pc:sldMk cId="0" sldId="263"/>
        </pc:sldMkLst>
        <pc:cxnChg chg="del">
          <ac:chgData name="Alan Harrah" userId="9dbaa1db5e5d5f04" providerId="LiveId" clId="{D4502DDC-EA26-47E9-A453-E89952727A4D}" dt="2026-08-10T18:05:39.506" v="85" actId="478"/>
          <ac:cxnSpMkLst>
            <pc:docMk/>
            <pc:sldMk cId="0" sldId="263"/>
            <ac:cxnSpMk id="10" creationId="{00000000-0000-0000-0000-000000000000}"/>
          </ac:cxnSpMkLst>
        </pc:cxnChg>
      </pc:sldChg>
      <pc:sldChg chg="add">
        <pc:chgData name="Alan Harrah" userId="9dbaa1db5e5d5f04" providerId="LiveId" clId="{D4502DDC-EA26-47E9-A453-E89952727A4D}" dt="2026-08-06T15:17:11.761" v="0"/>
        <pc:sldMkLst>
          <pc:docMk/>
          <pc:sldMk cId="0" sldId="265"/>
        </pc:sldMkLst>
      </pc:sldChg>
      <pc:sldChg chg="add">
        <pc:chgData name="Alan Harrah" userId="9dbaa1db5e5d5f04" providerId="LiveId" clId="{D4502DDC-EA26-47E9-A453-E89952727A4D}" dt="2026-08-06T15:17:11.761" v="0"/>
        <pc:sldMkLst>
          <pc:docMk/>
          <pc:sldMk cId="0" sldId="266"/>
        </pc:sldMkLst>
      </pc:sldChg>
      <pc:sldChg chg="delSp add mod">
        <pc:chgData name="Alan Harrah" userId="9dbaa1db5e5d5f04" providerId="LiveId" clId="{D4502DDC-EA26-47E9-A453-E89952727A4D}" dt="2026-08-06T18:51:19.496" v="24" actId="478"/>
        <pc:sldMkLst>
          <pc:docMk/>
          <pc:sldMk cId="0" sldId="267"/>
        </pc:sldMkLst>
      </pc:sldChg>
      <pc:sldChg chg="add">
        <pc:chgData name="Alan Harrah" userId="9dbaa1db5e5d5f04" providerId="LiveId" clId="{D4502DDC-EA26-47E9-A453-E89952727A4D}" dt="2026-08-06T15:17:11.761" v="0"/>
        <pc:sldMkLst>
          <pc:docMk/>
          <pc:sldMk cId="0" sldId="268"/>
        </pc:sldMkLst>
      </pc:sldChg>
      <pc:sldChg chg="delSp add mod ord">
        <pc:chgData name="Alan Harrah" userId="9dbaa1db5e5d5f04" providerId="LiveId" clId="{D4502DDC-EA26-47E9-A453-E89952727A4D}" dt="2026-08-06T18:52:22.541" v="30" actId="478"/>
        <pc:sldMkLst>
          <pc:docMk/>
          <pc:sldMk cId="0" sldId="269"/>
        </pc:sldMkLst>
      </pc:sldChg>
      <pc:sldChg chg="delSp add mod ord">
        <pc:chgData name="Alan Harrah" userId="9dbaa1db5e5d5f04" providerId="LiveId" clId="{D4502DDC-EA26-47E9-A453-E89952727A4D}" dt="2026-08-10T18:06:59.494" v="91" actId="478"/>
        <pc:sldMkLst>
          <pc:docMk/>
          <pc:sldMk cId="0" sldId="270"/>
        </pc:sldMkLst>
        <pc:cxnChg chg="del">
          <ac:chgData name="Alan Harrah" userId="9dbaa1db5e5d5f04" providerId="LiveId" clId="{D4502DDC-EA26-47E9-A453-E89952727A4D}" dt="2026-08-10T18:06:58.134" v="90" actId="478"/>
          <ac:cxnSpMkLst>
            <pc:docMk/>
            <pc:sldMk cId="0" sldId="270"/>
            <ac:cxnSpMk id="7" creationId="{00000000-0000-0000-0000-000000000000}"/>
          </ac:cxnSpMkLst>
        </pc:cxnChg>
        <pc:cxnChg chg="del">
          <ac:chgData name="Alan Harrah" userId="9dbaa1db5e5d5f04" providerId="LiveId" clId="{D4502DDC-EA26-47E9-A453-E89952727A4D}" dt="2026-08-10T18:06:59.494" v="91" actId="478"/>
          <ac:cxnSpMkLst>
            <pc:docMk/>
            <pc:sldMk cId="0" sldId="270"/>
            <ac:cxnSpMk id="8" creationId="{00000000-0000-0000-0000-000000000000}"/>
          </ac:cxnSpMkLst>
        </pc:cxnChg>
      </pc:sldChg>
      <pc:sldChg chg="modSp add mod">
        <pc:chgData name="Alan Harrah" userId="9dbaa1db5e5d5f04" providerId="LiveId" clId="{D4502DDC-EA26-47E9-A453-E89952727A4D}" dt="2026-08-10T18:09:57.611" v="102" actId="1076"/>
        <pc:sldMkLst>
          <pc:docMk/>
          <pc:sldMk cId="0" sldId="271"/>
        </pc:sldMkLst>
        <pc:spChg chg="mod">
          <ac:chgData name="Alan Harrah" userId="9dbaa1db5e5d5f04" providerId="LiveId" clId="{D4502DDC-EA26-47E9-A453-E89952727A4D}" dt="2026-08-10T18:09:57.611" v="102" actId="1076"/>
          <ac:spMkLst>
            <pc:docMk/>
            <pc:sldMk cId="0" sldId="271"/>
            <ac:spMk id="6" creationId="{00000000-0000-0000-0000-000000000000}"/>
          </ac:spMkLst>
        </pc:spChg>
      </pc:sldChg>
      <pc:sldChg chg="add">
        <pc:chgData name="Alan Harrah" userId="9dbaa1db5e5d5f04" providerId="LiveId" clId="{D4502DDC-EA26-47E9-A453-E89952727A4D}" dt="2026-08-06T15:17:11.761" v="0"/>
        <pc:sldMkLst>
          <pc:docMk/>
          <pc:sldMk cId="0" sldId="272"/>
        </pc:sldMkLst>
      </pc:sldChg>
      <pc:sldChg chg="add">
        <pc:chgData name="Alan Harrah" userId="9dbaa1db5e5d5f04" providerId="LiveId" clId="{D4502DDC-EA26-47E9-A453-E89952727A4D}" dt="2026-08-06T15:17:11.761" v="0"/>
        <pc:sldMkLst>
          <pc:docMk/>
          <pc:sldMk cId="0" sldId="273"/>
        </pc:sldMkLst>
      </pc:sldChg>
      <pc:sldChg chg="add">
        <pc:chgData name="Alan Harrah" userId="9dbaa1db5e5d5f04" providerId="LiveId" clId="{D4502DDC-EA26-47E9-A453-E89952727A4D}" dt="2026-08-06T15:17:11.761" v="0"/>
        <pc:sldMkLst>
          <pc:docMk/>
          <pc:sldMk cId="0" sldId="274"/>
        </pc:sldMkLst>
      </pc:sldChg>
      <pc:sldChg chg="add">
        <pc:chgData name="Alan Harrah" userId="9dbaa1db5e5d5f04" providerId="LiveId" clId="{D4502DDC-EA26-47E9-A453-E89952727A4D}" dt="2026-08-06T15:17:11.761" v="0"/>
        <pc:sldMkLst>
          <pc:docMk/>
          <pc:sldMk cId="0" sldId="276"/>
        </pc:sldMkLst>
      </pc:sldChg>
      <pc:sldChg chg="modSp add mod">
        <pc:chgData name="Alan Harrah" userId="9dbaa1db5e5d5f04" providerId="LiveId" clId="{D4502DDC-EA26-47E9-A453-E89952727A4D}" dt="2026-08-10T18:05:08.364" v="82" actId="1076"/>
        <pc:sldMkLst>
          <pc:docMk/>
          <pc:sldMk cId="0" sldId="277"/>
        </pc:sldMkLst>
        <pc:cxnChg chg="mod">
          <ac:chgData name="Alan Harrah" userId="9dbaa1db5e5d5f04" providerId="LiveId" clId="{D4502DDC-EA26-47E9-A453-E89952727A4D}" dt="2026-08-10T18:04:57.519" v="79" actId="1076"/>
          <ac:cxnSpMkLst>
            <pc:docMk/>
            <pc:sldMk cId="0" sldId="277"/>
            <ac:cxnSpMk id="11" creationId="{00000000-0000-0000-0000-000000000000}"/>
          </ac:cxnSpMkLst>
        </pc:cxnChg>
        <pc:cxnChg chg="mod">
          <ac:chgData name="Alan Harrah" userId="9dbaa1db5e5d5f04" providerId="LiveId" clId="{D4502DDC-EA26-47E9-A453-E89952727A4D}" dt="2026-08-10T18:04:55.820" v="78" actId="1076"/>
          <ac:cxnSpMkLst>
            <pc:docMk/>
            <pc:sldMk cId="0" sldId="277"/>
            <ac:cxnSpMk id="13" creationId="{00000000-0000-0000-0000-000000000000}"/>
          </ac:cxnSpMkLst>
        </pc:cxnChg>
        <pc:cxnChg chg="mod">
          <ac:chgData name="Alan Harrah" userId="9dbaa1db5e5d5f04" providerId="LiveId" clId="{D4502DDC-EA26-47E9-A453-E89952727A4D}" dt="2026-08-10T18:04:53.774" v="77" actId="1076"/>
          <ac:cxnSpMkLst>
            <pc:docMk/>
            <pc:sldMk cId="0" sldId="277"/>
            <ac:cxnSpMk id="15" creationId="{00000000-0000-0000-0000-000000000000}"/>
          </ac:cxnSpMkLst>
        </pc:cxnChg>
        <pc:cxnChg chg="mod">
          <ac:chgData name="Alan Harrah" userId="9dbaa1db5e5d5f04" providerId="LiveId" clId="{D4502DDC-EA26-47E9-A453-E89952727A4D}" dt="2026-08-10T18:04:59.926" v="80" actId="1076"/>
          <ac:cxnSpMkLst>
            <pc:docMk/>
            <pc:sldMk cId="0" sldId="277"/>
            <ac:cxnSpMk id="17" creationId="{00000000-0000-0000-0000-000000000000}"/>
          </ac:cxnSpMkLst>
        </pc:cxnChg>
        <pc:cxnChg chg="mod">
          <ac:chgData name="Alan Harrah" userId="9dbaa1db5e5d5f04" providerId="LiveId" clId="{D4502DDC-EA26-47E9-A453-E89952727A4D}" dt="2026-08-10T18:05:02.220" v="81" actId="1076"/>
          <ac:cxnSpMkLst>
            <pc:docMk/>
            <pc:sldMk cId="0" sldId="277"/>
            <ac:cxnSpMk id="19" creationId="{00000000-0000-0000-0000-000000000000}"/>
          </ac:cxnSpMkLst>
        </pc:cxnChg>
        <pc:cxnChg chg="mod">
          <ac:chgData name="Alan Harrah" userId="9dbaa1db5e5d5f04" providerId="LiveId" clId="{D4502DDC-EA26-47E9-A453-E89952727A4D}" dt="2026-08-10T18:05:08.364" v="82" actId="1076"/>
          <ac:cxnSpMkLst>
            <pc:docMk/>
            <pc:sldMk cId="0" sldId="277"/>
            <ac:cxnSpMk id="21" creationId="{00000000-0000-0000-0000-000000000000}"/>
          </ac:cxnSpMkLst>
        </pc:cxnChg>
      </pc:sldChg>
      <pc:sldChg chg="addSp delSp modSp add mod">
        <pc:chgData name="Alan Harrah" userId="9dbaa1db5e5d5f04" providerId="LiveId" clId="{D4502DDC-EA26-47E9-A453-E89952727A4D}" dt="2026-08-10T18:04:36.623" v="75" actId="478"/>
        <pc:sldMkLst>
          <pc:docMk/>
          <pc:sldMk cId="0" sldId="278"/>
        </pc:sldMkLst>
        <pc:spChg chg="mod">
          <ac:chgData name="Alan Harrah" userId="9dbaa1db5e5d5f04" providerId="LiveId" clId="{D4502DDC-EA26-47E9-A453-E89952727A4D}" dt="2026-08-10T18:03:51.371" v="58" actId="1076"/>
          <ac:spMkLst>
            <pc:docMk/>
            <pc:sldMk cId="0" sldId="278"/>
            <ac:spMk id="4" creationId="{00000000-0000-0000-0000-000000000000}"/>
          </ac:spMkLst>
        </pc:spChg>
        <pc:spChg chg="mod">
          <ac:chgData name="Alan Harrah" userId="9dbaa1db5e5d5f04" providerId="LiveId" clId="{D4502DDC-EA26-47E9-A453-E89952727A4D}" dt="2026-08-10T18:04:27.449" v="73" actId="1076"/>
          <ac:spMkLst>
            <pc:docMk/>
            <pc:sldMk cId="0" sldId="278"/>
            <ac:spMk id="7" creationId="{00000000-0000-0000-0000-000000000000}"/>
          </ac:spMkLst>
        </pc:spChg>
        <pc:spChg chg="del">
          <ac:chgData name="Alan Harrah" userId="9dbaa1db5e5d5f04" providerId="LiveId" clId="{D4502DDC-EA26-47E9-A453-E89952727A4D}" dt="2026-08-10T18:03:44.419" v="57" actId="478"/>
          <ac:spMkLst>
            <pc:docMk/>
            <pc:sldMk cId="0" sldId="278"/>
            <ac:spMk id="9" creationId="{00000000-0000-0000-0000-000000000000}"/>
          </ac:spMkLst>
        </pc:spChg>
        <pc:spChg chg="del">
          <ac:chgData name="Alan Harrah" userId="9dbaa1db5e5d5f04" providerId="LiveId" clId="{D4502DDC-EA26-47E9-A453-E89952727A4D}" dt="2026-08-10T18:04:02.220" v="66" actId="478"/>
          <ac:spMkLst>
            <pc:docMk/>
            <pc:sldMk cId="0" sldId="278"/>
            <ac:spMk id="13" creationId="{00000000-0000-0000-0000-000000000000}"/>
          </ac:spMkLst>
        </pc:spChg>
        <pc:spChg chg="del">
          <ac:chgData name="Alan Harrah" userId="9dbaa1db5e5d5f04" providerId="LiveId" clId="{D4502DDC-EA26-47E9-A453-E89952727A4D}" dt="2026-08-10T18:04:00.837" v="65" actId="478"/>
          <ac:spMkLst>
            <pc:docMk/>
            <pc:sldMk cId="0" sldId="278"/>
            <ac:spMk id="14" creationId="{00000000-0000-0000-0000-000000000000}"/>
          </ac:spMkLst>
        </pc:spChg>
        <pc:spChg chg="del">
          <ac:chgData name="Alan Harrah" userId="9dbaa1db5e5d5f04" providerId="LiveId" clId="{D4502DDC-EA26-47E9-A453-E89952727A4D}" dt="2026-08-10T18:03:59.660" v="64" actId="478"/>
          <ac:spMkLst>
            <pc:docMk/>
            <pc:sldMk cId="0" sldId="278"/>
            <ac:spMk id="15" creationId="{00000000-0000-0000-0000-000000000000}"/>
          </ac:spMkLst>
        </pc:spChg>
        <pc:spChg chg="del">
          <ac:chgData name="Alan Harrah" userId="9dbaa1db5e5d5f04" providerId="LiveId" clId="{D4502DDC-EA26-47E9-A453-E89952727A4D}" dt="2026-08-10T18:03:54.564" v="59" actId="478"/>
          <ac:spMkLst>
            <pc:docMk/>
            <pc:sldMk cId="0" sldId="278"/>
            <ac:spMk id="16" creationId="{00000000-0000-0000-0000-000000000000}"/>
          </ac:spMkLst>
        </pc:spChg>
        <pc:spChg chg="del mod">
          <ac:chgData name="Alan Harrah" userId="9dbaa1db5e5d5f04" providerId="LiveId" clId="{D4502DDC-EA26-47E9-A453-E89952727A4D}" dt="2026-08-10T18:03:57.556" v="62" actId="478"/>
          <ac:spMkLst>
            <pc:docMk/>
            <pc:sldMk cId="0" sldId="278"/>
            <ac:spMk id="17" creationId="{00000000-0000-0000-0000-000000000000}"/>
          </ac:spMkLst>
        </pc:spChg>
        <pc:spChg chg="del">
          <ac:chgData name="Alan Harrah" userId="9dbaa1db5e5d5f04" providerId="LiveId" clId="{D4502DDC-EA26-47E9-A453-E89952727A4D}" dt="2026-08-10T18:04:34.375" v="74" actId="478"/>
          <ac:spMkLst>
            <pc:docMk/>
            <pc:sldMk cId="0" sldId="278"/>
            <ac:spMk id="18" creationId="{00000000-0000-0000-0000-000000000000}"/>
          </ac:spMkLst>
        </pc:spChg>
        <pc:spChg chg="del">
          <ac:chgData name="Alan Harrah" userId="9dbaa1db5e5d5f04" providerId="LiveId" clId="{D4502DDC-EA26-47E9-A453-E89952727A4D}" dt="2026-08-10T18:04:36.623" v="75" actId="478"/>
          <ac:spMkLst>
            <pc:docMk/>
            <pc:sldMk cId="0" sldId="278"/>
            <ac:spMk id="19" creationId="{00000000-0000-0000-0000-000000000000}"/>
          </ac:spMkLst>
        </pc:spChg>
        <pc:spChg chg="del">
          <ac:chgData name="Alan Harrah" userId="9dbaa1db5e5d5f04" providerId="LiveId" clId="{D4502DDC-EA26-47E9-A453-E89952727A4D}" dt="2026-08-10T18:04:03.965" v="67" actId="478"/>
          <ac:spMkLst>
            <pc:docMk/>
            <pc:sldMk cId="0" sldId="278"/>
            <ac:spMk id="20" creationId="{00000000-0000-0000-0000-000000000000}"/>
          </ac:spMkLst>
        </pc:spChg>
        <pc:picChg chg="add mod">
          <ac:chgData name="Alan Harrah" userId="9dbaa1db5e5d5f04" providerId="LiveId" clId="{D4502DDC-EA26-47E9-A453-E89952727A4D}" dt="2026-08-10T18:04:21.239" v="72" actId="1076"/>
          <ac:picMkLst>
            <pc:docMk/>
            <pc:sldMk cId="0" sldId="278"/>
            <ac:picMk id="6" creationId="{E0C734F5-EE39-469D-4D00-CA5375F4F671}"/>
          </ac:picMkLst>
        </pc:picChg>
        <pc:cxnChg chg="del">
          <ac:chgData name="Alan Harrah" userId="9dbaa1db5e5d5f04" providerId="LiveId" clId="{D4502DDC-EA26-47E9-A453-E89952727A4D}" dt="2026-08-10T18:04:05.718" v="68" actId="478"/>
          <ac:cxnSpMkLst>
            <pc:docMk/>
            <pc:sldMk cId="0" sldId="278"/>
            <ac:cxnSpMk id="10" creationId="{00000000-0000-0000-0000-000000000000}"/>
          </ac:cxnSpMkLst>
        </pc:cxnChg>
        <pc:cxnChg chg="del">
          <ac:chgData name="Alan Harrah" userId="9dbaa1db5e5d5f04" providerId="LiveId" clId="{D4502DDC-EA26-47E9-A453-E89952727A4D}" dt="2026-08-10T18:03:55.724" v="60" actId="478"/>
          <ac:cxnSpMkLst>
            <pc:docMk/>
            <pc:sldMk cId="0" sldId="278"/>
            <ac:cxnSpMk id="11" creationId="{00000000-0000-0000-0000-000000000000}"/>
          </ac:cxnSpMkLst>
        </pc:cxnChg>
        <pc:cxnChg chg="del">
          <ac:chgData name="Alan Harrah" userId="9dbaa1db5e5d5f04" providerId="LiveId" clId="{D4502DDC-EA26-47E9-A453-E89952727A4D}" dt="2026-08-10T18:03:58.644" v="63" actId="478"/>
          <ac:cxnSpMkLst>
            <pc:docMk/>
            <pc:sldMk cId="0" sldId="278"/>
            <ac:cxnSpMk id="12" creationId="{00000000-0000-0000-0000-000000000000}"/>
          </ac:cxnSpMkLst>
        </pc:cxnChg>
      </pc:sldChg>
      <pc:sldChg chg="delSp add mod">
        <pc:chgData name="Alan Harrah" userId="9dbaa1db5e5d5f04" providerId="LiveId" clId="{D4502DDC-EA26-47E9-A453-E89952727A4D}" dt="2026-08-10T18:06:04.419" v="89" actId="478"/>
        <pc:sldMkLst>
          <pc:docMk/>
          <pc:sldMk cId="0" sldId="279"/>
        </pc:sldMkLst>
        <pc:cxnChg chg="del">
          <ac:chgData name="Alan Harrah" userId="9dbaa1db5e5d5f04" providerId="LiveId" clId="{D4502DDC-EA26-47E9-A453-E89952727A4D}" dt="2026-08-10T18:06:04.419" v="89" actId="478"/>
          <ac:cxnSpMkLst>
            <pc:docMk/>
            <pc:sldMk cId="0" sldId="279"/>
            <ac:cxnSpMk id="7" creationId="{00000000-0000-0000-0000-000000000000}"/>
          </ac:cxnSpMkLst>
        </pc:cxnChg>
      </pc:sldChg>
      <pc:sldChg chg="add">
        <pc:chgData name="Alan Harrah" userId="9dbaa1db5e5d5f04" providerId="LiveId" clId="{D4502DDC-EA26-47E9-A453-E89952727A4D}" dt="2026-08-06T15:17:11.761" v="0"/>
        <pc:sldMkLst>
          <pc:docMk/>
          <pc:sldMk cId="0" sldId="280"/>
        </pc:sldMkLst>
      </pc:sldChg>
      <pc:sldChg chg="add">
        <pc:chgData name="Alan Harrah" userId="9dbaa1db5e5d5f04" providerId="LiveId" clId="{D4502DDC-EA26-47E9-A453-E89952727A4D}" dt="2026-08-06T15:17:11.761" v="0"/>
        <pc:sldMkLst>
          <pc:docMk/>
          <pc:sldMk cId="0" sldId="281"/>
        </pc:sldMkLst>
      </pc:sldChg>
      <pc:sldChg chg="delSp add mod">
        <pc:chgData name="Alan Harrah" userId="9dbaa1db5e5d5f04" providerId="LiveId" clId="{D4502DDC-EA26-47E9-A453-E89952727A4D}" dt="2026-08-10T18:05:54.218" v="88" actId="478"/>
        <pc:sldMkLst>
          <pc:docMk/>
          <pc:sldMk cId="0" sldId="282"/>
        </pc:sldMkLst>
        <pc:cxnChg chg="del">
          <ac:chgData name="Alan Harrah" userId="9dbaa1db5e5d5f04" providerId="LiveId" clId="{D4502DDC-EA26-47E9-A453-E89952727A4D}" dt="2026-08-10T18:05:54.218" v="88" actId="478"/>
          <ac:cxnSpMkLst>
            <pc:docMk/>
            <pc:sldMk cId="0" sldId="282"/>
            <ac:cxnSpMk id="6" creationId="{00000000-0000-0000-0000-000000000000}"/>
          </ac:cxnSpMkLst>
        </pc:cxnChg>
      </pc:sldChg>
      <pc:sldChg chg="add">
        <pc:chgData name="Alan Harrah" userId="9dbaa1db5e5d5f04" providerId="LiveId" clId="{D4502DDC-EA26-47E9-A453-E89952727A4D}" dt="2026-08-06T15:17:11.761" v="0"/>
        <pc:sldMkLst>
          <pc:docMk/>
          <pc:sldMk cId="0" sldId="283"/>
        </pc:sldMkLst>
      </pc:sldChg>
      <pc:sldChg chg="delSp add mod">
        <pc:chgData name="Alan Harrah" userId="9dbaa1db5e5d5f04" providerId="LiveId" clId="{D4502DDC-EA26-47E9-A453-E89952727A4D}" dt="2026-08-10T18:08:25.955" v="94" actId="478"/>
        <pc:sldMkLst>
          <pc:docMk/>
          <pc:sldMk cId="0" sldId="284"/>
        </pc:sldMkLst>
        <pc:cxnChg chg="del">
          <ac:chgData name="Alan Harrah" userId="9dbaa1db5e5d5f04" providerId="LiveId" clId="{D4502DDC-EA26-47E9-A453-E89952727A4D}" dt="2026-08-10T18:08:25.955" v="94" actId="478"/>
          <ac:cxnSpMkLst>
            <pc:docMk/>
            <pc:sldMk cId="0" sldId="284"/>
            <ac:cxnSpMk id="6" creationId="{00000000-0000-0000-0000-000000000000}"/>
          </ac:cxnSpMkLst>
        </pc:cxnChg>
      </pc:sldChg>
      <pc:sldChg chg="modSp add mod">
        <pc:chgData name="Alan Harrah" userId="9dbaa1db5e5d5f04" providerId="LiveId" clId="{D4502DDC-EA26-47E9-A453-E89952727A4D}" dt="2026-08-10T18:08:42.986" v="96" actId="113"/>
        <pc:sldMkLst>
          <pc:docMk/>
          <pc:sldMk cId="0" sldId="285"/>
        </pc:sldMkLst>
        <pc:spChg chg="mod">
          <ac:chgData name="Alan Harrah" userId="9dbaa1db5e5d5f04" providerId="LiveId" clId="{D4502DDC-EA26-47E9-A453-E89952727A4D}" dt="2026-08-10T18:08:42.986" v="96" actId="113"/>
          <ac:spMkLst>
            <pc:docMk/>
            <pc:sldMk cId="0" sldId="285"/>
            <ac:spMk id="6" creationId="{00000000-0000-0000-0000-000000000000}"/>
          </ac:spMkLst>
        </pc:spChg>
        <pc:cxnChg chg="mod">
          <ac:chgData name="Alan Harrah" userId="9dbaa1db5e5d5f04" providerId="LiveId" clId="{D4502DDC-EA26-47E9-A453-E89952727A4D}" dt="2026-08-10T18:08:36.513" v="95" actId="1076"/>
          <ac:cxnSpMkLst>
            <pc:docMk/>
            <pc:sldMk cId="0" sldId="285"/>
            <ac:cxnSpMk id="7" creationId="{00000000-0000-0000-0000-000000000000}"/>
          </ac:cxnSpMkLst>
        </pc:cxnChg>
      </pc:sldChg>
      <pc:sldChg chg="modSp add mod">
        <pc:chgData name="Alan Harrah" userId="9dbaa1db5e5d5f04" providerId="LiveId" clId="{D4502DDC-EA26-47E9-A453-E89952727A4D}" dt="2026-08-10T18:10:18.727" v="103" actId="1076"/>
        <pc:sldMkLst>
          <pc:docMk/>
          <pc:sldMk cId="0" sldId="286"/>
        </pc:sldMkLst>
        <pc:spChg chg="mod">
          <ac:chgData name="Alan Harrah" userId="9dbaa1db5e5d5f04" providerId="LiveId" clId="{D4502DDC-EA26-47E9-A453-E89952727A4D}" dt="2026-08-10T18:08:59.208" v="98" actId="113"/>
          <ac:spMkLst>
            <pc:docMk/>
            <pc:sldMk cId="0" sldId="286"/>
            <ac:spMk id="6" creationId="{00000000-0000-0000-0000-000000000000}"/>
          </ac:spMkLst>
        </pc:spChg>
        <pc:cxnChg chg="mod">
          <ac:chgData name="Alan Harrah" userId="9dbaa1db5e5d5f04" providerId="LiveId" clId="{D4502DDC-EA26-47E9-A453-E89952727A4D}" dt="2026-08-10T18:10:18.727" v="103" actId="1076"/>
          <ac:cxnSpMkLst>
            <pc:docMk/>
            <pc:sldMk cId="0" sldId="286"/>
            <ac:cxnSpMk id="7" creationId="{00000000-0000-0000-0000-000000000000}"/>
          </ac:cxnSpMkLst>
        </pc:cxnChg>
      </pc:sldChg>
      <pc:sldChg chg="add">
        <pc:chgData name="Alan Harrah" userId="9dbaa1db5e5d5f04" providerId="LiveId" clId="{D4502DDC-EA26-47E9-A453-E89952727A4D}" dt="2026-08-06T15:17:11.761" v="0"/>
        <pc:sldMkLst>
          <pc:docMk/>
          <pc:sldMk cId="0" sldId="287"/>
        </pc:sldMkLst>
      </pc:sldChg>
      <pc:sldChg chg="del">
        <pc:chgData name="Alan Harrah" userId="9dbaa1db5e5d5f04" providerId="LiveId" clId="{D4502DDC-EA26-47E9-A453-E89952727A4D}" dt="2026-08-10T18:03:02.504" v="56" actId="2696"/>
        <pc:sldMkLst>
          <pc:docMk/>
          <pc:sldMk cId="3671169127" sldId="288"/>
        </pc:sldMkLst>
      </pc:sldChg>
      <pc:sldChg chg="del">
        <pc:chgData name="Alan Harrah" userId="9dbaa1db5e5d5f04" providerId="LiveId" clId="{D4502DDC-EA26-47E9-A453-E89952727A4D}" dt="2026-08-10T18:04:43.224" v="76" actId="2696"/>
        <pc:sldMkLst>
          <pc:docMk/>
          <pc:sldMk cId="844057654" sldId="289"/>
        </pc:sldMkLst>
      </pc:sldChg>
      <pc:sldChg chg="add">
        <pc:chgData name="Alan Harrah" userId="9dbaa1db5e5d5f04" providerId="LiveId" clId="{D4502DDC-EA26-47E9-A453-E89952727A4D}" dt="2026-08-06T15:17:11.761" v="0"/>
        <pc:sldMkLst>
          <pc:docMk/>
          <pc:sldMk cId="0" sldId="291"/>
        </pc:sldMkLst>
      </pc:sldChg>
      <pc:sldChg chg="modSp add mod">
        <pc:chgData name="Alan Harrah" userId="9dbaa1db5e5d5f04" providerId="LiveId" clId="{D4502DDC-EA26-47E9-A453-E89952727A4D}" dt="2026-08-06T18:48:19.026" v="8" actId="1076"/>
        <pc:sldMkLst>
          <pc:docMk/>
          <pc:sldMk cId="0" sldId="292"/>
        </pc:sldMkLst>
        <pc:spChg chg="mod">
          <ac:chgData name="Alan Harrah" userId="9dbaa1db5e5d5f04" providerId="LiveId" clId="{D4502DDC-EA26-47E9-A453-E89952727A4D}" dt="2026-08-06T18:48:16.564" v="7" actId="1076"/>
          <ac:spMkLst>
            <pc:docMk/>
            <pc:sldMk cId="0" sldId="292"/>
            <ac:spMk id="9" creationId="{00000000-0000-0000-0000-000000000000}"/>
          </ac:spMkLst>
        </pc:spChg>
        <pc:spChg chg="mod">
          <ac:chgData name="Alan Harrah" userId="9dbaa1db5e5d5f04" providerId="LiveId" clId="{D4502DDC-EA26-47E9-A453-E89952727A4D}" dt="2026-08-06T18:48:19.026" v="8" actId="1076"/>
          <ac:spMkLst>
            <pc:docMk/>
            <pc:sldMk cId="0" sldId="292"/>
            <ac:spMk id="13" creationId="{00000000-0000-0000-0000-000000000000}"/>
          </ac:spMkLst>
        </pc:spChg>
      </pc:sldChg>
      <pc:sldChg chg="delSp add mod">
        <pc:chgData name="Alan Harrah" userId="9dbaa1db5e5d5f04" providerId="LiveId" clId="{D4502DDC-EA26-47E9-A453-E89952727A4D}" dt="2026-08-10T18:09:45.184" v="101" actId="478"/>
        <pc:sldMkLst>
          <pc:docMk/>
          <pc:sldMk cId="0" sldId="293"/>
        </pc:sldMkLst>
        <pc:cxnChg chg="del">
          <ac:chgData name="Alan Harrah" userId="9dbaa1db5e5d5f04" providerId="LiveId" clId="{D4502DDC-EA26-47E9-A453-E89952727A4D}" dt="2026-08-10T18:09:44.080" v="100" actId="478"/>
          <ac:cxnSpMkLst>
            <pc:docMk/>
            <pc:sldMk cId="0" sldId="293"/>
            <ac:cxnSpMk id="6" creationId="{00000000-0000-0000-0000-000000000000}"/>
          </ac:cxnSpMkLst>
        </pc:cxnChg>
        <pc:cxnChg chg="del">
          <ac:chgData name="Alan Harrah" userId="9dbaa1db5e5d5f04" providerId="LiveId" clId="{D4502DDC-EA26-47E9-A453-E89952727A4D}" dt="2026-08-10T18:09:45.184" v="101" actId="478"/>
          <ac:cxnSpMkLst>
            <pc:docMk/>
            <pc:sldMk cId="0" sldId="293"/>
            <ac:cxnSpMk id="7" creationId="{00000000-0000-0000-0000-000000000000}"/>
          </ac:cxnSpMkLst>
        </pc:cxnChg>
      </pc:sldChg>
      <pc:sldChg chg="delSp add mod">
        <pc:chgData name="Alan Harrah" userId="9dbaa1db5e5d5f04" providerId="LiveId" clId="{D4502DDC-EA26-47E9-A453-E89952727A4D}" dt="2026-08-06T18:53:41.137" v="42" actId="478"/>
        <pc:sldMkLst>
          <pc:docMk/>
          <pc:sldMk cId="0" sldId="294"/>
        </pc:sldMkLst>
      </pc:sldChg>
      <pc:sldChg chg="add">
        <pc:chgData name="Alan Harrah" userId="9dbaa1db5e5d5f04" providerId="LiveId" clId="{D4502DDC-EA26-47E9-A453-E89952727A4D}" dt="2026-08-11T15:10:30.417" v="104"/>
        <pc:sldMkLst>
          <pc:docMk/>
          <pc:sldMk cId="0" sldId="319"/>
        </pc:sldMkLst>
      </pc:sldChg>
      <pc:sldChg chg="add">
        <pc:chgData name="Alan Harrah" userId="9dbaa1db5e5d5f04" providerId="LiveId" clId="{D4502DDC-EA26-47E9-A453-E89952727A4D}" dt="2026-08-11T15:11:55.996" v="108"/>
        <pc:sldMkLst>
          <pc:docMk/>
          <pc:sldMk cId="0" sldId="320"/>
        </pc:sldMkLst>
      </pc:sldChg>
      <pc:sldChg chg="add">
        <pc:chgData name="Alan Harrah" userId="9dbaa1db5e5d5f04" providerId="LiveId" clId="{D4502DDC-EA26-47E9-A453-E89952727A4D}" dt="2026-08-11T15:11:55.996" v="108"/>
        <pc:sldMkLst>
          <pc:docMk/>
          <pc:sldMk cId="0" sldId="321"/>
        </pc:sldMkLst>
      </pc:sldChg>
      <pc:sldChg chg="add">
        <pc:chgData name="Alan Harrah" userId="9dbaa1db5e5d5f04" providerId="LiveId" clId="{D4502DDC-EA26-47E9-A453-E89952727A4D}" dt="2026-08-11T15:15:40.819" v="109"/>
        <pc:sldMkLst>
          <pc:docMk/>
          <pc:sldMk cId="0" sldId="326"/>
        </pc:sldMkLst>
      </pc:sldChg>
      <pc:sldChg chg="add">
        <pc:chgData name="Alan Harrah" userId="9dbaa1db5e5d5f04" providerId="LiveId" clId="{D4502DDC-EA26-47E9-A453-E89952727A4D}" dt="2026-08-11T15:17:28.498" v="110"/>
        <pc:sldMkLst>
          <pc:docMk/>
          <pc:sldMk cId="0" sldId="327"/>
        </pc:sldMkLst>
      </pc:sldChg>
      <pc:sldChg chg="del ord">
        <pc:chgData name="Alan Harrah" userId="9dbaa1db5e5d5f04" providerId="LiveId" clId="{D4502DDC-EA26-47E9-A453-E89952727A4D}" dt="2026-08-11T15:10:51.865" v="107" actId="2696"/>
        <pc:sldMkLst>
          <pc:docMk/>
          <pc:sldMk cId="3496601710" sldId="356"/>
        </pc:sldMkLst>
      </pc:sldChg>
      <pc:sldChg chg="del">
        <pc:chgData name="Alan Harrah" userId="9dbaa1db5e5d5f04" providerId="LiveId" clId="{D4502DDC-EA26-47E9-A453-E89952727A4D}" dt="2026-08-10T18:07:29.116" v="93" actId="2696"/>
        <pc:sldMkLst>
          <pc:docMk/>
          <pc:sldMk cId="2630058351" sldId="2506"/>
        </pc:sldMkLst>
      </pc:sldChg>
      <pc:sldChg chg="del">
        <pc:chgData name="Alan Harrah" userId="9dbaa1db5e5d5f04" providerId="LiveId" clId="{D4502DDC-EA26-47E9-A453-E89952727A4D}" dt="2026-08-10T18:07:18.958" v="92" actId="2696"/>
        <pc:sldMkLst>
          <pc:docMk/>
          <pc:sldMk cId="1806520391" sldId="2529"/>
        </pc:sldMkLst>
      </pc:sldChg>
      <pc:sldChg chg="del">
        <pc:chgData name="Alan Harrah" userId="9dbaa1db5e5d5f04" providerId="LiveId" clId="{D4502DDC-EA26-47E9-A453-E89952727A4D}" dt="2026-08-10T18:07:18.958" v="92" actId="2696"/>
        <pc:sldMkLst>
          <pc:docMk/>
          <pc:sldMk cId="1047048109" sldId="2530"/>
        </pc:sldMkLst>
      </pc:sldChg>
      <pc:sldChg chg="del">
        <pc:chgData name="Alan Harrah" userId="9dbaa1db5e5d5f04" providerId="LiveId" clId="{D4502DDC-EA26-47E9-A453-E89952727A4D}" dt="2026-08-10T18:07:18.958" v="92" actId="2696"/>
        <pc:sldMkLst>
          <pc:docMk/>
          <pc:sldMk cId="193839339" sldId="2531"/>
        </pc:sldMkLst>
      </pc:sldChg>
      <pc:sldChg chg="delSp modSp add mod">
        <pc:chgData name="Alan Harrah" userId="9dbaa1db5e5d5f04" providerId="LiveId" clId="{D4502DDC-EA26-47E9-A453-E89952727A4D}" dt="2026-08-10T18:02:57.912" v="55" actId="478"/>
        <pc:sldMkLst>
          <pc:docMk/>
          <pc:sldMk cId="0" sldId="2560"/>
        </pc:sldMkLst>
        <pc:spChg chg="mod">
          <ac:chgData name="Alan Harrah" userId="9dbaa1db5e5d5f04" providerId="LiveId" clId="{D4502DDC-EA26-47E9-A453-E89952727A4D}" dt="2026-08-10T18:02:56.183" v="54" actId="14100"/>
          <ac:spMkLst>
            <pc:docMk/>
            <pc:sldMk cId="0" sldId="2560"/>
            <ac:spMk id="14" creationId="{00000000-0000-0000-0000-000000000000}"/>
          </ac:spMkLst>
        </pc:spChg>
        <pc:cxnChg chg="del">
          <ac:chgData name="Alan Harrah" userId="9dbaa1db5e5d5f04" providerId="LiveId" clId="{D4502DDC-EA26-47E9-A453-E89952727A4D}" dt="2026-08-10T18:02:57.912" v="55" actId="478"/>
          <ac:cxnSpMkLst>
            <pc:docMk/>
            <pc:sldMk cId="0" sldId="2560"/>
            <ac:cxnSpMk id="10" creationId="{00000000-0000-0000-0000-000000000000}"/>
          </ac:cxnSpMkLst>
        </pc:cxnChg>
      </pc:sldChg>
      <pc:sldChg chg="add">
        <pc:chgData name="Alan Harrah" userId="9dbaa1db5e5d5f04" providerId="LiveId" clId="{D4502DDC-EA26-47E9-A453-E89952727A4D}" dt="2026-08-06T15:17:11.761" v="0"/>
        <pc:sldMkLst>
          <pc:docMk/>
          <pc:sldMk cId="0" sldId="2561"/>
        </pc:sldMkLst>
      </pc:sldChg>
      <pc:sldChg chg="add">
        <pc:chgData name="Alan Harrah" userId="9dbaa1db5e5d5f04" providerId="LiveId" clId="{D4502DDC-EA26-47E9-A453-E89952727A4D}" dt="2026-08-06T15:17:11.761" v="0"/>
        <pc:sldMkLst>
          <pc:docMk/>
          <pc:sldMk cId="0" sldId="2562"/>
        </pc:sldMkLst>
      </pc:sldChg>
      <pc:sldChg chg="delSp add mod">
        <pc:chgData name="Alan Harrah" userId="9dbaa1db5e5d5f04" providerId="LiveId" clId="{D4502DDC-EA26-47E9-A453-E89952727A4D}" dt="2026-08-10T18:09:29.399" v="99" actId="478"/>
        <pc:sldMkLst>
          <pc:docMk/>
          <pc:sldMk cId="0" sldId="2563"/>
        </pc:sldMkLst>
        <pc:cxnChg chg="del">
          <ac:chgData name="Alan Harrah" userId="9dbaa1db5e5d5f04" providerId="LiveId" clId="{D4502DDC-EA26-47E9-A453-E89952727A4D}" dt="2026-08-10T18:09:29.399" v="99" actId="478"/>
          <ac:cxnSpMkLst>
            <pc:docMk/>
            <pc:sldMk cId="0" sldId="2563"/>
            <ac:cxnSpMk id="5" creationId="{00000000-0000-0000-0000-000000000000}"/>
          </ac:cxnSpMkLst>
        </pc:cxnChg>
      </pc:sldChg>
      <pc:sldMasterChg chg="delSldLayout modSldLayout sldLayoutOrd">
        <pc:chgData name="Alan Harrah" userId="9dbaa1db5e5d5f04" providerId="LiveId" clId="{D4502DDC-EA26-47E9-A453-E89952727A4D}" dt="2026-08-06T18:54:23.983" v="44" actId="2696"/>
        <pc:sldMasterMkLst>
          <pc:docMk/>
          <pc:sldMasterMk cId="2650292896" sldId="2147483857"/>
        </pc:sldMasterMkLst>
        <pc:sldLayoutChg chg="modSp mod ord">
          <pc:chgData name="Alan Harrah" userId="9dbaa1db5e5d5f04" providerId="LiveId" clId="{D4502DDC-EA26-47E9-A453-E89952727A4D}" dt="2026-08-06T15:17:20.581" v="2"/>
          <pc:sldLayoutMkLst>
            <pc:docMk/>
            <pc:sldMasterMk cId="2650292896" sldId="2147483857"/>
            <pc:sldLayoutMk cId="556479188" sldId="2147483911"/>
          </pc:sldLayoutMkLst>
          <pc:spChg chg="mod">
            <ac:chgData name="Alan Harrah" userId="9dbaa1db5e5d5f04" providerId="LiveId" clId="{D4502DDC-EA26-47E9-A453-E89952727A4D}" dt="2026-08-06T15:17:20.581" v="2"/>
            <ac:spMkLst>
              <pc:docMk/>
              <pc:sldMasterMk cId="2650292896" sldId="2147483857"/>
              <pc:sldLayoutMk cId="556479188" sldId="2147483911"/>
              <ac:spMk id="2" creationId="{DFE741A9-2A99-49F8-B1E6-9B5764BEB5EF}"/>
            </ac:spMkLst>
          </pc:spChg>
          <pc:spChg chg="mod">
            <ac:chgData name="Alan Harrah" userId="9dbaa1db5e5d5f04" providerId="LiveId" clId="{D4502DDC-EA26-47E9-A453-E89952727A4D}" dt="2026-08-06T15:17:20.581" v="2"/>
            <ac:spMkLst>
              <pc:docMk/>
              <pc:sldMasterMk cId="2650292896" sldId="2147483857"/>
              <pc:sldLayoutMk cId="556479188" sldId="2147483911"/>
              <ac:spMk id="3" creationId="{A0750993-D87C-4593-AA64-3E349FA86EAE}"/>
            </ac:spMkLst>
          </pc:spChg>
          <pc:spChg chg="mod">
            <ac:chgData name="Alan Harrah" userId="9dbaa1db5e5d5f04" providerId="LiveId" clId="{D4502DDC-EA26-47E9-A453-E89952727A4D}" dt="2026-08-06T15:17:20.581" v="2"/>
            <ac:spMkLst>
              <pc:docMk/>
              <pc:sldMasterMk cId="2650292896" sldId="2147483857"/>
              <pc:sldLayoutMk cId="556479188" sldId="2147483911"/>
              <ac:spMk id="4" creationId="{089D31F2-ED83-46CA-BD62-4DFAA7654C86}"/>
            </ac:spMkLst>
          </pc:spChg>
          <pc:spChg chg="mod">
            <ac:chgData name="Alan Harrah" userId="9dbaa1db5e5d5f04" providerId="LiveId" clId="{D4502DDC-EA26-47E9-A453-E89952727A4D}" dt="2026-08-06T15:17:20.581" v="2"/>
            <ac:spMkLst>
              <pc:docMk/>
              <pc:sldMasterMk cId="2650292896" sldId="2147483857"/>
              <pc:sldLayoutMk cId="556479188" sldId="2147483911"/>
              <ac:spMk id="5" creationId="{F7142727-B93A-4F46-9E50-35390722FD9B}"/>
            </ac:spMkLst>
          </pc:spChg>
          <pc:spChg chg="mod">
            <ac:chgData name="Alan Harrah" userId="9dbaa1db5e5d5f04" providerId="LiveId" clId="{D4502DDC-EA26-47E9-A453-E89952727A4D}" dt="2026-08-06T15:17:20.581" v="2"/>
            <ac:spMkLst>
              <pc:docMk/>
              <pc:sldMasterMk cId="2650292896" sldId="2147483857"/>
              <pc:sldLayoutMk cId="556479188" sldId="2147483911"/>
              <ac:spMk id="6" creationId="{0197A495-875F-43E3-831D-49535BE2ABD5}"/>
            </ac:spMkLst>
          </pc:spChg>
        </pc:sldLayoutChg>
        <pc:sldLayoutChg chg="modSp mod ord">
          <pc:chgData name="Alan Harrah" userId="9dbaa1db5e5d5f04" providerId="LiveId" clId="{D4502DDC-EA26-47E9-A453-E89952727A4D}" dt="2026-08-06T15:17:20.581" v="2"/>
          <pc:sldLayoutMkLst>
            <pc:docMk/>
            <pc:sldMasterMk cId="2650292896" sldId="2147483857"/>
            <pc:sldLayoutMk cId="1392499788" sldId="2147483912"/>
          </pc:sldLayoutMkLst>
          <pc:spChg chg="mod">
            <ac:chgData name="Alan Harrah" userId="9dbaa1db5e5d5f04" providerId="LiveId" clId="{D4502DDC-EA26-47E9-A453-E89952727A4D}" dt="2026-08-06T15:17:20.581" v="2"/>
            <ac:spMkLst>
              <pc:docMk/>
              <pc:sldMasterMk cId="2650292896" sldId="2147483857"/>
              <pc:sldLayoutMk cId="1392499788" sldId="2147483912"/>
              <ac:spMk id="2" creationId="{E0A0C13E-C437-4A56-A11D-11A60F81DF26}"/>
            </ac:spMkLst>
          </pc:spChg>
          <pc:spChg chg="mod">
            <ac:chgData name="Alan Harrah" userId="9dbaa1db5e5d5f04" providerId="LiveId" clId="{D4502DDC-EA26-47E9-A453-E89952727A4D}" dt="2026-08-06T15:17:20.581" v="2"/>
            <ac:spMkLst>
              <pc:docMk/>
              <pc:sldMasterMk cId="2650292896" sldId="2147483857"/>
              <pc:sldLayoutMk cId="1392499788" sldId="2147483912"/>
              <ac:spMk id="3" creationId="{1C499EEF-D467-4E5C-821E-665A5767B2E7}"/>
            </ac:spMkLst>
          </pc:spChg>
          <pc:spChg chg="mod">
            <ac:chgData name="Alan Harrah" userId="9dbaa1db5e5d5f04" providerId="LiveId" clId="{D4502DDC-EA26-47E9-A453-E89952727A4D}" dt="2026-08-06T15:17:20.581" v="2"/>
            <ac:spMkLst>
              <pc:docMk/>
              <pc:sldMasterMk cId="2650292896" sldId="2147483857"/>
              <pc:sldLayoutMk cId="1392499788" sldId="2147483912"/>
              <ac:spMk id="4" creationId="{7685827C-D697-4025-AB50-76F351B8B231}"/>
            </ac:spMkLst>
          </pc:spChg>
          <pc:spChg chg="mod">
            <ac:chgData name="Alan Harrah" userId="9dbaa1db5e5d5f04" providerId="LiveId" clId="{D4502DDC-EA26-47E9-A453-E89952727A4D}" dt="2026-08-06T15:17:20.581" v="2"/>
            <ac:spMkLst>
              <pc:docMk/>
              <pc:sldMasterMk cId="2650292896" sldId="2147483857"/>
              <pc:sldLayoutMk cId="1392499788" sldId="2147483912"/>
              <ac:spMk id="5" creationId="{DC6BD9DF-5AC3-42E0-83E7-CB4866CF8AD5}"/>
            </ac:spMkLst>
          </pc:spChg>
          <pc:spChg chg="mod">
            <ac:chgData name="Alan Harrah" userId="9dbaa1db5e5d5f04" providerId="LiveId" clId="{D4502DDC-EA26-47E9-A453-E89952727A4D}" dt="2026-08-06T15:17:20.581" v="2"/>
            <ac:spMkLst>
              <pc:docMk/>
              <pc:sldMasterMk cId="2650292896" sldId="2147483857"/>
              <pc:sldLayoutMk cId="1392499788" sldId="2147483912"/>
              <ac:spMk id="6" creationId="{F9E670A1-BE30-4DF8-B3B9-1D1EB769EC0B}"/>
            </ac:spMkLst>
          </pc:spChg>
        </pc:sldLayoutChg>
        <pc:sldLayoutChg chg="modSp mod ord">
          <pc:chgData name="Alan Harrah" userId="9dbaa1db5e5d5f04" providerId="LiveId" clId="{D4502DDC-EA26-47E9-A453-E89952727A4D}" dt="2026-08-06T15:17:20.581" v="2"/>
          <pc:sldLayoutMkLst>
            <pc:docMk/>
            <pc:sldMasterMk cId="2650292896" sldId="2147483857"/>
            <pc:sldLayoutMk cId="2358498546" sldId="2147483913"/>
          </pc:sldLayoutMkLst>
          <pc:spChg chg="mod">
            <ac:chgData name="Alan Harrah" userId="9dbaa1db5e5d5f04" providerId="LiveId" clId="{D4502DDC-EA26-47E9-A453-E89952727A4D}" dt="2026-08-06T15:17:20.581" v="2"/>
            <ac:spMkLst>
              <pc:docMk/>
              <pc:sldMasterMk cId="2650292896" sldId="2147483857"/>
              <pc:sldLayoutMk cId="2358498546" sldId="2147483913"/>
              <ac:spMk id="2" creationId="{BE35AEFE-22A0-4A56-A905-9FAC636CAAFC}"/>
            </ac:spMkLst>
          </pc:spChg>
          <pc:spChg chg="mod">
            <ac:chgData name="Alan Harrah" userId="9dbaa1db5e5d5f04" providerId="LiveId" clId="{D4502DDC-EA26-47E9-A453-E89952727A4D}" dt="2026-08-06T15:17:20.581" v="2"/>
            <ac:spMkLst>
              <pc:docMk/>
              <pc:sldMasterMk cId="2650292896" sldId="2147483857"/>
              <pc:sldLayoutMk cId="2358498546" sldId="2147483913"/>
              <ac:spMk id="3" creationId="{3DC58CFD-91B2-45FD-9E33-D77E29AE0D13}"/>
            </ac:spMkLst>
          </pc:spChg>
          <pc:spChg chg="mod">
            <ac:chgData name="Alan Harrah" userId="9dbaa1db5e5d5f04" providerId="LiveId" clId="{D4502DDC-EA26-47E9-A453-E89952727A4D}" dt="2026-08-06T15:17:20.581" v="2"/>
            <ac:spMkLst>
              <pc:docMk/>
              <pc:sldMasterMk cId="2650292896" sldId="2147483857"/>
              <pc:sldLayoutMk cId="2358498546" sldId="2147483913"/>
              <ac:spMk id="4" creationId="{F2C252D2-4A45-41C5-9700-2F286DB8F383}"/>
            </ac:spMkLst>
          </pc:spChg>
          <pc:spChg chg="mod">
            <ac:chgData name="Alan Harrah" userId="9dbaa1db5e5d5f04" providerId="LiveId" clId="{D4502DDC-EA26-47E9-A453-E89952727A4D}" dt="2026-08-06T15:17:20.581" v="2"/>
            <ac:spMkLst>
              <pc:docMk/>
              <pc:sldMasterMk cId="2650292896" sldId="2147483857"/>
              <pc:sldLayoutMk cId="2358498546" sldId="2147483913"/>
              <ac:spMk id="5" creationId="{42BE85A5-697F-4B4B-B9F4-B4C57AC63FA8}"/>
            </ac:spMkLst>
          </pc:spChg>
          <pc:spChg chg="mod">
            <ac:chgData name="Alan Harrah" userId="9dbaa1db5e5d5f04" providerId="LiveId" clId="{D4502DDC-EA26-47E9-A453-E89952727A4D}" dt="2026-08-06T15:17:20.581" v="2"/>
            <ac:spMkLst>
              <pc:docMk/>
              <pc:sldMasterMk cId="2650292896" sldId="2147483857"/>
              <pc:sldLayoutMk cId="2358498546" sldId="2147483913"/>
              <ac:spMk id="6" creationId="{7FB109BC-568D-4AC0-B295-1C8CAD89AFEE}"/>
            </ac:spMkLst>
          </pc:spChg>
        </pc:sldLayoutChg>
        <pc:sldLayoutChg chg="modSp mod ord">
          <pc:chgData name="Alan Harrah" userId="9dbaa1db5e5d5f04" providerId="LiveId" clId="{D4502DDC-EA26-47E9-A453-E89952727A4D}" dt="2026-08-06T15:17:20.581" v="2"/>
          <pc:sldLayoutMkLst>
            <pc:docMk/>
            <pc:sldMasterMk cId="2650292896" sldId="2147483857"/>
            <pc:sldLayoutMk cId="133934540" sldId="2147483914"/>
          </pc:sldLayoutMkLst>
          <pc:spChg chg="mod">
            <ac:chgData name="Alan Harrah" userId="9dbaa1db5e5d5f04" providerId="LiveId" clId="{D4502DDC-EA26-47E9-A453-E89952727A4D}" dt="2026-08-06T15:17:20.581" v="2"/>
            <ac:spMkLst>
              <pc:docMk/>
              <pc:sldMasterMk cId="2650292896" sldId="2147483857"/>
              <pc:sldLayoutMk cId="133934540" sldId="2147483914"/>
              <ac:spMk id="2" creationId="{68EAC1DB-BBDF-445F-B130-B292B5AFFA3A}"/>
            </ac:spMkLst>
          </pc:spChg>
          <pc:spChg chg="mod">
            <ac:chgData name="Alan Harrah" userId="9dbaa1db5e5d5f04" providerId="LiveId" clId="{D4502DDC-EA26-47E9-A453-E89952727A4D}" dt="2026-08-06T15:17:20.581" v="2"/>
            <ac:spMkLst>
              <pc:docMk/>
              <pc:sldMasterMk cId="2650292896" sldId="2147483857"/>
              <pc:sldLayoutMk cId="133934540" sldId="2147483914"/>
              <ac:spMk id="3" creationId="{D92494EB-E87B-487F-9005-5908F20B2721}"/>
            </ac:spMkLst>
          </pc:spChg>
          <pc:spChg chg="mod">
            <ac:chgData name="Alan Harrah" userId="9dbaa1db5e5d5f04" providerId="LiveId" clId="{D4502DDC-EA26-47E9-A453-E89952727A4D}" dt="2026-08-06T15:17:20.581" v="2"/>
            <ac:spMkLst>
              <pc:docMk/>
              <pc:sldMasterMk cId="2650292896" sldId="2147483857"/>
              <pc:sldLayoutMk cId="133934540" sldId="2147483914"/>
              <ac:spMk id="4" creationId="{DF7FF98A-40FB-471B-BF9A-7B83903DB851}"/>
            </ac:spMkLst>
          </pc:spChg>
          <pc:spChg chg="mod">
            <ac:chgData name="Alan Harrah" userId="9dbaa1db5e5d5f04" providerId="LiveId" clId="{D4502DDC-EA26-47E9-A453-E89952727A4D}" dt="2026-08-06T15:17:20.581" v="2"/>
            <ac:spMkLst>
              <pc:docMk/>
              <pc:sldMasterMk cId="2650292896" sldId="2147483857"/>
              <pc:sldLayoutMk cId="133934540" sldId="2147483914"/>
              <ac:spMk id="5" creationId="{6FD450D8-F3B0-416D-BD25-F077A80F3D41}"/>
            </ac:spMkLst>
          </pc:spChg>
          <pc:spChg chg="mod">
            <ac:chgData name="Alan Harrah" userId="9dbaa1db5e5d5f04" providerId="LiveId" clId="{D4502DDC-EA26-47E9-A453-E89952727A4D}" dt="2026-08-06T15:17:20.581" v="2"/>
            <ac:spMkLst>
              <pc:docMk/>
              <pc:sldMasterMk cId="2650292896" sldId="2147483857"/>
              <pc:sldLayoutMk cId="133934540" sldId="2147483914"/>
              <ac:spMk id="6" creationId="{5EF87064-BEE6-4C33-99F3-2FB64F94D808}"/>
            </ac:spMkLst>
          </pc:spChg>
          <pc:spChg chg="mod">
            <ac:chgData name="Alan Harrah" userId="9dbaa1db5e5d5f04" providerId="LiveId" clId="{D4502DDC-EA26-47E9-A453-E89952727A4D}" dt="2026-08-06T15:17:20.581" v="2"/>
            <ac:spMkLst>
              <pc:docMk/>
              <pc:sldMasterMk cId="2650292896" sldId="2147483857"/>
              <pc:sldLayoutMk cId="133934540" sldId="2147483914"/>
              <ac:spMk id="7" creationId="{BEAC6B39-B542-4574-8132-100A5FA18775}"/>
            </ac:spMkLst>
          </pc:spChg>
        </pc:sldLayoutChg>
        <pc:sldLayoutChg chg="modSp mod ord">
          <pc:chgData name="Alan Harrah" userId="9dbaa1db5e5d5f04" providerId="LiveId" clId="{D4502DDC-EA26-47E9-A453-E89952727A4D}" dt="2026-08-06T15:17:20.581" v="2"/>
          <pc:sldLayoutMkLst>
            <pc:docMk/>
            <pc:sldMasterMk cId="2650292896" sldId="2147483857"/>
            <pc:sldLayoutMk cId="264557857" sldId="2147483915"/>
          </pc:sldLayoutMkLst>
          <pc:spChg chg="mod">
            <ac:chgData name="Alan Harrah" userId="9dbaa1db5e5d5f04" providerId="LiveId" clId="{D4502DDC-EA26-47E9-A453-E89952727A4D}" dt="2026-08-06T15:17:20.581" v="2"/>
            <ac:spMkLst>
              <pc:docMk/>
              <pc:sldMasterMk cId="2650292896" sldId="2147483857"/>
              <pc:sldLayoutMk cId="264557857" sldId="2147483915"/>
              <ac:spMk id="2" creationId="{9F0477DF-47DE-4730-A8AC-7A65A05AE65A}"/>
            </ac:spMkLst>
          </pc:spChg>
          <pc:spChg chg="mod">
            <ac:chgData name="Alan Harrah" userId="9dbaa1db5e5d5f04" providerId="LiveId" clId="{D4502DDC-EA26-47E9-A453-E89952727A4D}" dt="2026-08-06T15:17:20.581" v="2"/>
            <ac:spMkLst>
              <pc:docMk/>
              <pc:sldMasterMk cId="2650292896" sldId="2147483857"/>
              <pc:sldLayoutMk cId="264557857" sldId="2147483915"/>
              <ac:spMk id="3" creationId="{0438289B-EB85-4739-84A1-3A48D1BDE858}"/>
            </ac:spMkLst>
          </pc:spChg>
          <pc:spChg chg="mod">
            <ac:chgData name="Alan Harrah" userId="9dbaa1db5e5d5f04" providerId="LiveId" clId="{D4502DDC-EA26-47E9-A453-E89952727A4D}" dt="2026-08-06T15:17:20.581" v="2"/>
            <ac:spMkLst>
              <pc:docMk/>
              <pc:sldMasterMk cId="2650292896" sldId="2147483857"/>
              <pc:sldLayoutMk cId="264557857" sldId="2147483915"/>
              <ac:spMk id="4" creationId="{720493CB-5FF7-4BB2-9B77-376BEC4DF353}"/>
            </ac:spMkLst>
          </pc:spChg>
          <pc:spChg chg="mod">
            <ac:chgData name="Alan Harrah" userId="9dbaa1db5e5d5f04" providerId="LiveId" clId="{D4502DDC-EA26-47E9-A453-E89952727A4D}" dt="2026-08-06T15:17:20.581" v="2"/>
            <ac:spMkLst>
              <pc:docMk/>
              <pc:sldMasterMk cId="2650292896" sldId="2147483857"/>
              <pc:sldLayoutMk cId="264557857" sldId="2147483915"/>
              <ac:spMk id="5" creationId="{DE09CB3C-9745-4A4A-ADC3-25E3F19F2DC1}"/>
            </ac:spMkLst>
          </pc:spChg>
          <pc:spChg chg="mod">
            <ac:chgData name="Alan Harrah" userId="9dbaa1db5e5d5f04" providerId="LiveId" clId="{D4502DDC-EA26-47E9-A453-E89952727A4D}" dt="2026-08-06T15:17:20.581" v="2"/>
            <ac:spMkLst>
              <pc:docMk/>
              <pc:sldMasterMk cId="2650292896" sldId="2147483857"/>
              <pc:sldLayoutMk cId="264557857" sldId="2147483915"/>
              <ac:spMk id="6" creationId="{B0C5C7A5-E543-40EC-AD6A-7C0A52A2DA03}"/>
            </ac:spMkLst>
          </pc:spChg>
          <pc:spChg chg="mod">
            <ac:chgData name="Alan Harrah" userId="9dbaa1db5e5d5f04" providerId="LiveId" clId="{D4502DDC-EA26-47E9-A453-E89952727A4D}" dt="2026-08-06T15:17:20.581" v="2"/>
            <ac:spMkLst>
              <pc:docMk/>
              <pc:sldMasterMk cId="2650292896" sldId="2147483857"/>
              <pc:sldLayoutMk cId="264557857" sldId="2147483915"/>
              <ac:spMk id="7" creationId="{678D9EFC-415C-48BA-A94C-021730743E13}"/>
            </ac:spMkLst>
          </pc:spChg>
          <pc:spChg chg="mod">
            <ac:chgData name="Alan Harrah" userId="9dbaa1db5e5d5f04" providerId="LiveId" clId="{D4502DDC-EA26-47E9-A453-E89952727A4D}" dt="2026-08-06T15:17:20.581" v="2"/>
            <ac:spMkLst>
              <pc:docMk/>
              <pc:sldMasterMk cId="2650292896" sldId="2147483857"/>
              <pc:sldLayoutMk cId="264557857" sldId="2147483915"/>
              <ac:spMk id="8" creationId="{741F4E6F-B011-4F86-A92F-BF93B7AB8F03}"/>
            </ac:spMkLst>
          </pc:spChg>
          <pc:spChg chg="mod">
            <ac:chgData name="Alan Harrah" userId="9dbaa1db5e5d5f04" providerId="LiveId" clId="{D4502DDC-EA26-47E9-A453-E89952727A4D}" dt="2026-08-06T15:17:20.581" v="2"/>
            <ac:spMkLst>
              <pc:docMk/>
              <pc:sldMasterMk cId="2650292896" sldId="2147483857"/>
              <pc:sldLayoutMk cId="264557857" sldId="2147483915"/>
              <ac:spMk id="9" creationId="{7E634DB0-D744-4377-9DCB-CFE801D2ECE8}"/>
            </ac:spMkLst>
          </pc:spChg>
        </pc:sldLayoutChg>
        <pc:sldLayoutChg chg="modSp mod ord">
          <pc:chgData name="Alan Harrah" userId="9dbaa1db5e5d5f04" providerId="LiveId" clId="{D4502DDC-EA26-47E9-A453-E89952727A4D}" dt="2026-08-06T15:17:20.581" v="2"/>
          <pc:sldLayoutMkLst>
            <pc:docMk/>
            <pc:sldMasterMk cId="2650292896" sldId="2147483857"/>
            <pc:sldLayoutMk cId="3276804532" sldId="2147483916"/>
          </pc:sldLayoutMkLst>
          <pc:spChg chg="mod">
            <ac:chgData name="Alan Harrah" userId="9dbaa1db5e5d5f04" providerId="LiveId" clId="{D4502DDC-EA26-47E9-A453-E89952727A4D}" dt="2026-08-06T15:17:20.581" v="2"/>
            <ac:spMkLst>
              <pc:docMk/>
              <pc:sldMasterMk cId="2650292896" sldId="2147483857"/>
              <pc:sldLayoutMk cId="3276804532" sldId="2147483916"/>
              <ac:spMk id="2" creationId="{28E183BE-559E-46CE-B3FD-0F18B0A176B1}"/>
            </ac:spMkLst>
          </pc:spChg>
          <pc:spChg chg="mod">
            <ac:chgData name="Alan Harrah" userId="9dbaa1db5e5d5f04" providerId="LiveId" clId="{D4502DDC-EA26-47E9-A453-E89952727A4D}" dt="2026-08-06T15:17:20.581" v="2"/>
            <ac:spMkLst>
              <pc:docMk/>
              <pc:sldMasterMk cId="2650292896" sldId="2147483857"/>
              <pc:sldLayoutMk cId="3276804532" sldId="2147483916"/>
              <ac:spMk id="3" creationId="{496E57FA-0BF7-4484-B0D2-A7EC4111BF95}"/>
            </ac:spMkLst>
          </pc:spChg>
          <pc:spChg chg="mod">
            <ac:chgData name="Alan Harrah" userId="9dbaa1db5e5d5f04" providerId="LiveId" clId="{D4502DDC-EA26-47E9-A453-E89952727A4D}" dt="2026-08-06T15:17:20.581" v="2"/>
            <ac:spMkLst>
              <pc:docMk/>
              <pc:sldMasterMk cId="2650292896" sldId="2147483857"/>
              <pc:sldLayoutMk cId="3276804532" sldId="2147483916"/>
              <ac:spMk id="4" creationId="{2E8ED841-BF7C-466F-B3C0-C324E8821BCB}"/>
            </ac:spMkLst>
          </pc:spChg>
          <pc:spChg chg="mod">
            <ac:chgData name="Alan Harrah" userId="9dbaa1db5e5d5f04" providerId="LiveId" clId="{D4502DDC-EA26-47E9-A453-E89952727A4D}" dt="2026-08-06T15:17:20.581" v="2"/>
            <ac:spMkLst>
              <pc:docMk/>
              <pc:sldMasterMk cId="2650292896" sldId="2147483857"/>
              <pc:sldLayoutMk cId="3276804532" sldId="2147483916"/>
              <ac:spMk id="5" creationId="{4AD71CC1-C661-4FF5-9F85-869DC4FAA2D7}"/>
            </ac:spMkLst>
          </pc:spChg>
        </pc:sldLayoutChg>
        <pc:sldLayoutChg chg="modSp mod ord">
          <pc:chgData name="Alan Harrah" userId="9dbaa1db5e5d5f04" providerId="LiveId" clId="{D4502DDC-EA26-47E9-A453-E89952727A4D}" dt="2026-08-06T15:17:20.581" v="2"/>
          <pc:sldLayoutMkLst>
            <pc:docMk/>
            <pc:sldMasterMk cId="2650292896" sldId="2147483857"/>
            <pc:sldLayoutMk cId="1075534631" sldId="2147483917"/>
          </pc:sldLayoutMkLst>
          <pc:spChg chg="mod">
            <ac:chgData name="Alan Harrah" userId="9dbaa1db5e5d5f04" providerId="LiveId" clId="{D4502DDC-EA26-47E9-A453-E89952727A4D}" dt="2026-08-06T15:17:20.581" v="2"/>
            <ac:spMkLst>
              <pc:docMk/>
              <pc:sldMasterMk cId="2650292896" sldId="2147483857"/>
              <pc:sldLayoutMk cId="1075534631" sldId="2147483917"/>
              <ac:spMk id="2" creationId="{0B3EF036-4B64-4E4A-8456-738D180D8A51}"/>
            </ac:spMkLst>
          </pc:spChg>
          <pc:spChg chg="mod">
            <ac:chgData name="Alan Harrah" userId="9dbaa1db5e5d5f04" providerId="LiveId" clId="{D4502DDC-EA26-47E9-A453-E89952727A4D}" dt="2026-08-06T15:17:20.581" v="2"/>
            <ac:spMkLst>
              <pc:docMk/>
              <pc:sldMasterMk cId="2650292896" sldId="2147483857"/>
              <pc:sldLayoutMk cId="1075534631" sldId="2147483917"/>
              <ac:spMk id="3" creationId="{95EA31CE-46B2-415F-97A8-EA58DAE7BA9C}"/>
            </ac:spMkLst>
          </pc:spChg>
          <pc:spChg chg="mod">
            <ac:chgData name="Alan Harrah" userId="9dbaa1db5e5d5f04" providerId="LiveId" clId="{D4502DDC-EA26-47E9-A453-E89952727A4D}" dt="2026-08-06T15:17:20.581" v="2"/>
            <ac:spMkLst>
              <pc:docMk/>
              <pc:sldMasterMk cId="2650292896" sldId="2147483857"/>
              <pc:sldLayoutMk cId="1075534631" sldId="2147483917"/>
              <ac:spMk id="4" creationId="{18BA6220-9197-4F91-859C-68215708B47B}"/>
            </ac:spMkLst>
          </pc:spChg>
        </pc:sldLayoutChg>
        <pc:sldLayoutChg chg="modSp mod ord">
          <pc:chgData name="Alan Harrah" userId="9dbaa1db5e5d5f04" providerId="LiveId" clId="{D4502DDC-EA26-47E9-A453-E89952727A4D}" dt="2026-08-06T15:17:20.581" v="2"/>
          <pc:sldLayoutMkLst>
            <pc:docMk/>
            <pc:sldMasterMk cId="2650292896" sldId="2147483857"/>
            <pc:sldLayoutMk cId="1498750375" sldId="2147483918"/>
          </pc:sldLayoutMkLst>
          <pc:spChg chg="mod">
            <ac:chgData name="Alan Harrah" userId="9dbaa1db5e5d5f04" providerId="LiveId" clId="{D4502DDC-EA26-47E9-A453-E89952727A4D}" dt="2026-08-06T15:17:20.581" v="2"/>
            <ac:spMkLst>
              <pc:docMk/>
              <pc:sldMasterMk cId="2650292896" sldId="2147483857"/>
              <pc:sldLayoutMk cId="1498750375" sldId="2147483918"/>
              <ac:spMk id="2" creationId="{6573ED5B-285D-449A-B771-AC7D3D19FF98}"/>
            </ac:spMkLst>
          </pc:spChg>
          <pc:spChg chg="mod">
            <ac:chgData name="Alan Harrah" userId="9dbaa1db5e5d5f04" providerId="LiveId" clId="{D4502DDC-EA26-47E9-A453-E89952727A4D}" dt="2026-08-06T15:17:20.581" v="2"/>
            <ac:spMkLst>
              <pc:docMk/>
              <pc:sldMasterMk cId="2650292896" sldId="2147483857"/>
              <pc:sldLayoutMk cId="1498750375" sldId="2147483918"/>
              <ac:spMk id="3" creationId="{F0467C68-176B-4303-BC3E-DFE3EA8DBFBB}"/>
            </ac:spMkLst>
          </pc:spChg>
          <pc:spChg chg="mod">
            <ac:chgData name="Alan Harrah" userId="9dbaa1db5e5d5f04" providerId="LiveId" clId="{D4502DDC-EA26-47E9-A453-E89952727A4D}" dt="2026-08-06T15:17:20.581" v="2"/>
            <ac:spMkLst>
              <pc:docMk/>
              <pc:sldMasterMk cId="2650292896" sldId="2147483857"/>
              <pc:sldLayoutMk cId="1498750375" sldId="2147483918"/>
              <ac:spMk id="4" creationId="{B7E33C46-A685-470E-8071-2F3FADCB6E56}"/>
            </ac:spMkLst>
          </pc:spChg>
          <pc:spChg chg="mod">
            <ac:chgData name="Alan Harrah" userId="9dbaa1db5e5d5f04" providerId="LiveId" clId="{D4502DDC-EA26-47E9-A453-E89952727A4D}" dt="2026-08-06T15:17:20.581" v="2"/>
            <ac:spMkLst>
              <pc:docMk/>
              <pc:sldMasterMk cId="2650292896" sldId="2147483857"/>
              <pc:sldLayoutMk cId="1498750375" sldId="2147483918"/>
              <ac:spMk id="5" creationId="{724FB249-C128-48AD-B228-9792941C3359}"/>
            </ac:spMkLst>
          </pc:spChg>
          <pc:spChg chg="mod">
            <ac:chgData name="Alan Harrah" userId="9dbaa1db5e5d5f04" providerId="LiveId" clId="{D4502DDC-EA26-47E9-A453-E89952727A4D}" dt="2026-08-06T15:17:20.581" v="2"/>
            <ac:spMkLst>
              <pc:docMk/>
              <pc:sldMasterMk cId="2650292896" sldId="2147483857"/>
              <pc:sldLayoutMk cId="1498750375" sldId="2147483918"/>
              <ac:spMk id="6" creationId="{E25924D8-574F-47A6-A230-AC9E60256D06}"/>
            </ac:spMkLst>
          </pc:spChg>
          <pc:spChg chg="mod">
            <ac:chgData name="Alan Harrah" userId="9dbaa1db5e5d5f04" providerId="LiveId" clId="{D4502DDC-EA26-47E9-A453-E89952727A4D}" dt="2026-08-06T15:17:20.581" v="2"/>
            <ac:spMkLst>
              <pc:docMk/>
              <pc:sldMasterMk cId="2650292896" sldId="2147483857"/>
              <pc:sldLayoutMk cId="1498750375" sldId="2147483918"/>
              <ac:spMk id="7" creationId="{7C98EBE7-1FA3-4F69-ACC7-2A84274B4432}"/>
            </ac:spMkLst>
          </pc:spChg>
        </pc:sldLayoutChg>
        <pc:sldLayoutChg chg="modSp mod ord">
          <pc:chgData name="Alan Harrah" userId="9dbaa1db5e5d5f04" providerId="LiveId" clId="{D4502DDC-EA26-47E9-A453-E89952727A4D}" dt="2026-08-06T15:17:20.581" v="2"/>
          <pc:sldLayoutMkLst>
            <pc:docMk/>
            <pc:sldMasterMk cId="2650292896" sldId="2147483857"/>
            <pc:sldLayoutMk cId="583080121" sldId="2147483919"/>
          </pc:sldLayoutMkLst>
          <pc:spChg chg="mod">
            <ac:chgData name="Alan Harrah" userId="9dbaa1db5e5d5f04" providerId="LiveId" clId="{D4502DDC-EA26-47E9-A453-E89952727A4D}" dt="2026-08-06T15:17:20.581" v="2"/>
            <ac:spMkLst>
              <pc:docMk/>
              <pc:sldMasterMk cId="2650292896" sldId="2147483857"/>
              <pc:sldLayoutMk cId="583080121" sldId="2147483919"/>
              <ac:spMk id="2" creationId="{3780AC1D-7FCD-4C45-AF71-7BE80AB6AFB7}"/>
            </ac:spMkLst>
          </pc:spChg>
          <pc:spChg chg="mod">
            <ac:chgData name="Alan Harrah" userId="9dbaa1db5e5d5f04" providerId="LiveId" clId="{D4502DDC-EA26-47E9-A453-E89952727A4D}" dt="2026-08-06T15:17:20.581" v="2"/>
            <ac:spMkLst>
              <pc:docMk/>
              <pc:sldMasterMk cId="2650292896" sldId="2147483857"/>
              <pc:sldLayoutMk cId="583080121" sldId="2147483919"/>
              <ac:spMk id="3" creationId="{38C47CFC-080A-4794-A487-245D213513A8}"/>
            </ac:spMkLst>
          </pc:spChg>
          <pc:spChg chg="mod">
            <ac:chgData name="Alan Harrah" userId="9dbaa1db5e5d5f04" providerId="LiveId" clId="{D4502DDC-EA26-47E9-A453-E89952727A4D}" dt="2026-08-06T15:17:20.581" v="2"/>
            <ac:spMkLst>
              <pc:docMk/>
              <pc:sldMasterMk cId="2650292896" sldId="2147483857"/>
              <pc:sldLayoutMk cId="583080121" sldId="2147483919"/>
              <ac:spMk id="4" creationId="{D10CF81B-BD17-4132-B72C-DEE5EFBF6DE1}"/>
            </ac:spMkLst>
          </pc:spChg>
          <pc:spChg chg="mod">
            <ac:chgData name="Alan Harrah" userId="9dbaa1db5e5d5f04" providerId="LiveId" clId="{D4502DDC-EA26-47E9-A453-E89952727A4D}" dt="2026-08-06T15:17:20.581" v="2"/>
            <ac:spMkLst>
              <pc:docMk/>
              <pc:sldMasterMk cId="2650292896" sldId="2147483857"/>
              <pc:sldLayoutMk cId="583080121" sldId="2147483919"/>
              <ac:spMk id="5" creationId="{C7BF4ABE-6FEA-4F8B-B004-77AE848E63E0}"/>
            </ac:spMkLst>
          </pc:spChg>
          <pc:spChg chg="mod">
            <ac:chgData name="Alan Harrah" userId="9dbaa1db5e5d5f04" providerId="LiveId" clId="{D4502DDC-EA26-47E9-A453-E89952727A4D}" dt="2026-08-06T15:17:20.581" v="2"/>
            <ac:spMkLst>
              <pc:docMk/>
              <pc:sldMasterMk cId="2650292896" sldId="2147483857"/>
              <pc:sldLayoutMk cId="583080121" sldId="2147483919"/>
              <ac:spMk id="6" creationId="{8156A1A4-491F-4588-BE6B-2FEEB8EB5801}"/>
            </ac:spMkLst>
          </pc:spChg>
          <pc:spChg chg="mod">
            <ac:chgData name="Alan Harrah" userId="9dbaa1db5e5d5f04" providerId="LiveId" clId="{D4502DDC-EA26-47E9-A453-E89952727A4D}" dt="2026-08-06T15:17:20.581" v="2"/>
            <ac:spMkLst>
              <pc:docMk/>
              <pc:sldMasterMk cId="2650292896" sldId="2147483857"/>
              <pc:sldLayoutMk cId="583080121" sldId="2147483919"/>
              <ac:spMk id="7" creationId="{2F08ADBF-14A4-49EF-9882-CD62B8566934}"/>
            </ac:spMkLst>
          </pc:spChg>
        </pc:sldLayoutChg>
        <pc:sldLayoutChg chg="modSp mod ord">
          <pc:chgData name="Alan Harrah" userId="9dbaa1db5e5d5f04" providerId="LiveId" clId="{D4502DDC-EA26-47E9-A453-E89952727A4D}" dt="2026-08-06T15:17:20.581" v="2"/>
          <pc:sldLayoutMkLst>
            <pc:docMk/>
            <pc:sldMasterMk cId="2650292896" sldId="2147483857"/>
            <pc:sldLayoutMk cId="739417333" sldId="2147483920"/>
          </pc:sldLayoutMkLst>
          <pc:spChg chg="mod">
            <ac:chgData name="Alan Harrah" userId="9dbaa1db5e5d5f04" providerId="LiveId" clId="{D4502DDC-EA26-47E9-A453-E89952727A4D}" dt="2026-08-06T15:17:20.581" v="2"/>
            <ac:spMkLst>
              <pc:docMk/>
              <pc:sldMasterMk cId="2650292896" sldId="2147483857"/>
              <pc:sldLayoutMk cId="739417333" sldId="2147483920"/>
              <ac:spMk id="2" creationId="{1D6902F5-D393-4433-9C1C-E75F2E422E45}"/>
            </ac:spMkLst>
          </pc:spChg>
          <pc:spChg chg="mod">
            <ac:chgData name="Alan Harrah" userId="9dbaa1db5e5d5f04" providerId="LiveId" clId="{D4502DDC-EA26-47E9-A453-E89952727A4D}" dt="2026-08-06T15:17:20.581" v="2"/>
            <ac:spMkLst>
              <pc:docMk/>
              <pc:sldMasterMk cId="2650292896" sldId="2147483857"/>
              <pc:sldLayoutMk cId="739417333" sldId="2147483920"/>
              <ac:spMk id="3" creationId="{4D7690BC-6418-4514-8D32-E39CB3B2625E}"/>
            </ac:spMkLst>
          </pc:spChg>
          <pc:spChg chg="mod">
            <ac:chgData name="Alan Harrah" userId="9dbaa1db5e5d5f04" providerId="LiveId" clId="{D4502DDC-EA26-47E9-A453-E89952727A4D}" dt="2026-08-06T15:17:20.581" v="2"/>
            <ac:spMkLst>
              <pc:docMk/>
              <pc:sldMasterMk cId="2650292896" sldId="2147483857"/>
              <pc:sldLayoutMk cId="739417333" sldId="2147483920"/>
              <ac:spMk id="4" creationId="{0F7669FC-5884-416E-B93B-E374A3FE5C2E}"/>
            </ac:spMkLst>
          </pc:spChg>
          <pc:spChg chg="mod">
            <ac:chgData name="Alan Harrah" userId="9dbaa1db5e5d5f04" providerId="LiveId" clId="{D4502DDC-EA26-47E9-A453-E89952727A4D}" dt="2026-08-06T15:17:20.581" v="2"/>
            <ac:spMkLst>
              <pc:docMk/>
              <pc:sldMasterMk cId="2650292896" sldId="2147483857"/>
              <pc:sldLayoutMk cId="739417333" sldId="2147483920"/>
              <ac:spMk id="5" creationId="{BF7876AC-0D63-452A-AF7E-88C6639AA025}"/>
            </ac:spMkLst>
          </pc:spChg>
          <pc:spChg chg="mod">
            <ac:chgData name="Alan Harrah" userId="9dbaa1db5e5d5f04" providerId="LiveId" clId="{D4502DDC-EA26-47E9-A453-E89952727A4D}" dt="2026-08-06T15:17:20.581" v="2"/>
            <ac:spMkLst>
              <pc:docMk/>
              <pc:sldMasterMk cId="2650292896" sldId="2147483857"/>
              <pc:sldLayoutMk cId="739417333" sldId="2147483920"/>
              <ac:spMk id="6" creationId="{B0823E05-91AC-48C9-8A00-32624ED7DB94}"/>
            </ac:spMkLst>
          </pc:spChg>
        </pc:sldLayoutChg>
        <pc:sldLayoutChg chg="modSp mod ord">
          <pc:chgData name="Alan Harrah" userId="9dbaa1db5e5d5f04" providerId="LiveId" clId="{D4502DDC-EA26-47E9-A453-E89952727A4D}" dt="2026-08-06T15:17:20.581" v="2"/>
          <pc:sldLayoutMkLst>
            <pc:docMk/>
            <pc:sldMasterMk cId="2650292896" sldId="2147483857"/>
            <pc:sldLayoutMk cId="2748909106" sldId="2147483921"/>
          </pc:sldLayoutMkLst>
          <pc:spChg chg="mod">
            <ac:chgData name="Alan Harrah" userId="9dbaa1db5e5d5f04" providerId="LiveId" clId="{D4502DDC-EA26-47E9-A453-E89952727A4D}" dt="2026-08-06T15:17:20.581" v="2"/>
            <ac:spMkLst>
              <pc:docMk/>
              <pc:sldMasterMk cId="2650292896" sldId="2147483857"/>
              <pc:sldLayoutMk cId="2748909106" sldId="2147483921"/>
              <ac:spMk id="2" creationId="{B339AC29-C4BA-4207-8ED3-37572DC533B7}"/>
            </ac:spMkLst>
          </pc:spChg>
          <pc:spChg chg="mod">
            <ac:chgData name="Alan Harrah" userId="9dbaa1db5e5d5f04" providerId="LiveId" clId="{D4502DDC-EA26-47E9-A453-E89952727A4D}" dt="2026-08-06T15:17:20.581" v="2"/>
            <ac:spMkLst>
              <pc:docMk/>
              <pc:sldMasterMk cId="2650292896" sldId="2147483857"/>
              <pc:sldLayoutMk cId="2748909106" sldId="2147483921"/>
              <ac:spMk id="3" creationId="{44829546-AD33-4A28-B42A-004B6F9E26D1}"/>
            </ac:spMkLst>
          </pc:spChg>
          <pc:spChg chg="mod">
            <ac:chgData name="Alan Harrah" userId="9dbaa1db5e5d5f04" providerId="LiveId" clId="{D4502DDC-EA26-47E9-A453-E89952727A4D}" dt="2026-08-06T15:17:20.581" v="2"/>
            <ac:spMkLst>
              <pc:docMk/>
              <pc:sldMasterMk cId="2650292896" sldId="2147483857"/>
              <pc:sldLayoutMk cId="2748909106" sldId="2147483921"/>
              <ac:spMk id="4" creationId="{665F5751-9E29-4E39-BA5A-375C218BD4FF}"/>
            </ac:spMkLst>
          </pc:spChg>
          <pc:spChg chg="mod">
            <ac:chgData name="Alan Harrah" userId="9dbaa1db5e5d5f04" providerId="LiveId" clId="{D4502DDC-EA26-47E9-A453-E89952727A4D}" dt="2026-08-06T15:17:20.581" v="2"/>
            <ac:spMkLst>
              <pc:docMk/>
              <pc:sldMasterMk cId="2650292896" sldId="2147483857"/>
              <pc:sldLayoutMk cId="2748909106" sldId="2147483921"/>
              <ac:spMk id="5" creationId="{AC035680-3457-4DAA-9642-A23FF434CD6D}"/>
            </ac:spMkLst>
          </pc:spChg>
          <pc:spChg chg="mod">
            <ac:chgData name="Alan Harrah" userId="9dbaa1db5e5d5f04" providerId="LiveId" clId="{D4502DDC-EA26-47E9-A453-E89952727A4D}" dt="2026-08-06T15:17:20.581" v="2"/>
            <ac:spMkLst>
              <pc:docMk/>
              <pc:sldMasterMk cId="2650292896" sldId="2147483857"/>
              <pc:sldLayoutMk cId="2748909106" sldId="2147483921"/>
              <ac:spMk id="6" creationId="{95A01EC1-5A0F-45EB-A0F3-6589E46CF687}"/>
            </ac:spMkLst>
          </pc:spChg>
        </pc:sldLayoutChg>
      </pc:sldMasterChg>
      <pc:sldMasterChg chg="del delSldLayout">
        <pc:chgData name="Alan Harrah" userId="9dbaa1db5e5d5f04" providerId="LiveId" clId="{D4502DDC-EA26-47E9-A453-E89952727A4D}" dt="2026-08-10T18:07:29.116" v="93" actId="2696"/>
        <pc:sldMasterMkLst>
          <pc:docMk/>
          <pc:sldMasterMk cId="2853991208" sldId="2147483923"/>
        </pc:sldMasterMkLst>
        <pc:sldLayoutChg chg="del">
          <pc:chgData name="Alan Harrah" userId="9dbaa1db5e5d5f04" providerId="LiveId" clId="{D4502DDC-EA26-47E9-A453-E89952727A4D}" dt="2026-08-10T18:07:29.116" v="93" actId="2696"/>
          <pc:sldLayoutMkLst>
            <pc:docMk/>
            <pc:sldMasterMk cId="2853991208" sldId="2147483923"/>
            <pc:sldLayoutMk cId="2351084914" sldId="2147483924"/>
          </pc:sldLayoutMkLst>
        </pc:sldLayoutChg>
        <pc:sldLayoutChg chg="del">
          <pc:chgData name="Alan Harrah" userId="9dbaa1db5e5d5f04" providerId="LiveId" clId="{D4502DDC-EA26-47E9-A453-E89952727A4D}" dt="2026-08-10T18:07:29.116" v="93" actId="2696"/>
          <pc:sldLayoutMkLst>
            <pc:docMk/>
            <pc:sldMasterMk cId="2853991208" sldId="2147483923"/>
            <pc:sldLayoutMk cId="3571159091" sldId="2147483925"/>
          </pc:sldLayoutMkLst>
        </pc:sldLayoutChg>
        <pc:sldLayoutChg chg="del">
          <pc:chgData name="Alan Harrah" userId="9dbaa1db5e5d5f04" providerId="LiveId" clId="{D4502DDC-EA26-47E9-A453-E89952727A4D}" dt="2026-08-10T18:07:29.116" v="93" actId="2696"/>
          <pc:sldLayoutMkLst>
            <pc:docMk/>
            <pc:sldMasterMk cId="2853991208" sldId="2147483923"/>
            <pc:sldLayoutMk cId="2642053452" sldId="2147483926"/>
          </pc:sldLayoutMkLst>
        </pc:sldLayoutChg>
        <pc:sldLayoutChg chg="del">
          <pc:chgData name="Alan Harrah" userId="9dbaa1db5e5d5f04" providerId="LiveId" clId="{D4502DDC-EA26-47E9-A453-E89952727A4D}" dt="2026-08-10T18:07:29.116" v="93" actId="2696"/>
          <pc:sldLayoutMkLst>
            <pc:docMk/>
            <pc:sldMasterMk cId="2853991208" sldId="2147483923"/>
            <pc:sldLayoutMk cId="4136309650" sldId="2147483927"/>
          </pc:sldLayoutMkLst>
        </pc:sldLayoutChg>
        <pc:sldLayoutChg chg="del">
          <pc:chgData name="Alan Harrah" userId="9dbaa1db5e5d5f04" providerId="LiveId" clId="{D4502DDC-EA26-47E9-A453-E89952727A4D}" dt="2026-08-10T18:07:29.116" v="93" actId="2696"/>
          <pc:sldLayoutMkLst>
            <pc:docMk/>
            <pc:sldMasterMk cId="2853991208" sldId="2147483923"/>
            <pc:sldLayoutMk cId="3781810725" sldId="2147483928"/>
          </pc:sldLayoutMkLst>
        </pc:sldLayoutChg>
        <pc:sldLayoutChg chg="del">
          <pc:chgData name="Alan Harrah" userId="9dbaa1db5e5d5f04" providerId="LiveId" clId="{D4502DDC-EA26-47E9-A453-E89952727A4D}" dt="2026-08-10T18:07:29.116" v="93" actId="2696"/>
          <pc:sldLayoutMkLst>
            <pc:docMk/>
            <pc:sldMasterMk cId="2853991208" sldId="2147483923"/>
            <pc:sldLayoutMk cId="4151484138" sldId="2147483929"/>
          </pc:sldLayoutMkLst>
        </pc:sldLayoutChg>
        <pc:sldLayoutChg chg="del">
          <pc:chgData name="Alan Harrah" userId="9dbaa1db5e5d5f04" providerId="LiveId" clId="{D4502DDC-EA26-47E9-A453-E89952727A4D}" dt="2026-08-10T18:07:29.116" v="93" actId="2696"/>
          <pc:sldLayoutMkLst>
            <pc:docMk/>
            <pc:sldMasterMk cId="2853991208" sldId="2147483923"/>
            <pc:sldLayoutMk cId="646632428" sldId="2147483930"/>
          </pc:sldLayoutMkLst>
        </pc:sldLayoutChg>
        <pc:sldLayoutChg chg="del">
          <pc:chgData name="Alan Harrah" userId="9dbaa1db5e5d5f04" providerId="LiveId" clId="{D4502DDC-EA26-47E9-A453-E89952727A4D}" dt="2026-08-10T18:07:29.116" v="93" actId="2696"/>
          <pc:sldLayoutMkLst>
            <pc:docMk/>
            <pc:sldMasterMk cId="2853991208" sldId="2147483923"/>
            <pc:sldLayoutMk cId="1257190138" sldId="2147483931"/>
          </pc:sldLayoutMkLst>
        </pc:sldLayoutChg>
        <pc:sldLayoutChg chg="del">
          <pc:chgData name="Alan Harrah" userId="9dbaa1db5e5d5f04" providerId="LiveId" clId="{D4502DDC-EA26-47E9-A453-E89952727A4D}" dt="2026-08-10T18:07:29.116" v="93" actId="2696"/>
          <pc:sldLayoutMkLst>
            <pc:docMk/>
            <pc:sldMasterMk cId="2853991208" sldId="2147483923"/>
            <pc:sldLayoutMk cId="4243108790" sldId="2147483932"/>
          </pc:sldLayoutMkLst>
        </pc:sldLayoutChg>
        <pc:sldLayoutChg chg="del">
          <pc:chgData name="Alan Harrah" userId="9dbaa1db5e5d5f04" providerId="LiveId" clId="{D4502DDC-EA26-47E9-A453-E89952727A4D}" dt="2026-08-10T18:07:29.116" v="93" actId="2696"/>
          <pc:sldLayoutMkLst>
            <pc:docMk/>
            <pc:sldMasterMk cId="2853991208" sldId="2147483923"/>
            <pc:sldLayoutMk cId="1013048298" sldId="2147483933"/>
          </pc:sldLayoutMkLst>
        </pc:sldLayoutChg>
        <pc:sldLayoutChg chg="del">
          <pc:chgData name="Alan Harrah" userId="9dbaa1db5e5d5f04" providerId="LiveId" clId="{D4502DDC-EA26-47E9-A453-E89952727A4D}" dt="2026-08-10T18:07:29.116" v="93" actId="2696"/>
          <pc:sldLayoutMkLst>
            <pc:docMk/>
            <pc:sldMasterMk cId="2853991208" sldId="2147483923"/>
            <pc:sldLayoutMk cId="920370183" sldId="214748393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3C4620-917B-464D-B212-2E02195CBCC2}" type="doc">
      <dgm:prSet loTypeId="urn:microsoft.com/office/officeart/2005/8/layout/list1" loCatId="list" qsTypeId="urn:microsoft.com/office/officeart/2005/8/quickstyle/simple1#1" qsCatId="simple" csTypeId="urn:microsoft.com/office/officeart/2005/8/colors/colorful5#1" csCatId="colorful"/>
      <dgm:spPr/>
      <dgm:t>
        <a:bodyPr/>
        <a:lstStyle/>
        <a:p>
          <a:endParaRPr lang="en-US"/>
        </a:p>
      </dgm:t>
    </dgm:pt>
    <dgm:pt modelId="{007D351E-8F28-430B-B0BF-8292CAC89E56}">
      <dgm:prSet/>
      <dgm:spPr/>
      <dgm:t>
        <a:bodyPr/>
        <a:lstStyle/>
        <a:p>
          <a:r>
            <a:rPr lang="en-US"/>
            <a:t>Pros</a:t>
          </a:r>
        </a:p>
      </dgm:t>
    </dgm:pt>
    <dgm:pt modelId="{594BE003-3A7F-43E3-A80D-3EE16B42D86B}" type="parTrans" cxnId="{F4BA6151-9580-4371-B9DC-92E09632BD79}">
      <dgm:prSet/>
      <dgm:spPr/>
      <dgm:t>
        <a:bodyPr/>
        <a:lstStyle/>
        <a:p>
          <a:endParaRPr lang="en-US"/>
        </a:p>
      </dgm:t>
    </dgm:pt>
    <dgm:pt modelId="{235F0B37-3CC0-4999-855F-B6C3E09FDE2E}" type="sibTrans" cxnId="{F4BA6151-9580-4371-B9DC-92E09632BD79}">
      <dgm:prSet/>
      <dgm:spPr/>
      <dgm:t>
        <a:bodyPr/>
        <a:lstStyle/>
        <a:p>
          <a:endParaRPr lang="en-US"/>
        </a:p>
      </dgm:t>
    </dgm:pt>
    <dgm:pt modelId="{3D18C9A6-1D03-49C8-8C69-4343DE2FEBE0}">
      <dgm:prSet/>
      <dgm:spPr/>
      <dgm:t>
        <a:bodyPr/>
        <a:lstStyle/>
        <a:p>
          <a:r>
            <a:rPr lang="en-US"/>
            <a:t>Each phase has specific deliverables and a review process.</a:t>
          </a:r>
        </a:p>
      </dgm:t>
    </dgm:pt>
    <dgm:pt modelId="{48034EF7-7AB4-40BA-A2DF-F5266C213216}" type="parTrans" cxnId="{34D8C4CC-BE89-4629-90D8-5D85FF5DFDAC}">
      <dgm:prSet/>
      <dgm:spPr/>
      <dgm:t>
        <a:bodyPr/>
        <a:lstStyle/>
        <a:p>
          <a:endParaRPr lang="en-US"/>
        </a:p>
      </dgm:t>
    </dgm:pt>
    <dgm:pt modelId="{34C81D21-7AAE-4C1F-B412-AF52EDC3EFDA}" type="sibTrans" cxnId="{34D8C4CC-BE89-4629-90D8-5D85FF5DFDAC}">
      <dgm:prSet/>
      <dgm:spPr/>
      <dgm:t>
        <a:bodyPr/>
        <a:lstStyle/>
        <a:p>
          <a:endParaRPr lang="en-US"/>
        </a:p>
      </dgm:t>
    </dgm:pt>
    <dgm:pt modelId="{485CC73B-4F8D-46B4-A0D1-664F84644CF7}">
      <dgm:prSet/>
      <dgm:spPr/>
      <dgm:t>
        <a:bodyPr/>
        <a:lstStyle/>
        <a:p>
          <a:r>
            <a:rPr lang="en-US"/>
            <a:t>Phases are processed and completed one at a time.</a:t>
          </a:r>
        </a:p>
      </dgm:t>
    </dgm:pt>
    <dgm:pt modelId="{0703F3F2-E6FD-45A8-88AE-DADCBDC31D08}" type="parTrans" cxnId="{49A35944-A29A-42C0-ACB5-B428D3478B9F}">
      <dgm:prSet/>
      <dgm:spPr/>
      <dgm:t>
        <a:bodyPr/>
        <a:lstStyle/>
        <a:p>
          <a:endParaRPr lang="en-US"/>
        </a:p>
      </dgm:t>
    </dgm:pt>
    <dgm:pt modelId="{D7FCAC40-B13D-4BD3-BC4F-5A5D13B43471}" type="sibTrans" cxnId="{49A35944-A29A-42C0-ACB5-B428D3478B9F}">
      <dgm:prSet/>
      <dgm:spPr/>
      <dgm:t>
        <a:bodyPr/>
        <a:lstStyle/>
        <a:p>
          <a:endParaRPr lang="en-US"/>
        </a:p>
      </dgm:t>
    </dgm:pt>
    <dgm:pt modelId="{BB91D5FB-F9AB-422C-A6B0-B7208EA9C317}">
      <dgm:prSet/>
      <dgm:spPr/>
      <dgm:t>
        <a:bodyPr/>
        <a:lstStyle/>
        <a:p>
          <a:r>
            <a:rPr lang="en-US"/>
            <a:t>Best for small projects where requirements are very well understood.</a:t>
          </a:r>
        </a:p>
      </dgm:t>
    </dgm:pt>
    <dgm:pt modelId="{EE369FB9-2DD6-4BF9-9F27-3BE57BF00EC5}" type="parTrans" cxnId="{E161DF11-02DB-46F0-B639-356CEEFF4820}">
      <dgm:prSet/>
      <dgm:spPr/>
      <dgm:t>
        <a:bodyPr/>
        <a:lstStyle/>
        <a:p>
          <a:endParaRPr lang="en-US"/>
        </a:p>
      </dgm:t>
    </dgm:pt>
    <dgm:pt modelId="{1E9FE7A3-9565-4AD4-9FB3-8E8E6810E5BD}" type="sibTrans" cxnId="{E161DF11-02DB-46F0-B639-356CEEFF4820}">
      <dgm:prSet/>
      <dgm:spPr/>
      <dgm:t>
        <a:bodyPr/>
        <a:lstStyle/>
        <a:p>
          <a:endParaRPr lang="en-US"/>
        </a:p>
      </dgm:t>
    </dgm:pt>
    <dgm:pt modelId="{930BAD99-B9AB-43CF-8D33-8B003487DA68}">
      <dgm:prSet/>
      <dgm:spPr/>
      <dgm:t>
        <a:bodyPr/>
        <a:lstStyle/>
        <a:p>
          <a:r>
            <a:rPr lang="en-US"/>
            <a:t>It reinforces "define before design" and "design before code".</a:t>
          </a:r>
        </a:p>
      </dgm:t>
    </dgm:pt>
    <dgm:pt modelId="{36F9019B-1DF3-45C3-8199-31F79D8A34BA}" type="parTrans" cxnId="{9048A532-4126-480A-AD28-A7FA773AB41C}">
      <dgm:prSet/>
      <dgm:spPr/>
      <dgm:t>
        <a:bodyPr/>
        <a:lstStyle/>
        <a:p>
          <a:endParaRPr lang="en-US"/>
        </a:p>
      </dgm:t>
    </dgm:pt>
    <dgm:pt modelId="{98CC1A45-B9FF-4063-839B-D7AFB8454E8F}" type="sibTrans" cxnId="{9048A532-4126-480A-AD28-A7FA773AB41C}">
      <dgm:prSet/>
      <dgm:spPr/>
      <dgm:t>
        <a:bodyPr/>
        <a:lstStyle/>
        <a:p>
          <a:endParaRPr lang="en-US"/>
        </a:p>
      </dgm:t>
    </dgm:pt>
    <dgm:pt modelId="{7A53E4E7-146D-4930-A7DF-8DEB970702C7}">
      <dgm:prSet/>
      <dgm:spPr/>
      <dgm:t>
        <a:bodyPr/>
        <a:lstStyle/>
        <a:p>
          <a:r>
            <a:rPr lang="en-US"/>
            <a:t>Cons</a:t>
          </a:r>
        </a:p>
      </dgm:t>
    </dgm:pt>
    <dgm:pt modelId="{FD0C5B47-8874-4966-A605-AB537517D8CE}" type="parTrans" cxnId="{EA26EA90-9102-4740-9A81-2A30CD5E6021}">
      <dgm:prSet/>
      <dgm:spPr/>
      <dgm:t>
        <a:bodyPr/>
        <a:lstStyle/>
        <a:p>
          <a:endParaRPr lang="en-US"/>
        </a:p>
      </dgm:t>
    </dgm:pt>
    <dgm:pt modelId="{6B7CB90D-37C0-436E-8422-766424F26F3C}" type="sibTrans" cxnId="{EA26EA90-9102-4740-9A81-2A30CD5E6021}">
      <dgm:prSet/>
      <dgm:spPr/>
      <dgm:t>
        <a:bodyPr/>
        <a:lstStyle/>
        <a:p>
          <a:endParaRPr lang="en-US"/>
        </a:p>
      </dgm:t>
    </dgm:pt>
    <dgm:pt modelId="{C2BBF604-2B3D-4920-AD77-DE5977E1A4B4}">
      <dgm:prSet/>
      <dgm:spPr/>
      <dgm:t>
        <a:bodyPr/>
        <a:lstStyle/>
        <a:p>
          <a:r>
            <a:rPr lang="en-US"/>
            <a:t>Adjusting scope during the life cycle can kill a project</a:t>
          </a:r>
        </a:p>
      </dgm:t>
    </dgm:pt>
    <dgm:pt modelId="{A03C0E62-CE52-4EFC-BDC7-94D051A5076F}" type="parTrans" cxnId="{984A9EEF-FC55-41BB-B73C-E1CC734DF8D6}">
      <dgm:prSet/>
      <dgm:spPr/>
      <dgm:t>
        <a:bodyPr/>
        <a:lstStyle/>
        <a:p>
          <a:endParaRPr lang="en-US"/>
        </a:p>
      </dgm:t>
    </dgm:pt>
    <dgm:pt modelId="{6D102D06-E67D-4EC1-9DD6-FDF0CA060D74}" type="sibTrans" cxnId="{984A9EEF-FC55-41BB-B73C-E1CC734DF8D6}">
      <dgm:prSet/>
      <dgm:spPr/>
      <dgm:t>
        <a:bodyPr/>
        <a:lstStyle/>
        <a:p>
          <a:endParaRPr lang="en-US"/>
        </a:p>
      </dgm:t>
    </dgm:pt>
    <dgm:pt modelId="{280860FF-5CD4-4069-B076-EA7F51B586D9}">
      <dgm:prSet/>
      <dgm:spPr/>
      <dgm:t>
        <a:bodyPr/>
        <a:lstStyle/>
        <a:p>
          <a:r>
            <a:rPr lang="en-US"/>
            <a:t>No working software is produced until late during the life cycle.</a:t>
          </a:r>
        </a:p>
      </dgm:t>
    </dgm:pt>
    <dgm:pt modelId="{8DAEBFAC-42FB-4D26-B5C1-5DF5303357DF}" type="parTrans" cxnId="{3E331DC6-CA3A-47E0-957F-EA458408E8EF}">
      <dgm:prSet/>
      <dgm:spPr/>
      <dgm:t>
        <a:bodyPr/>
        <a:lstStyle/>
        <a:p>
          <a:endParaRPr lang="en-US"/>
        </a:p>
      </dgm:t>
    </dgm:pt>
    <dgm:pt modelId="{1F5D3B9D-5E61-4A94-86A1-2B6DCD77DA47}" type="sibTrans" cxnId="{3E331DC6-CA3A-47E0-957F-EA458408E8EF}">
      <dgm:prSet/>
      <dgm:spPr/>
      <dgm:t>
        <a:bodyPr/>
        <a:lstStyle/>
        <a:p>
          <a:endParaRPr lang="en-US"/>
        </a:p>
      </dgm:t>
    </dgm:pt>
    <dgm:pt modelId="{55C0B013-E817-4D0B-870E-BD1C0D2D90B9}">
      <dgm:prSet/>
      <dgm:spPr/>
      <dgm:t>
        <a:bodyPr/>
        <a:lstStyle/>
        <a:p>
          <a:r>
            <a:rPr lang="en-US"/>
            <a:t>High amounts of risk and uncertainty.</a:t>
          </a:r>
        </a:p>
      </dgm:t>
    </dgm:pt>
    <dgm:pt modelId="{94CDA47B-B652-42B9-A163-E388347695B6}" type="parTrans" cxnId="{E70BE278-CCF4-4003-812C-B91E0A4AD9A9}">
      <dgm:prSet/>
      <dgm:spPr/>
      <dgm:t>
        <a:bodyPr/>
        <a:lstStyle/>
        <a:p>
          <a:endParaRPr lang="en-US"/>
        </a:p>
      </dgm:t>
    </dgm:pt>
    <dgm:pt modelId="{5F07F7EC-44E3-458F-86E7-8241D1BE062A}" type="sibTrans" cxnId="{E70BE278-CCF4-4003-812C-B91E0A4AD9A9}">
      <dgm:prSet/>
      <dgm:spPr/>
      <dgm:t>
        <a:bodyPr/>
        <a:lstStyle/>
        <a:p>
          <a:endParaRPr lang="en-US"/>
        </a:p>
      </dgm:t>
    </dgm:pt>
    <dgm:pt modelId="{937DD020-42CF-4F7E-9450-A0AFF3452E2C}">
      <dgm:prSet/>
      <dgm:spPr/>
      <dgm:t>
        <a:bodyPr/>
        <a:lstStyle/>
        <a:p>
          <a:r>
            <a:rPr lang="en-US"/>
            <a:t>Poor model for long and ongoing projects.</a:t>
          </a:r>
        </a:p>
      </dgm:t>
    </dgm:pt>
    <dgm:pt modelId="{1FE005DC-186D-4C4F-AC43-F8C533A367A0}" type="parTrans" cxnId="{EC1DD07B-C816-47DF-A492-CA200DBDC72B}">
      <dgm:prSet/>
      <dgm:spPr/>
      <dgm:t>
        <a:bodyPr/>
        <a:lstStyle/>
        <a:p>
          <a:endParaRPr lang="en-US"/>
        </a:p>
      </dgm:t>
    </dgm:pt>
    <dgm:pt modelId="{9A4F2070-5F1A-44D6-9AE8-FB8A491B6F09}" type="sibTrans" cxnId="{EC1DD07B-C816-47DF-A492-CA200DBDC72B}">
      <dgm:prSet/>
      <dgm:spPr/>
      <dgm:t>
        <a:bodyPr/>
        <a:lstStyle/>
        <a:p>
          <a:endParaRPr lang="en-US"/>
        </a:p>
      </dgm:t>
    </dgm:pt>
    <dgm:pt modelId="{16142B47-708F-47EF-936D-BA7E949852DC}">
      <dgm:prSet/>
      <dgm:spPr/>
      <dgm:t>
        <a:bodyPr/>
        <a:lstStyle/>
        <a:p>
          <a:r>
            <a:rPr lang="en-US"/>
            <a:t>Poor model if there is a high probability of change</a:t>
          </a:r>
        </a:p>
      </dgm:t>
    </dgm:pt>
    <dgm:pt modelId="{CC3E8DC8-F576-4402-88B0-52814DFFCA22}" type="parTrans" cxnId="{94F19A35-5A43-4D11-A541-B364C448E1B9}">
      <dgm:prSet/>
      <dgm:spPr/>
      <dgm:t>
        <a:bodyPr/>
        <a:lstStyle/>
        <a:p>
          <a:endParaRPr lang="en-US"/>
        </a:p>
      </dgm:t>
    </dgm:pt>
    <dgm:pt modelId="{DFEE4639-2F63-42BE-B859-A50FE52B87CE}" type="sibTrans" cxnId="{94F19A35-5A43-4D11-A541-B364C448E1B9}">
      <dgm:prSet/>
      <dgm:spPr/>
      <dgm:t>
        <a:bodyPr/>
        <a:lstStyle/>
        <a:p>
          <a:endParaRPr lang="en-US"/>
        </a:p>
      </dgm:t>
    </dgm:pt>
    <dgm:pt modelId="{3928EB83-54EA-43F2-A7D9-9142877A9D90}">
      <dgm:prSet/>
      <dgm:spPr/>
      <dgm:t>
        <a:bodyPr/>
        <a:lstStyle/>
        <a:p>
          <a:r>
            <a:rPr lang="en-US"/>
            <a:t>The end of the project can be far removed from the beginning in which the initial requirements were specified</a:t>
          </a:r>
        </a:p>
      </dgm:t>
    </dgm:pt>
    <dgm:pt modelId="{6E6E83BC-4C01-41B3-A10D-2F9F611CBCE0}" type="parTrans" cxnId="{8BFA3BA1-7BB0-4714-A5CA-55655FF7026D}">
      <dgm:prSet/>
      <dgm:spPr/>
      <dgm:t>
        <a:bodyPr/>
        <a:lstStyle/>
        <a:p>
          <a:endParaRPr lang="en-US"/>
        </a:p>
      </dgm:t>
    </dgm:pt>
    <dgm:pt modelId="{67B5DA33-783F-40DF-9A9E-ACF71A724246}" type="sibTrans" cxnId="{8BFA3BA1-7BB0-4714-A5CA-55655FF7026D}">
      <dgm:prSet/>
      <dgm:spPr/>
      <dgm:t>
        <a:bodyPr/>
        <a:lstStyle/>
        <a:p>
          <a:endParaRPr lang="en-US"/>
        </a:p>
      </dgm:t>
    </dgm:pt>
    <dgm:pt modelId="{E421911D-C199-42C0-8D28-9AF13910B937}" type="pres">
      <dgm:prSet presAssocID="{C03C4620-917B-464D-B212-2E02195CBCC2}" presName="linear" presStyleCnt="0">
        <dgm:presLayoutVars>
          <dgm:dir/>
          <dgm:animLvl val="lvl"/>
          <dgm:resizeHandles val="exact"/>
        </dgm:presLayoutVars>
      </dgm:prSet>
      <dgm:spPr/>
    </dgm:pt>
    <dgm:pt modelId="{A55AAA46-6D7D-43D8-8635-02220B5A2C0B}" type="pres">
      <dgm:prSet presAssocID="{007D351E-8F28-430B-B0BF-8292CAC89E56}" presName="parentLin" presStyleCnt="0"/>
      <dgm:spPr/>
    </dgm:pt>
    <dgm:pt modelId="{8A3910A6-3904-49E2-A896-06BCDA9B1C9E}" type="pres">
      <dgm:prSet presAssocID="{007D351E-8F28-430B-B0BF-8292CAC89E56}" presName="parentLeftMargin" presStyleLbl="node1" presStyleIdx="0" presStyleCnt="2"/>
      <dgm:spPr/>
    </dgm:pt>
    <dgm:pt modelId="{520C847F-AB65-4362-BB6C-1D99870EA78F}" type="pres">
      <dgm:prSet presAssocID="{007D351E-8F28-430B-B0BF-8292CAC89E56}" presName="parentText" presStyleLbl="node1" presStyleIdx="0" presStyleCnt="2">
        <dgm:presLayoutVars>
          <dgm:chMax val="0"/>
          <dgm:bulletEnabled val="1"/>
        </dgm:presLayoutVars>
      </dgm:prSet>
      <dgm:spPr/>
    </dgm:pt>
    <dgm:pt modelId="{CBF128EF-DB65-46DC-9B7A-62C6774BE646}" type="pres">
      <dgm:prSet presAssocID="{007D351E-8F28-430B-B0BF-8292CAC89E56}" presName="negativeSpace" presStyleCnt="0"/>
      <dgm:spPr/>
    </dgm:pt>
    <dgm:pt modelId="{168BDB4B-B93F-4DB5-8097-FBB58748FD05}" type="pres">
      <dgm:prSet presAssocID="{007D351E-8F28-430B-B0BF-8292CAC89E56}" presName="childText" presStyleLbl="conFgAcc1" presStyleIdx="0" presStyleCnt="2">
        <dgm:presLayoutVars>
          <dgm:bulletEnabled val="1"/>
        </dgm:presLayoutVars>
      </dgm:prSet>
      <dgm:spPr/>
    </dgm:pt>
    <dgm:pt modelId="{FD55501E-075A-4711-8468-EA0002F70EC9}" type="pres">
      <dgm:prSet presAssocID="{235F0B37-3CC0-4999-855F-B6C3E09FDE2E}" presName="spaceBetweenRectangles" presStyleCnt="0"/>
      <dgm:spPr/>
    </dgm:pt>
    <dgm:pt modelId="{51446EDA-983B-462E-854B-2E904BBC9668}" type="pres">
      <dgm:prSet presAssocID="{7A53E4E7-146D-4930-A7DF-8DEB970702C7}" presName="parentLin" presStyleCnt="0"/>
      <dgm:spPr/>
    </dgm:pt>
    <dgm:pt modelId="{FC4B28B6-70C8-465E-B98F-D8FED819D5F5}" type="pres">
      <dgm:prSet presAssocID="{7A53E4E7-146D-4930-A7DF-8DEB970702C7}" presName="parentLeftMargin" presStyleLbl="node1" presStyleIdx="0" presStyleCnt="2"/>
      <dgm:spPr/>
    </dgm:pt>
    <dgm:pt modelId="{06FAE6DF-7A48-44E6-A5D5-BB4AF03E7261}" type="pres">
      <dgm:prSet presAssocID="{7A53E4E7-146D-4930-A7DF-8DEB970702C7}" presName="parentText" presStyleLbl="node1" presStyleIdx="1" presStyleCnt="2">
        <dgm:presLayoutVars>
          <dgm:chMax val="0"/>
          <dgm:bulletEnabled val="1"/>
        </dgm:presLayoutVars>
      </dgm:prSet>
      <dgm:spPr/>
    </dgm:pt>
    <dgm:pt modelId="{FE9024BA-2A45-496D-AD17-E8642C406F38}" type="pres">
      <dgm:prSet presAssocID="{7A53E4E7-146D-4930-A7DF-8DEB970702C7}" presName="negativeSpace" presStyleCnt="0"/>
      <dgm:spPr/>
    </dgm:pt>
    <dgm:pt modelId="{6A1CE116-5FA4-41CC-BC15-890D4A8D96FD}" type="pres">
      <dgm:prSet presAssocID="{7A53E4E7-146D-4930-A7DF-8DEB970702C7}" presName="childText" presStyleLbl="conFgAcc1" presStyleIdx="1" presStyleCnt="2">
        <dgm:presLayoutVars>
          <dgm:bulletEnabled val="1"/>
        </dgm:presLayoutVars>
      </dgm:prSet>
      <dgm:spPr/>
    </dgm:pt>
  </dgm:ptLst>
  <dgm:cxnLst>
    <dgm:cxn modelId="{FD4C3C03-4652-42F3-B9EC-6CDAAA04884C}" type="presOf" srcId="{16142B47-708F-47EF-936D-BA7E949852DC}" destId="{6A1CE116-5FA4-41CC-BC15-890D4A8D96FD}" srcOrd="0" destOrd="4" presId="urn:microsoft.com/office/officeart/2005/8/layout/list1"/>
    <dgm:cxn modelId="{038A9506-FE85-4EDE-8DBF-BBC081A89428}" type="presOf" srcId="{930BAD99-B9AB-43CF-8D33-8B003487DA68}" destId="{168BDB4B-B93F-4DB5-8097-FBB58748FD05}" srcOrd="0" destOrd="3" presId="urn:microsoft.com/office/officeart/2005/8/layout/list1"/>
    <dgm:cxn modelId="{E161DF11-02DB-46F0-B639-356CEEFF4820}" srcId="{007D351E-8F28-430B-B0BF-8292CAC89E56}" destId="{BB91D5FB-F9AB-422C-A6B0-B7208EA9C317}" srcOrd="2" destOrd="0" parTransId="{EE369FB9-2DD6-4BF9-9F27-3BE57BF00EC5}" sibTransId="{1E9FE7A3-9565-4AD4-9FB3-8E8E6810E5BD}"/>
    <dgm:cxn modelId="{32BAFC19-83C7-48B2-8B6B-831F1CE3930D}" type="presOf" srcId="{280860FF-5CD4-4069-B076-EA7F51B586D9}" destId="{6A1CE116-5FA4-41CC-BC15-890D4A8D96FD}" srcOrd="0" destOrd="1" presId="urn:microsoft.com/office/officeart/2005/8/layout/list1"/>
    <dgm:cxn modelId="{9048A532-4126-480A-AD28-A7FA773AB41C}" srcId="{007D351E-8F28-430B-B0BF-8292CAC89E56}" destId="{930BAD99-B9AB-43CF-8D33-8B003487DA68}" srcOrd="3" destOrd="0" parTransId="{36F9019B-1DF3-45C3-8199-31F79D8A34BA}" sibTransId="{98CC1A45-B9FF-4063-839B-D7AFB8454E8F}"/>
    <dgm:cxn modelId="{94F19A35-5A43-4D11-A541-B364C448E1B9}" srcId="{7A53E4E7-146D-4930-A7DF-8DEB970702C7}" destId="{16142B47-708F-47EF-936D-BA7E949852DC}" srcOrd="4" destOrd="0" parTransId="{CC3E8DC8-F576-4402-88B0-52814DFFCA22}" sibTransId="{DFEE4639-2F63-42BE-B859-A50FE52B87CE}"/>
    <dgm:cxn modelId="{49A35944-A29A-42C0-ACB5-B428D3478B9F}" srcId="{007D351E-8F28-430B-B0BF-8292CAC89E56}" destId="{485CC73B-4F8D-46B4-A0D1-664F84644CF7}" srcOrd="1" destOrd="0" parTransId="{0703F3F2-E6FD-45A8-88AE-DADCBDC31D08}" sibTransId="{D7FCAC40-B13D-4BD3-BC4F-5A5D13B43471}"/>
    <dgm:cxn modelId="{F4BA6151-9580-4371-B9DC-92E09632BD79}" srcId="{C03C4620-917B-464D-B212-2E02195CBCC2}" destId="{007D351E-8F28-430B-B0BF-8292CAC89E56}" srcOrd="0" destOrd="0" parTransId="{594BE003-3A7F-43E3-A80D-3EE16B42D86B}" sibTransId="{235F0B37-3CC0-4999-855F-B6C3E09FDE2E}"/>
    <dgm:cxn modelId="{958F2071-3F3B-4D3A-9B2E-7F8212D91DB8}" type="presOf" srcId="{7A53E4E7-146D-4930-A7DF-8DEB970702C7}" destId="{FC4B28B6-70C8-465E-B98F-D8FED819D5F5}" srcOrd="0" destOrd="0" presId="urn:microsoft.com/office/officeart/2005/8/layout/list1"/>
    <dgm:cxn modelId="{5962E477-508B-4704-BA4C-DDB80F037659}" type="presOf" srcId="{3D18C9A6-1D03-49C8-8C69-4343DE2FEBE0}" destId="{168BDB4B-B93F-4DB5-8097-FBB58748FD05}" srcOrd="0" destOrd="0" presId="urn:microsoft.com/office/officeart/2005/8/layout/list1"/>
    <dgm:cxn modelId="{E70BE278-CCF4-4003-812C-B91E0A4AD9A9}" srcId="{7A53E4E7-146D-4930-A7DF-8DEB970702C7}" destId="{55C0B013-E817-4D0B-870E-BD1C0D2D90B9}" srcOrd="2" destOrd="0" parTransId="{94CDA47B-B652-42B9-A163-E388347695B6}" sibTransId="{5F07F7EC-44E3-458F-86E7-8241D1BE062A}"/>
    <dgm:cxn modelId="{EC1DD07B-C816-47DF-A492-CA200DBDC72B}" srcId="{7A53E4E7-146D-4930-A7DF-8DEB970702C7}" destId="{937DD020-42CF-4F7E-9450-A0AFF3452E2C}" srcOrd="3" destOrd="0" parTransId="{1FE005DC-186D-4C4F-AC43-F8C533A367A0}" sibTransId="{9A4F2070-5F1A-44D6-9AE8-FB8A491B6F09}"/>
    <dgm:cxn modelId="{444BDE87-7149-4CE4-8F93-8F83249E686A}" type="presOf" srcId="{C03C4620-917B-464D-B212-2E02195CBCC2}" destId="{E421911D-C199-42C0-8D28-9AF13910B937}" srcOrd="0" destOrd="0" presId="urn:microsoft.com/office/officeart/2005/8/layout/list1"/>
    <dgm:cxn modelId="{EA26EA90-9102-4740-9A81-2A30CD5E6021}" srcId="{C03C4620-917B-464D-B212-2E02195CBCC2}" destId="{7A53E4E7-146D-4930-A7DF-8DEB970702C7}" srcOrd="1" destOrd="0" parTransId="{FD0C5B47-8874-4966-A605-AB537517D8CE}" sibTransId="{6B7CB90D-37C0-436E-8422-766424F26F3C}"/>
    <dgm:cxn modelId="{010DE79E-0B22-4F29-A75D-7CD5DCDF4407}" type="presOf" srcId="{007D351E-8F28-430B-B0BF-8292CAC89E56}" destId="{8A3910A6-3904-49E2-A896-06BCDA9B1C9E}" srcOrd="0" destOrd="0" presId="urn:microsoft.com/office/officeart/2005/8/layout/list1"/>
    <dgm:cxn modelId="{8BFA3BA1-7BB0-4714-A5CA-55655FF7026D}" srcId="{7A53E4E7-146D-4930-A7DF-8DEB970702C7}" destId="{3928EB83-54EA-43F2-A7D9-9142877A9D90}" srcOrd="5" destOrd="0" parTransId="{6E6E83BC-4C01-41B3-A10D-2F9F611CBCE0}" sibTransId="{67B5DA33-783F-40DF-9A9E-ACF71A724246}"/>
    <dgm:cxn modelId="{23B05CBE-E3E6-470B-8902-C7EA86FFFF2B}" type="presOf" srcId="{937DD020-42CF-4F7E-9450-A0AFF3452E2C}" destId="{6A1CE116-5FA4-41CC-BC15-890D4A8D96FD}" srcOrd="0" destOrd="3" presId="urn:microsoft.com/office/officeart/2005/8/layout/list1"/>
    <dgm:cxn modelId="{3E331DC6-CA3A-47E0-957F-EA458408E8EF}" srcId="{7A53E4E7-146D-4930-A7DF-8DEB970702C7}" destId="{280860FF-5CD4-4069-B076-EA7F51B586D9}" srcOrd="1" destOrd="0" parTransId="{8DAEBFAC-42FB-4D26-B5C1-5DF5303357DF}" sibTransId="{1F5D3B9D-5E61-4A94-86A1-2B6DCD77DA47}"/>
    <dgm:cxn modelId="{9F00D2C6-6623-403A-88CC-F69021949B95}" type="presOf" srcId="{55C0B013-E817-4D0B-870E-BD1C0D2D90B9}" destId="{6A1CE116-5FA4-41CC-BC15-890D4A8D96FD}" srcOrd="0" destOrd="2" presId="urn:microsoft.com/office/officeart/2005/8/layout/list1"/>
    <dgm:cxn modelId="{34D8C4CC-BE89-4629-90D8-5D85FF5DFDAC}" srcId="{007D351E-8F28-430B-B0BF-8292CAC89E56}" destId="{3D18C9A6-1D03-49C8-8C69-4343DE2FEBE0}" srcOrd="0" destOrd="0" parTransId="{48034EF7-7AB4-40BA-A2DF-F5266C213216}" sibTransId="{34C81D21-7AAE-4C1F-B412-AF52EDC3EFDA}"/>
    <dgm:cxn modelId="{F34950E0-D257-4F12-A8F6-1BC89DEEC052}" type="presOf" srcId="{007D351E-8F28-430B-B0BF-8292CAC89E56}" destId="{520C847F-AB65-4362-BB6C-1D99870EA78F}" srcOrd="1" destOrd="0" presId="urn:microsoft.com/office/officeart/2005/8/layout/list1"/>
    <dgm:cxn modelId="{82FDDAEC-03DA-488C-A0ED-BF568620C883}" type="presOf" srcId="{BB91D5FB-F9AB-422C-A6B0-B7208EA9C317}" destId="{168BDB4B-B93F-4DB5-8097-FBB58748FD05}" srcOrd="0" destOrd="2" presId="urn:microsoft.com/office/officeart/2005/8/layout/list1"/>
    <dgm:cxn modelId="{9CED09EF-50CF-46F2-8445-EB5A9C8E8131}" type="presOf" srcId="{3928EB83-54EA-43F2-A7D9-9142877A9D90}" destId="{6A1CE116-5FA4-41CC-BC15-890D4A8D96FD}" srcOrd="0" destOrd="5" presId="urn:microsoft.com/office/officeart/2005/8/layout/list1"/>
    <dgm:cxn modelId="{984A9EEF-FC55-41BB-B73C-E1CC734DF8D6}" srcId="{7A53E4E7-146D-4930-A7DF-8DEB970702C7}" destId="{C2BBF604-2B3D-4920-AD77-DE5977E1A4B4}" srcOrd="0" destOrd="0" parTransId="{A03C0E62-CE52-4EFC-BDC7-94D051A5076F}" sibTransId="{6D102D06-E67D-4EC1-9DD6-FDF0CA060D74}"/>
    <dgm:cxn modelId="{6FF945F7-2D78-461D-9ABA-E0050C55E681}" type="presOf" srcId="{7A53E4E7-146D-4930-A7DF-8DEB970702C7}" destId="{06FAE6DF-7A48-44E6-A5D5-BB4AF03E7261}" srcOrd="1" destOrd="0" presId="urn:microsoft.com/office/officeart/2005/8/layout/list1"/>
    <dgm:cxn modelId="{ABA1ADF7-CD1D-480B-B426-EC673FE47852}" type="presOf" srcId="{C2BBF604-2B3D-4920-AD77-DE5977E1A4B4}" destId="{6A1CE116-5FA4-41CC-BC15-890D4A8D96FD}" srcOrd="0" destOrd="0" presId="urn:microsoft.com/office/officeart/2005/8/layout/list1"/>
    <dgm:cxn modelId="{19115FF9-2CFE-42E1-99A2-BE5053F8C22B}" type="presOf" srcId="{485CC73B-4F8D-46B4-A0D1-664F84644CF7}" destId="{168BDB4B-B93F-4DB5-8097-FBB58748FD05}" srcOrd="0" destOrd="1" presId="urn:microsoft.com/office/officeart/2005/8/layout/list1"/>
    <dgm:cxn modelId="{AA67AE76-49AD-4DD2-9FC3-8C35D7C92124}" type="presParOf" srcId="{E421911D-C199-42C0-8D28-9AF13910B937}" destId="{A55AAA46-6D7D-43D8-8635-02220B5A2C0B}" srcOrd="0" destOrd="0" presId="urn:microsoft.com/office/officeart/2005/8/layout/list1"/>
    <dgm:cxn modelId="{6810AE68-39F2-449B-95CB-D33960F679A9}" type="presParOf" srcId="{A55AAA46-6D7D-43D8-8635-02220B5A2C0B}" destId="{8A3910A6-3904-49E2-A896-06BCDA9B1C9E}" srcOrd="0" destOrd="0" presId="urn:microsoft.com/office/officeart/2005/8/layout/list1"/>
    <dgm:cxn modelId="{F6D4F0C1-5ACA-4FEE-B9AA-2758E4EBBD92}" type="presParOf" srcId="{A55AAA46-6D7D-43D8-8635-02220B5A2C0B}" destId="{520C847F-AB65-4362-BB6C-1D99870EA78F}" srcOrd="1" destOrd="0" presId="urn:microsoft.com/office/officeart/2005/8/layout/list1"/>
    <dgm:cxn modelId="{6E7EB38C-2026-4BEF-A7CE-7FF223F43B74}" type="presParOf" srcId="{E421911D-C199-42C0-8D28-9AF13910B937}" destId="{CBF128EF-DB65-46DC-9B7A-62C6774BE646}" srcOrd="1" destOrd="0" presId="urn:microsoft.com/office/officeart/2005/8/layout/list1"/>
    <dgm:cxn modelId="{3ADFC710-1C9D-4008-B0AC-36B8099781AE}" type="presParOf" srcId="{E421911D-C199-42C0-8D28-9AF13910B937}" destId="{168BDB4B-B93F-4DB5-8097-FBB58748FD05}" srcOrd="2" destOrd="0" presId="urn:microsoft.com/office/officeart/2005/8/layout/list1"/>
    <dgm:cxn modelId="{0B3FE900-EB24-4363-8666-1485F9C23B11}" type="presParOf" srcId="{E421911D-C199-42C0-8D28-9AF13910B937}" destId="{FD55501E-075A-4711-8468-EA0002F70EC9}" srcOrd="3" destOrd="0" presId="urn:microsoft.com/office/officeart/2005/8/layout/list1"/>
    <dgm:cxn modelId="{C97C10BB-B09C-4ED4-AA80-7C0C74603F33}" type="presParOf" srcId="{E421911D-C199-42C0-8D28-9AF13910B937}" destId="{51446EDA-983B-462E-854B-2E904BBC9668}" srcOrd="4" destOrd="0" presId="urn:microsoft.com/office/officeart/2005/8/layout/list1"/>
    <dgm:cxn modelId="{017AF76B-3209-42F9-A66D-4569BD4D81F3}" type="presParOf" srcId="{51446EDA-983B-462E-854B-2E904BBC9668}" destId="{FC4B28B6-70C8-465E-B98F-D8FED819D5F5}" srcOrd="0" destOrd="0" presId="urn:microsoft.com/office/officeart/2005/8/layout/list1"/>
    <dgm:cxn modelId="{83887468-5E3B-4A42-ABA3-3D9D841D071A}" type="presParOf" srcId="{51446EDA-983B-462E-854B-2E904BBC9668}" destId="{06FAE6DF-7A48-44E6-A5D5-BB4AF03E7261}" srcOrd="1" destOrd="0" presId="urn:microsoft.com/office/officeart/2005/8/layout/list1"/>
    <dgm:cxn modelId="{C7A75720-4DDC-4AE2-8313-5BBB7510E40E}" type="presParOf" srcId="{E421911D-C199-42C0-8D28-9AF13910B937}" destId="{FE9024BA-2A45-496D-AD17-E8642C406F38}" srcOrd="5" destOrd="0" presId="urn:microsoft.com/office/officeart/2005/8/layout/list1"/>
    <dgm:cxn modelId="{DE1822B1-8DA5-4387-A9D3-4F75E50D8483}" type="presParOf" srcId="{E421911D-C199-42C0-8D28-9AF13910B937}" destId="{6A1CE116-5FA4-41CC-BC15-890D4A8D96FD}"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4B7D72-80E0-400C-B78C-E200152600E1}" type="doc">
      <dgm:prSet loTypeId="urn:microsoft.com/office/officeart/2008/layout/LinedList" loCatId="list" qsTypeId="urn:microsoft.com/office/officeart/2005/8/quickstyle/simple1#2" qsCatId="simple" csTypeId="urn:microsoft.com/office/officeart/2005/8/colors/accent1_2#1" csCatId="accent1" phldr="1"/>
      <dgm:spPr/>
      <dgm:t>
        <a:bodyPr/>
        <a:lstStyle/>
        <a:p>
          <a:endParaRPr lang="en-US"/>
        </a:p>
      </dgm:t>
    </dgm:pt>
    <dgm:pt modelId="{888D7104-52EE-4186-BE93-D6082BE93C8B}">
      <dgm:prSet/>
      <dgm:spPr/>
      <dgm:t>
        <a:bodyPr/>
        <a:lstStyle/>
        <a:p>
          <a:r>
            <a:rPr lang="en-US" b="0" i="0" dirty="0"/>
            <a:t>For example, if someone has legitimate access to a factory's purchase history, a sudden spike in the purchasing of a particular material might suggest that a new product is about to be produced.</a:t>
          </a:r>
          <a:br>
            <a:rPr lang="en-US" b="0" i="0" dirty="0"/>
          </a:br>
          <a:endParaRPr lang="en-US" dirty="0"/>
        </a:p>
      </dgm:t>
    </dgm:pt>
    <dgm:pt modelId="{186516D8-A032-4FD6-8CC1-2CE1F6BD4F6E}" type="parTrans" cxnId="{5E7ED705-D030-4E04-82AC-099E75397B2D}">
      <dgm:prSet/>
      <dgm:spPr/>
      <dgm:t>
        <a:bodyPr/>
        <a:lstStyle/>
        <a:p>
          <a:endParaRPr lang="en-US"/>
        </a:p>
      </dgm:t>
    </dgm:pt>
    <dgm:pt modelId="{B8DC5F34-F9EB-437F-B3AE-97B84680C94B}" type="sibTrans" cxnId="{5E7ED705-D030-4E04-82AC-099E75397B2D}">
      <dgm:prSet/>
      <dgm:spPr/>
      <dgm:t>
        <a:bodyPr/>
        <a:lstStyle/>
        <a:p>
          <a:endParaRPr lang="en-US"/>
        </a:p>
      </dgm:t>
    </dgm:pt>
    <dgm:pt modelId="{861F4CE9-728C-44F5-B357-7BEE45F3F079}">
      <dgm:prSet/>
      <dgm:spPr/>
      <dgm:t>
        <a:bodyPr/>
        <a:lstStyle/>
        <a:p>
          <a:r>
            <a:rPr lang="en-US" b="0" i="0"/>
            <a:t>Famous examples for this type of information gathering you can find in the press in the weeks before Apple announces a new product.</a:t>
          </a:r>
          <a:br>
            <a:rPr lang="en-US" b="0" i="0"/>
          </a:br>
          <a:endParaRPr lang="en-US"/>
        </a:p>
      </dgm:t>
    </dgm:pt>
    <dgm:pt modelId="{E884CD38-C177-4BB9-8305-003E7C28D4F1}" type="parTrans" cxnId="{3ACE01B6-A376-474D-9177-BED285AB6CBB}">
      <dgm:prSet/>
      <dgm:spPr/>
      <dgm:t>
        <a:bodyPr/>
        <a:lstStyle/>
        <a:p>
          <a:endParaRPr lang="en-US"/>
        </a:p>
      </dgm:t>
    </dgm:pt>
    <dgm:pt modelId="{AD1C9970-719E-4D19-A569-5D14CD68B568}" type="sibTrans" cxnId="{3ACE01B6-A376-474D-9177-BED285AB6CBB}">
      <dgm:prSet/>
      <dgm:spPr/>
      <dgm:t>
        <a:bodyPr/>
        <a:lstStyle/>
        <a:p>
          <a:endParaRPr lang="en-US"/>
        </a:p>
      </dgm:t>
    </dgm:pt>
    <dgm:pt modelId="{2F169889-1896-4047-8137-F528E4E70C05}">
      <dgm:prSet/>
      <dgm:spPr/>
      <dgm:t>
        <a:bodyPr/>
        <a:lstStyle/>
        <a:p>
          <a:r>
            <a:rPr lang="en-US" b="0" i="0"/>
            <a:t>Indicators commonly used for Apple products are the availability of the prior generation of the new product, or even the availability of shipping space between China and the US. </a:t>
          </a:r>
          <a:br>
            <a:rPr lang="en-US" b="0" i="0"/>
          </a:br>
          <a:endParaRPr lang="en-US"/>
        </a:p>
      </dgm:t>
    </dgm:pt>
    <dgm:pt modelId="{796F593E-F82E-4D15-92C1-A2494C714593}" type="parTrans" cxnId="{748B847A-FB9E-427F-AA26-D75A910ABDD1}">
      <dgm:prSet/>
      <dgm:spPr/>
      <dgm:t>
        <a:bodyPr/>
        <a:lstStyle/>
        <a:p>
          <a:endParaRPr lang="en-US"/>
        </a:p>
      </dgm:t>
    </dgm:pt>
    <dgm:pt modelId="{289D01DF-8F55-4D47-A482-F75390016FE9}" type="sibTrans" cxnId="{748B847A-FB9E-427F-AA26-D75A910ABDD1}">
      <dgm:prSet/>
      <dgm:spPr/>
      <dgm:t>
        <a:bodyPr/>
        <a:lstStyle/>
        <a:p>
          <a:endParaRPr lang="en-US"/>
        </a:p>
      </dgm:t>
    </dgm:pt>
    <dgm:pt modelId="{A0AB48E9-EA55-46BB-9DFA-668BB02D8BDF}">
      <dgm:prSet/>
      <dgm:spPr/>
      <dgm:t>
        <a:bodyPr/>
        <a:lstStyle/>
        <a:p>
          <a:r>
            <a:rPr lang="en-US" b="0" i="0"/>
            <a:t>(Apple is known to buy up large portions of the entire air shipping capacity for the days before - and directly following - an announcement.)</a:t>
          </a:r>
          <a:endParaRPr lang="en-US"/>
        </a:p>
      </dgm:t>
    </dgm:pt>
    <dgm:pt modelId="{8C9A6D0C-8154-4F29-906A-07BE3ABA4B28}" type="parTrans" cxnId="{9C00E0DF-7B31-475B-99CC-4FBAF3063029}">
      <dgm:prSet/>
      <dgm:spPr/>
      <dgm:t>
        <a:bodyPr/>
        <a:lstStyle/>
        <a:p>
          <a:endParaRPr lang="en-US"/>
        </a:p>
      </dgm:t>
    </dgm:pt>
    <dgm:pt modelId="{5870FB9E-4E7A-473E-8E57-5BB025DCEDEB}" type="sibTrans" cxnId="{9C00E0DF-7B31-475B-99CC-4FBAF3063029}">
      <dgm:prSet/>
      <dgm:spPr/>
      <dgm:t>
        <a:bodyPr/>
        <a:lstStyle/>
        <a:p>
          <a:endParaRPr lang="en-US"/>
        </a:p>
      </dgm:t>
    </dgm:pt>
    <dgm:pt modelId="{721B3AEF-EE2D-439E-BA27-2F280C0A74C0}" type="pres">
      <dgm:prSet presAssocID="{F94B7D72-80E0-400C-B78C-E200152600E1}" presName="vert0" presStyleCnt="0">
        <dgm:presLayoutVars>
          <dgm:dir/>
          <dgm:animOne val="branch"/>
          <dgm:animLvl val="lvl"/>
        </dgm:presLayoutVars>
      </dgm:prSet>
      <dgm:spPr/>
    </dgm:pt>
    <dgm:pt modelId="{47352061-F685-4776-8DBB-423BDA0F06A6}" type="pres">
      <dgm:prSet presAssocID="{888D7104-52EE-4186-BE93-D6082BE93C8B}" presName="thickLine" presStyleLbl="alignNode1" presStyleIdx="0" presStyleCnt="4"/>
      <dgm:spPr/>
    </dgm:pt>
    <dgm:pt modelId="{7E62F6B6-E5B0-406D-B7DE-F5E35626A519}" type="pres">
      <dgm:prSet presAssocID="{888D7104-52EE-4186-BE93-D6082BE93C8B}" presName="horz1" presStyleCnt="0"/>
      <dgm:spPr/>
    </dgm:pt>
    <dgm:pt modelId="{0A1A9BE0-F1D6-49E1-994C-52C7605BF994}" type="pres">
      <dgm:prSet presAssocID="{888D7104-52EE-4186-BE93-D6082BE93C8B}" presName="tx1" presStyleLbl="revTx" presStyleIdx="0" presStyleCnt="4"/>
      <dgm:spPr/>
    </dgm:pt>
    <dgm:pt modelId="{8AA1E877-0468-4B85-B94D-F911E76818CB}" type="pres">
      <dgm:prSet presAssocID="{888D7104-52EE-4186-BE93-D6082BE93C8B}" presName="vert1" presStyleCnt="0"/>
      <dgm:spPr/>
    </dgm:pt>
    <dgm:pt modelId="{A7BB0B40-A585-435B-848F-8424544BBD19}" type="pres">
      <dgm:prSet presAssocID="{861F4CE9-728C-44F5-B357-7BEE45F3F079}" presName="thickLine" presStyleLbl="alignNode1" presStyleIdx="1" presStyleCnt="4"/>
      <dgm:spPr/>
    </dgm:pt>
    <dgm:pt modelId="{CF763275-34C6-40F9-B990-BB2BB868C502}" type="pres">
      <dgm:prSet presAssocID="{861F4CE9-728C-44F5-B357-7BEE45F3F079}" presName="horz1" presStyleCnt="0"/>
      <dgm:spPr/>
    </dgm:pt>
    <dgm:pt modelId="{5FC32F21-0281-495A-98C5-F3A996B160C4}" type="pres">
      <dgm:prSet presAssocID="{861F4CE9-728C-44F5-B357-7BEE45F3F079}" presName="tx1" presStyleLbl="revTx" presStyleIdx="1" presStyleCnt="4"/>
      <dgm:spPr/>
    </dgm:pt>
    <dgm:pt modelId="{B66E54C7-AFD5-4F26-A529-07CF8975B0DD}" type="pres">
      <dgm:prSet presAssocID="{861F4CE9-728C-44F5-B357-7BEE45F3F079}" presName="vert1" presStyleCnt="0"/>
      <dgm:spPr/>
    </dgm:pt>
    <dgm:pt modelId="{0D9789C8-8DD8-4DCC-9650-39CE66BE4279}" type="pres">
      <dgm:prSet presAssocID="{2F169889-1896-4047-8137-F528E4E70C05}" presName="thickLine" presStyleLbl="alignNode1" presStyleIdx="2" presStyleCnt="4"/>
      <dgm:spPr/>
    </dgm:pt>
    <dgm:pt modelId="{A765F00A-27AB-4068-8605-2D795CA9E7E7}" type="pres">
      <dgm:prSet presAssocID="{2F169889-1896-4047-8137-F528E4E70C05}" presName="horz1" presStyleCnt="0"/>
      <dgm:spPr/>
    </dgm:pt>
    <dgm:pt modelId="{796F4C9B-8A59-41AB-9461-AFF7F8DFDABD}" type="pres">
      <dgm:prSet presAssocID="{2F169889-1896-4047-8137-F528E4E70C05}" presName="tx1" presStyleLbl="revTx" presStyleIdx="2" presStyleCnt="4"/>
      <dgm:spPr/>
    </dgm:pt>
    <dgm:pt modelId="{51EED9DB-3E46-4B05-8AE4-78376C3FE014}" type="pres">
      <dgm:prSet presAssocID="{2F169889-1896-4047-8137-F528E4E70C05}" presName="vert1" presStyleCnt="0"/>
      <dgm:spPr/>
    </dgm:pt>
    <dgm:pt modelId="{74BA6250-6326-47E0-8C11-86CB4B279957}" type="pres">
      <dgm:prSet presAssocID="{A0AB48E9-EA55-46BB-9DFA-668BB02D8BDF}" presName="thickLine" presStyleLbl="alignNode1" presStyleIdx="3" presStyleCnt="4"/>
      <dgm:spPr/>
    </dgm:pt>
    <dgm:pt modelId="{1BBE2482-C423-4A1D-B1C8-26EAB31E3E3A}" type="pres">
      <dgm:prSet presAssocID="{A0AB48E9-EA55-46BB-9DFA-668BB02D8BDF}" presName="horz1" presStyleCnt="0"/>
      <dgm:spPr/>
    </dgm:pt>
    <dgm:pt modelId="{4CED3CAA-AAEC-42A3-8BD3-9FB9F6C98F28}" type="pres">
      <dgm:prSet presAssocID="{A0AB48E9-EA55-46BB-9DFA-668BB02D8BDF}" presName="tx1" presStyleLbl="revTx" presStyleIdx="3" presStyleCnt="4"/>
      <dgm:spPr/>
    </dgm:pt>
    <dgm:pt modelId="{62940F48-861D-46A6-8EB2-86707A95D352}" type="pres">
      <dgm:prSet presAssocID="{A0AB48E9-EA55-46BB-9DFA-668BB02D8BDF}" presName="vert1" presStyleCnt="0"/>
      <dgm:spPr/>
    </dgm:pt>
  </dgm:ptLst>
  <dgm:cxnLst>
    <dgm:cxn modelId="{AC6BFC03-7785-4A22-894D-50C8A92A1D6B}" type="presOf" srcId="{888D7104-52EE-4186-BE93-D6082BE93C8B}" destId="{0A1A9BE0-F1D6-49E1-994C-52C7605BF994}" srcOrd="0" destOrd="0" presId="urn:microsoft.com/office/officeart/2008/layout/LinedList"/>
    <dgm:cxn modelId="{5E7ED705-D030-4E04-82AC-099E75397B2D}" srcId="{F94B7D72-80E0-400C-B78C-E200152600E1}" destId="{888D7104-52EE-4186-BE93-D6082BE93C8B}" srcOrd="0" destOrd="0" parTransId="{186516D8-A032-4FD6-8CC1-2CE1F6BD4F6E}" sibTransId="{B8DC5F34-F9EB-437F-B3AE-97B84680C94B}"/>
    <dgm:cxn modelId="{FA97AF08-88F0-45C1-B3CB-AEC47C3F0A92}" type="presOf" srcId="{861F4CE9-728C-44F5-B357-7BEE45F3F079}" destId="{5FC32F21-0281-495A-98C5-F3A996B160C4}" srcOrd="0" destOrd="0" presId="urn:microsoft.com/office/officeart/2008/layout/LinedList"/>
    <dgm:cxn modelId="{B39EC40C-88D5-4D97-BCF3-88491C85D504}" type="presOf" srcId="{2F169889-1896-4047-8137-F528E4E70C05}" destId="{796F4C9B-8A59-41AB-9461-AFF7F8DFDABD}" srcOrd="0" destOrd="0" presId="urn:microsoft.com/office/officeart/2008/layout/LinedList"/>
    <dgm:cxn modelId="{748B847A-FB9E-427F-AA26-D75A910ABDD1}" srcId="{F94B7D72-80E0-400C-B78C-E200152600E1}" destId="{2F169889-1896-4047-8137-F528E4E70C05}" srcOrd="2" destOrd="0" parTransId="{796F593E-F82E-4D15-92C1-A2494C714593}" sibTransId="{289D01DF-8F55-4D47-A482-F75390016FE9}"/>
    <dgm:cxn modelId="{0AD40399-23E7-459E-9B09-644E9C5F86BC}" type="presOf" srcId="{A0AB48E9-EA55-46BB-9DFA-668BB02D8BDF}" destId="{4CED3CAA-AAEC-42A3-8BD3-9FB9F6C98F28}" srcOrd="0" destOrd="0" presId="urn:microsoft.com/office/officeart/2008/layout/LinedList"/>
    <dgm:cxn modelId="{6148199A-A82C-4F13-B2E6-45731B24F3F4}" type="presOf" srcId="{F94B7D72-80E0-400C-B78C-E200152600E1}" destId="{721B3AEF-EE2D-439E-BA27-2F280C0A74C0}" srcOrd="0" destOrd="0" presId="urn:microsoft.com/office/officeart/2008/layout/LinedList"/>
    <dgm:cxn modelId="{3ACE01B6-A376-474D-9177-BED285AB6CBB}" srcId="{F94B7D72-80E0-400C-B78C-E200152600E1}" destId="{861F4CE9-728C-44F5-B357-7BEE45F3F079}" srcOrd="1" destOrd="0" parTransId="{E884CD38-C177-4BB9-8305-003E7C28D4F1}" sibTransId="{AD1C9970-719E-4D19-A569-5D14CD68B568}"/>
    <dgm:cxn modelId="{9C00E0DF-7B31-475B-99CC-4FBAF3063029}" srcId="{F94B7D72-80E0-400C-B78C-E200152600E1}" destId="{A0AB48E9-EA55-46BB-9DFA-668BB02D8BDF}" srcOrd="3" destOrd="0" parTransId="{8C9A6D0C-8154-4F29-906A-07BE3ABA4B28}" sibTransId="{5870FB9E-4E7A-473E-8E57-5BB025DCEDEB}"/>
    <dgm:cxn modelId="{57558045-D9F7-45A6-B381-0DBB7FABCAB2}" type="presParOf" srcId="{721B3AEF-EE2D-439E-BA27-2F280C0A74C0}" destId="{47352061-F685-4776-8DBB-423BDA0F06A6}" srcOrd="0" destOrd="0" presId="urn:microsoft.com/office/officeart/2008/layout/LinedList"/>
    <dgm:cxn modelId="{AFA6F6FC-101E-4B2C-888A-7BAE9E42EF42}" type="presParOf" srcId="{721B3AEF-EE2D-439E-BA27-2F280C0A74C0}" destId="{7E62F6B6-E5B0-406D-B7DE-F5E35626A519}" srcOrd="1" destOrd="0" presId="urn:microsoft.com/office/officeart/2008/layout/LinedList"/>
    <dgm:cxn modelId="{01B5CBF7-720C-401D-AAFE-CCCDFA35D3EE}" type="presParOf" srcId="{7E62F6B6-E5B0-406D-B7DE-F5E35626A519}" destId="{0A1A9BE0-F1D6-49E1-994C-52C7605BF994}" srcOrd="0" destOrd="0" presId="urn:microsoft.com/office/officeart/2008/layout/LinedList"/>
    <dgm:cxn modelId="{9182E045-13E7-4F99-911C-FAE64CE619E9}" type="presParOf" srcId="{7E62F6B6-E5B0-406D-B7DE-F5E35626A519}" destId="{8AA1E877-0468-4B85-B94D-F911E76818CB}" srcOrd="1" destOrd="0" presId="urn:microsoft.com/office/officeart/2008/layout/LinedList"/>
    <dgm:cxn modelId="{C595AEF7-AE68-4890-BE34-3748AE1BF688}" type="presParOf" srcId="{721B3AEF-EE2D-439E-BA27-2F280C0A74C0}" destId="{A7BB0B40-A585-435B-848F-8424544BBD19}" srcOrd="2" destOrd="0" presId="urn:microsoft.com/office/officeart/2008/layout/LinedList"/>
    <dgm:cxn modelId="{489392BB-262C-44EA-897E-6C45ACEA7D91}" type="presParOf" srcId="{721B3AEF-EE2D-439E-BA27-2F280C0A74C0}" destId="{CF763275-34C6-40F9-B990-BB2BB868C502}" srcOrd="3" destOrd="0" presId="urn:microsoft.com/office/officeart/2008/layout/LinedList"/>
    <dgm:cxn modelId="{2CFB7999-526B-4797-82C9-81C794647DA4}" type="presParOf" srcId="{CF763275-34C6-40F9-B990-BB2BB868C502}" destId="{5FC32F21-0281-495A-98C5-F3A996B160C4}" srcOrd="0" destOrd="0" presId="urn:microsoft.com/office/officeart/2008/layout/LinedList"/>
    <dgm:cxn modelId="{F251D4B1-1F5E-4C97-BB20-853712B9BB8B}" type="presParOf" srcId="{CF763275-34C6-40F9-B990-BB2BB868C502}" destId="{B66E54C7-AFD5-4F26-A529-07CF8975B0DD}" srcOrd="1" destOrd="0" presId="urn:microsoft.com/office/officeart/2008/layout/LinedList"/>
    <dgm:cxn modelId="{6F9143E0-4028-46E1-BC38-65A7465BE070}" type="presParOf" srcId="{721B3AEF-EE2D-439E-BA27-2F280C0A74C0}" destId="{0D9789C8-8DD8-4DCC-9650-39CE66BE4279}" srcOrd="4" destOrd="0" presId="urn:microsoft.com/office/officeart/2008/layout/LinedList"/>
    <dgm:cxn modelId="{9F892976-254A-4A12-BDA0-5595528C513B}" type="presParOf" srcId="{721B3AEF-EE2D-439E-BA27-2F280C0A74C0}" destId="{A765F00A-27AB-4068-8605-2D795CA9E7E7}" srcOrd="5" destOrd="0" presId="urn:microsoft.com/office/officeart/2008/layout/LinedList"/>
    <dgm:cxn modelId="{41B5EBC4-5C2C-45A3-8AC7-FFFD62BE6E97}" type="presParOf" srcId="{A765F00A-27AB-4068-8605-2D795CA9E7E7}" destId="{796F4C9B-8A59-41AB-9461-AFF7F8DFDABD}" srcOrd="0" destOrd="0" presId="urn:microsoft.com/office/officeart/2008/layout/LinedList"/>
    <dgm:cxn modelId="{457DC399-40A7-44F1-B121-D3F05F5F1654}" type="presParOf" srcId="{A765F00A-27AB-4068-8605-2D795CA9E7E7}" destId="{51EED9DB-3E46-4B05-8AE4-78376C3FE014}" srcOrd="1" destOrd="0" presId="urn:microsoft.com/office/officeart/2008/layout/LinedList"/>
    <dgm:cxn modelId="{FF4D6A81-6866-44A5-BAE6-5EAD75FD5651}" type="presParOf" srcId="{721B3AEF-EE2D-439E-BA27-2F280C0A74C0}" destId="{74BA6250-6326-47E0-8C11-86CB4B279957}" srcOrd="6" destOrd="0" presId="urn:microsoft.com/office/officeart/2008/layout/LinedList"/>
    <dgm:cxn modelId="{C9B8167D-1CC2-48B6-AE20-5415F9FE79E5}" type="presParOf" srcId="{721B3AEF-EE2D-439E-BA27-2F280C0A74C0}" destId="{1BBE2482-C423-4A1D-B1C8-26EAB31E3E3A}" srcOrd="7" destOrd="0" presId="urn:microsoft.com/office/officeart/2008/layout/LinedList"/>
    <dgm:cxn modelId="{AE246FD7-967A-4B73-A119-9D023745C2F2}" type="presParOf" srcId="{1BBE2482-C423-4A1D-B1C8-26EAB31E3E3A}" destId="{4CED3CAA-AAEC-42A3-8BD3-9FB9F6C98F28}" srcOrd="0" destOrd="0" presId="urn:microsoft.com/office/officeart/2008/layout/LinedList"/>
    <dgm:cxn modelId="{236DF719-0048-4BA9-93B8-CFC7A6C55C21}" type="presParOf" srcId="{1BBE2482-C423-4A1D-B1C8-26EAB31E3E3A}" destId="{62940F48-861D-46A6-8EB2-86707A95D35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BDB4B-B93F-4DB5-8097-FBB58748FD05}">
      <dsp:nvSpPr>
        <dsp:cNvPr id="0" name=""/>
        <dsp:cNvSpPr/>
      </dsp:nvSpPr>
      <dsp:spPr>
        <a:xfrm>
          <a:off x="0" y="292869"/>
          <a:ext cx="10515600" cy="1461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Each phase has specific deliverables and a review process.</a:t>
          </a:r>
        </a:p>
        <a:p>
          <a:pPr marL="171450" lvl="1" indent="-171450" algn="l" defTabSz="711200">
            <a:lnSpc>
              <a:spcPct val="90000"/>
            </a:lnSpc>
            <a:spcBef>
              <a:spcPct val="0"/>
            </a:spcBef>
            <a:spcAft>
              <a:spcPct val="15000"/>
            </a:spcAft>
            <a:buChar char="•"/>
          </a:pPr>
          <a:r>
            <a:rPr lang="en-US" sz="1600" kern="1200"/>
            <a:t>Phases are processed and completed one at a time.</a:t>
          </a:r>
        </a:p>
        <a:p>
          <a:pPr marL="171450" lvl="1" indent="-171450" algn="l" defTabSz="711200">
            <a:lnSpc>
              <a:spcPct val="90000"/>
            </a:lnSpc>
            <a:spcBef>
              <a:spcPct val="0"/>
            </a:spcBef>
            <a:spcAft>
              <a:spcPct val="15000"/>
            </a:spcAft>
            <a:buChar char="•"/>
          </a:pPr>
          <a:r>
            <a:rPr lang="en-US" sz="1600" kern="1200"/>
            <a:t>Best for small projects where requirements are very well understood.</a:t>
          </a:r>
        </a:p>
        <a:p>
          <a:pPr marL="171450" lvl="1" indent="-171450" algn="l" defTabSz="711200">
            <a:lnSpc>
              <a:spcPct val="90000"/>
            </a:lnSpc>
            <a:spcBef>
              <a:spcPct val="0"/>
            </a:spcBef>
            <a:spcAft>
              <a:spcPct val="15000"/>
            </a:spcAft>
            <a:buChar char="•"/>
          </a:pPr>
          <a:r>
            <a:rPr lang="en-US" sz="1600" kern="1200"/>
            <a:t>It reinforces "define before design" and "design before code".</a:t>
          </a:r>
        </a:p>
      </dsp:txBody>
      <dsp:txXfrm>
        <a:off x="0" y="292869"/>
        <a:ext cx="10515600" cy="1461600"/>
      </dsp:txXfrm>
    </dsp:sp>
    <dsp:sp modelId="{520C847F-AB65-4362-BB6C-1D99870EA78F}">
      <dsp:nvSpPr>
        <dsp:cNvPr id="0" name=""/>
        <dsp:cNvSpPr/>
      </dsp:nvSpPr>
      <dsp:spPr>
        <a:xfrm>
          <a:off x="525780" y="56709"/>
          <a:ext cx="7360920" cy="4723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US" sz="1600" kern="1200"/>
            <a:t>Pros</a:t>
          </a:r>
        </a:p>
      </dsp:txBody>
      <dsp:txXfrm>
        <a:off x="548837" y="79766"/>
        <a:ext cx="7314806" cy="426206"/>
      </dsp:txXfrm>
    </dsp:sp>
    <dsp:sp modelId="{6A1CE116-5FA4-41CC-BC15-890D4A8D96FD}">
      <dsp:nvSpPr>
        <dsp:cNvPr id="0" name=""/>
        <dsp:cNvSpPr/>
      </dsp:nvSpPr>
      <dsp:spPr>
        <a:xfrm>
          <a:off x="0" y="2077029"/>
          <a:ext cx="10515600" cy="2217600"/>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Adjusting scope during the life cycle can kill a project</a:t>
          </a:r>
        </a:p>
        <a:p>
          <a:pPr marL="171450" lvl="1" indent="-171450" algn="l" defTabSz="711200">
            <a:lnSpc>
              <a:spcPct val="90000"/>
            </a:lnSpc>
            <a:spcBef>
              <a:spcPct val="0"/>
            </a:spcBef>
            <a:spcAft>
              <a:spcPct val="15000"/>
            </a:spcAft>
            <a:buChar char="•"/>
          </a:pPr>
          <a:r>
            <a:rPr lang="en-US" sz="1600" kern="1200"/>
            <a:t>No working software is produced until late during the life cycle.</a:t>
          </a:r>
        </a:p>
        <a:p>
          <a:pPr marL="171450" lvl="1" indent="-171450" algn="l" defTabSz="711200">
            <a:lnSpc>
              <a:spcPct val="90000"/>
            </a:lnSpc>
            <a:spcBef>
              <a:spcPct val="0"/>
            </a:spcBef>
            <a:spcAft>
              <a:spcPct val="15000"/>
            </a:spcAft>
            <a:buChar char="•"/>
          </a:pPr>
          <a:r>
            <a:rPr lang="en-US" sz="1600" kern="1200"/>
            <a:t>High amounts of risk and uncertainty.</a:t>
          </a:r>
        </a:p>
        <a:p>
          <a:pPr marL="171450" lvl="1" indent="-171450" algn="l" defTabSz="711200">
            <a:lnSpc>
              <a:spcPct val="90000"/>
            </a:lnSpc>
            <a:spcBef>
              <a:spcPct val="0"/>
            </a:spcBef>
            <a:spcAft>
              <a:spcPct val="15000"/>
            </a:spcAft>
            <a:buChar char="•"/>
          </a:pPr>
          <a:r>
            <a:rPr lang="en-US" sz="1600" kern="1200"/>
            <a:t>Poor model for long and ongoing projects.</a:t>
          </a:r>
        </a:p>
        <a:p>
          <a:pPr marL="171450" lvl="1" indent="-171450" algn="l" defTabSz="711200">
            <a:lnSpc>
              <a:spcPct val="90000"/>
            </a:lnSpc>
            <a:spcBef>
              <a:spcPct val="0"/>
            </a:spcBef>
            <a:spcAft>
              <a:spcPct val="15000"/>
            </a:spcAft>
            <a:buChar char="•"/>
          </a:pPr>
          <a:r>
            <a:rPr lang="en-US" sz="1600" kern="1200"/>
            <a:t>Poor model if there is a high probability of change</a:t>
          </a:r>
        </a:p>
        <a:p>
          <a:pPr marL="171450" lvl="1" indent="-171450" algn="l" defTabSz="711200">
            <a:lnSpc>
              <a:spcPct val="90000"/>
            </a:lnSpc>
            <a:spcBef>
              <a:spcPct val="0"/>
            </a:spcBef>
            <a:spcAft>
              <a:spcPct val="15000"/>
            </a:spcAft>
            <a:buChar char="•"/>
          </a:pPr>
          <a:r>
            <a:rPr lang="en-US" sz="1600" kern="1200"/>
            <a:t>The end of the project can be far removed from the beginning in which the initial requirements were specified</a:t>
          </a:r>
        </a:p>
      </dsp:txBody>
      <dsp:txXfrm>
        <a:off x="0" y="2077029"/>
        <a:ext cx="10515600" cy="2217600"/>
      </dsp:txXfrm>
    </dsp:sp>
    <dsp:sp modelId="{06FAE6DF-7A48-44E6-A5D5-BB4AF03E7261}">
      <dsp:nvSpPr>
        <dsp:cNvPr id="0" name=""/>
        <dsp:cNvSpPr/>
      </dsp:nvSpPr>
      <dsp:spPr>
        <a:xfrm>
          <a:off x="525780" y="1840869"/>
          <a:ext cx="7360920" cy="4723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en-US" sz="1600" kern="1200"/>
            <a:t>Cons</a:t>
          </a:r>
        </a:p>
      </dsp:txBody>
      <dsp:txXfrm>
        <a:off x="548837" y="1863926"/>
        <a:ext cx="7314806"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52061-F685-4776-8DBB-423BDA0F06A6}">
      <dsp:nvSpPr>
        <dsp:cNvPr id="0" name=""/>
        <dsp:cNvSpPr/>
      </dsp:nvSpPr>
      <dsp:spPr>
        <a:xfrm>
          <a:off x="0" y="0"/>
          <a:ext cx="1026795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1A9BE0-F1D6-49E1-994C-52C7605BF994}">
      <dsp:nvSpPr>
        <dsp:cNvPr id="0" name=""/>
        <dsp:cNvSpPr/>
      </dsp:nvSpPr>
      <dsp:spPr>
        <a:xfrm>
          <a:off x="0" y="0"/>
          <a:ext cx="1026795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dirty="0"/>
            <a:t>For example, if someone has legitimate access to a factory's purchase history, a sudden spike in the purchasing of a particular material might suggest that a new product is about to be produced.</a:t>
          </a:r>
          <a:br>
            <a:rPr lang="en-US" sz="2000" b="0" i="0" kern="1200" dirty="0"/>
          </a:br>
          <a:endParaRPr lang="en-US" sz="2000" kern="1200" dirty="0"/>
        </a:p>
      </dsp:txBody>
      <dsp:txXfrm>
        <a:off x="0" y="0"/>
        <a:ext cx="10267950" cy="1087834"/>
      </dsp:txXfrm>
    </dsp:sp>
    <dsp:sp modelId="{A7BB0B40-A585-435B-848F-8424544BBD19}">
      <dsp:nvSpPr>
        <dsp:cNvPr id="0" name=""/>
        <dsp:cNvSpPr/>
      </dsp:nvSpPr>
      <dsp:spPr>
        <a:xfrm>
          <a:off x="0" y="1087834"/>
          <a:ext cx="1026795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C32F21-0281-495A-98C5-F3A996B160C4}">
      <dsp:nvSpPr>
        <dsp:cNvPr id="0" name=""/>
        <dsp:cNvSpPr/>
      </dsp:nvSpPr>
      <dsp:spPr>
        <a:xfrm>
          <a:off x="0" y="1087834"/>
          <a:ext cx="1026795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a:t>Famous examples for this type of information gathering you can find in the press in the weeks before Apple announces a new product.</a:t>
          </a:r>
          <a:br>
            <a:rPr lang="en-US" sz="2000" b="0" i="0" kern="1200"/>
          </a:br>
          <a:endParaRPr lang="en-US" sz="2000" kern="1200"/>
        </a:p>
      </dsp:txBody>
      <dsp:txXfrm>
        <a:off x="0" y="1087834"/>
        <a:ext cx="10267950" cy="1087834"/>
      </dsp:txXfrm>
    </dsp:sp>
    <dsp:sp modelId="{0D9789C8-8DD8-4DCC-9650-39CE66BE4279}">
      <dsp:nvSpPr>
        <dsp:cNvPr id="0" name=""/>
        <dsp:cNvSpPr/>
      </dsp:nvSpPr>
      <dsp:spPr>
        <a:xfrm>
          <a:off x="0" y="2175669"/>
          <a:ext cx="1026795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6F4C9B-8A59-41AB-9461-AFF7F8DFDABD}">
      <dsp:nvSpPr>
        <dsp:cNvPr id="0" name=""/>
        <dsp:cNvSpPr/>
      </dsp:nvSpPr>
      <dsp:spPr>
        <a:xfrm>
          <a:off x="0" y="2175669"/>
          <a:ext cx="1026795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a:t>Indicators commonly used for Apple products are the availability of the prior generation of the new product, or even the availability of shipping space between China and the US. </a:t>
          </a:r>
          <a:br>
            <a:rPr lang="en-US" sz="2000" b="0" i="0" kern="1200"/>
          </a:br>
          <a:endParaRPr lang="en-US" sz="2000" kern="1200"/>
        </a:p>
      </dsp:txBody>
      <dsp:txXfrm>
        <a:off x="0" y="2175669"/>
        <a:ext cx="10267950" cy="1087834"/>
      </dsp:txXfrm>
    </dsp:sp>
    <dsp:sp modelId="{74BA6250-6326-47E0-8C11-86CB4B279957}">
      <dsp:nvSpPr>
        <dsp:cNvPr id="0" name=""/>
        <dsp:cNvSpPr/>
      </dsp:nvSpPr>
      <dsp:spPr>
        <a:xfrm>
          <a:off x="0" y="3263503"/>
          <a:ext cx="1026795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ED3CAA-AAEC-42A3-8BD3-9FB9F6C98F28}">
      <dsp:nvSpPr>
        <dsp:cNvPr id="0" name=""/>
        <dsp:cNvSpPr/>
      </dsp:nvSpPr>
      <dsp:spPr>
        <a:xfrm>
          <a:off x="0" y="3263503"/>
          <a:ext cx="1026795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kern="1200"/>
            <a:t>(Apple is known to buy up large portions of the entire air shipping capacity for the days before - and directly following - an announcement.)</a:t>
          </a:r>
          <a:endParaRPr lang="en-US" sz="2000" kern="1200"/>
        </a:p>
      </dsp:txBody>
      <dsp:txXfrm>
        <a:off x="0" y="3263503"/>
        <a:ext cx="10267950" cy="108783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45151-BB33-48BE-8BF3-9BA717AD4772}" type="datetimeFigureOut">
              <a:rPr lang="en-US" smtClean="0"/>
              <a:t>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292F2A-247A-4845-8419-BD75342D692A}" type="slidenum">
              <a:rPr lang="en-US" smtClean="0"/>
              <a:t>‹#›</a:t>
            </a:fld>
            <a:endParaRPr lang="en-US"/>
          </a:p>
        </p:txBody>
      </p:sp>
    </p:spTree>
    <p:extLst>
      <p:ext uri="{BB962C8B-B14F-4D97-AF65-F5344CB8AC3E}">
        <p14:creationId xmlns:p14="http://schemas.microsoft.com/office/powerpoint/2010/main" val="3033707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70607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400" b="1" i="0">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4713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400" b="1" i="0">
                <a:latin typeface="Calibri" panose="020F0502020204030204" pitchFamily="34" charset="0"/>
              </a:defRPr>
            </a:lvl1pPr>
          </a:lstStyle>
          <a:p>
            <a:r>
              <a:rPr lang="en-US" dirty="0"/>
              <a:t>Click to Edit Master Title Style</a:t>
            </a:r>
          </a:p>
        </p:txBody>
      </p:sp>
      <p:sp>
        <p:nvSpPr>
          <p:cNvPr id="3" name="Content Placeholder 2"/>
          <p:cNvSpPr>
            <a:spLocks noGrp="1"/>
          </p:cNvSpPr>
          <p:nvPr>
            <p:ph sz="half" idx="1"/>
          </p:nvPr>
        </p:nvSpPr>
        <p:spPr>
          <a:xfrm>
            <a:off x="457200" y="1060450"/>
            <a:ext cx="4038600" cy="5340350"/>
          </a:xfrm>
        </p:spPr>
        <p:txBody>
          <a:bodyPr/>
          <a:lstStyle>
            <a:lvl1pPr marL="231775" indent="-231775" algn="l" rtl="0" eaLnBrk="0" fontAlgn="base" hangingPunct="0">
              <a:spcBef>
                <a:spcPct val="20000"/>
              </a:spcBef>
              <a:spcAft>
                <a:spcPct val="0"/>
              </a:spcAft>
              <a:buClr>
                <a:srgbClr val="009DDC"/>
              </a:buClr>
              <a:buFont typeface="Wingdings" panose="05000000000000000000" pitchFamily="2" charset="2"/>
              <a:buChar char="§"/>
              <a:defRPr lang="en-US" sz="1600" b="1" dirty="0" smtClean="0">
                <a:solidFill>
                  <a:schemeClr val="tx1"/>
                </a:solidFill>
                <a:latin typeface="+mn-lt"/>
                <a:ea typeface="+mn-ea"/>
                <a:cs typeface="+mn-cs"/>
              </a:defRPr>
            </a:lvl1pPr>
            <a:lvl2pPr marL="460375" indent="-223838" algn="l" rtl="0" eaLnBrk="0" fontAlgn="base" hangingPunct="0">
              <a:spcBef>
                <a:spcPct val="20000"/>
              </a:spcBef>
              <a:spcAft>
                <a:spcPct val="0"/>
              </a:spcAft>
              <a:buClr>
                <a:srgbClr val="009DDC"/>
              </a:buClr>
              <a:buFont typeface="Wingdings" panose="05000000000000000000" pitchFamily="2" charset="2"/>
              <a:buChar char="§"/>
              <a:defRPr lang="en-US" sz="1400" b="0" dirty="0" smtClean="0">
                <a:solidFill>
                  <a:schemeClr val="tx1"/>
                </a:solidFill>
                <a:latin typeface="+mn-lt"/>
                <a:ea typeface="+mn-ea"/>
                <a:cs typeface="+mn-cs"/>
              </a:defRPr>
            </a:lvl2pPr>
            <a:lvl3pPr marL="682625" indent="-231775" algn="l" rtl="0" eaLnBrk="0" fontAlgn="base" hangingPunct="0">
              <a:spcBef>
                <a:spcPct val="20000"/>
              </a:spcBef>
              <a:spcAft>
                <a:spcPct val="0"/>
              </a:spcAft>
              <a:buClr>
                <a:srgbClr val="009DDC"/>
              </a:buClr>
              <a:buFont typeface="Wingdings" panose="05000000000000000000" pitchFamily="2" charset="2"/>
              <a:buChar char="§"/>
              <a:defRPr lang="en-US" sz="1200" b="0" dirty="0" smtClean="0">
                <a:solidFill>
                  <a:schemeClr val="tx1"/>
                </a:solidFill>
                <a:latin typeface="+mn-lt"/>
                <a:ea typeface="+mn-ea"/>
                <a:cs typeface="+mn-cs"/>
              </a:defRPr>
            </a:lvl3pPr>
            <a:lvl4pPr marL="917575" indent="-234950" algn="l" rtl="0" eaLnBrk="0" fontAlgn="base" hangingPunct="0">
              <a:spcBef>
                <a:spcPct val="20000"/>
              </a:spcBef>
              <a:spcAft>
                <a:spcPct val="0"/>
              </a:spcAft>
              <a:buClr>
                <a:srgbClr val="009DDC"/>
              </a:buClr>
              <a:buFont typeface="Wingdings" panose="05000000000000000000" pitchFamily="2" charset="2"/>
              <a:buChar char="§"/>
              <a:defRPr lang="en-US" sz="1200" b="0" dirty="0" smtClean="0">
                <a:solidFill>
                  <a:schemeClr val="tx1"/>
                </a:solidFill>
                <a:latin typeface="+mn-lt"/>
                <a:ea typeface="+mn-ea"/>
                <a:cs typeface="+mn-cs"/>
              </a:defRPr>
            </a:lvl4pPr>
            <a:lvl5pPr marL="1146175" indent="-231775" algn="l" rtl="0" eaLnBrk="0" fontAlgn="base" hangingPunct="0">
              <a:spcBef>
                <a:spcPct val="20000"/>
              </a:spcBef>
              <a:spcAft>
                <a:spcPct val="0"/>
              </a:spcAft>
              <a:buClr>
                <a:srgbClr val="009DDC"/>
              </a:buClr>
              <a:buFont typeface="Wingdings" panose="05000000000000000000" pitchFamily="2" charset="2"/>
              <a:buChar char="§"/>
              <a:defRPr lang="en-US" sz="1200" b="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60450"/>
            <a:ext cx="4038600" cy="5340350"/>
          </a:xfrm>
        </p:spPr>
        <p:txBody>
          <a:bodyPr/>
          <a:lstStyle>
            <a:lvl1pPr marL="231775" indent="-231775" algn="l" rtl="0" eaLnBrk="0" fontAlgn="base" hangingPunct="0">
              <a:spcBef>
                <a:spcPct val="20000"/>
              </a:spcBef>
              <a:spcAft>
                <a:spcPct val="0"/>
              </a:spcAft>
              <a:buClr>
                <a:srgbClr val="009DDC"/>
              </a:buClr>
              <a:buFont typeface="Wingdings" panose="05000000000000000000" pitchFamily="2" charset="2"/>
              <a:buChar char="§"/>
              <a:defRPr lang="en-US" sz="1600" b="1" dirty="0" smtClean="0">
                <a:solidFill>
                  <a:schemeClr val="tx1"/>
                </a:solidFill>
                <a:latin typeface="+mn-lt"/>
                <a:ea typeface="+mn-ea"/>
                <a:cs typeface="+mn-cs"/>
              </a:defRPr>
            </a:lvl1pPr>
            <a:lvl2pPr marL="460375" indent="-223838" algn="l" rtl="0" eaLnBrk="0" fontAlgn="base" hangingPunct="0">
              <a:spcBef>
                <a:spcPct val="20000"/>
              </a:spcBef>
              <a:spcAft>
                <a:spcPct val="0"/>
              </a:spcAft>
              <a:buClr>
                <a:srgbClr val="009DDC"/>
              </a:buClr>
              <a:buFont typeface="Wingdings" panose="05000000000000000000" pitchFamily="2" charset="2"/>
              <a:buChar char="§"/>
              <a:defRPr lang="en-US" sz="1600" b="1" dirty="0" smtClean="0">
                <a:solidFill>
                  <a:schemeClr val="tx1"/>
                </a:solidFill>
                <a:latin typeface="+mn-lt"/>
                <a:ea typeface="+mn-ea"/>
                <a:cs typeface="+mn-cs"/>
              </a:defRPr>
            </a:lvl2pPr>
            <a:lvl3pPr marL="682625" indent="-231775" algn="l" rtl="0" eaLnBrk="0" fontAlgn="base" hangingPunct="0">
              <a:spcBef>
                <a:spcPct val="20000"/>
              </a:spcBef>
              <a:spcAft>
                <a:spcPct val="0"/>
              </a:spcAft>
              <a:buClr>
                <a:srgbClr val="009DDC"/>
              </a:buClr>
              <a:buFont typeface="Wingdings" panose="05000000000000000000" pitchFamily="2" charset="2"/>
              <a:buChar char="§"/>
              <a:defRPr lang="en-US" sz="1600" b="1" dirty="0" smtClean="0">
                <a:solidFill>
                  <a:schemeClr val="tx1"/>
                </a:solidFill>
                <a:latin typeface="+mn-lt"/>
                <a:ea typeface="+mn-ea"/>
                <a:cs typeface="+mn-cs"/>
              </a:defRPr>
            </a:lvl3pPr>
            <a:lvl4pPr marL="917575" indent="-234950" algn="l" rtl="0" eaLnBrk="0" fontAlgn="base" hangingPunct="0">
              <a:spcBef>
                <a:spcPct val="20000"/>
              </a:spcBef>
              <a:spcAft>
                <a:spcPct val="0"/>
              </a:spcAft>
              <a:buClr>
                <a:srgbClr val="009DDC"/>
              </a:buClr>
              <a:buFont typeface="Wingdings" panose="05000000000000000000" pitchFamily="2" charset="2"/>
              <a:buChar char="§"/>
              <a:defRPr lang="en-US" sz="1600" b="1" dirty="0" smtClean="0">
                <a:solidFill>
                  <a:schemeClr val="tx1"/>
                </a:solidFill>
                <a:latin typeface="+mn-lt"/>
                <a:ea typeface="+mn-ea"/>
                <a:cs typeface="+mn-cs"/>
              </a:defRPr>
            </a:lvl4pPr>
            <a:lvl5pPr marL="1146175" indent="-231775" algn="l" rtl="0" eaLnBrk="0" fontAlgn="base" hangingPunct="0">
              <a:spcBef>
                <a:spcPct val="20000"/>
              </a:spcBef>
              <a:spcAft>
                <a:spcPct val="0"/>
              </a:spcAft>
              <a:buClr>
                <a:srgbClr val="009DDC"/>
              </a:buClr>
              <a:buFont typeface="Wingdings" panose="05000000000000000000" pitchFamily="2" charset="2"/>
              <a:buChar char="§"/>
              <a:defRPr lang="en-US" sz="1600" b="1"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78847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400" b="1" i="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411368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1971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741A9-2A99-49F8-B1E6-9B5764BEB5E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0750993-D87C-4593-AA64-3E349FA86EA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89D31F2-ED83-46CA-BD62-4DFAA7654C86}"/>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7142727-B93A-4F46-9E50-35390722FD9B}"/>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197A495-875F-43E3-831D-49535BE2ABD5}"/>
              </a:ext>
            </a:extLst>
          </p:cNvPr>
          <p:cNvSpPr>
            <a:spLocks noGrp="1"/>
          </p:cNvSpPr>
          <p:nvPr>
            <p:ph type="sldNum" sz="quarter" idx="12"/>
          </p:nvPr>
        </p:nvSpPr>
        <p:spPr/>
        <p:txBody>
          <a:bodyPr/>
          <a:lstStyle/>
          <a:p>
            <a:pPr>
              <a:defRPr/>
            </a:pPr>
            <a:fld id="{1C834A60-D54E-4273-BAF1-E5A0D38DD911}" type="slidenum">
              <a:rPr lang="en-US" smtClean="0"/>
              <a:pPr>
                <a:defRPr/>
              </a:pPr>
              <a:t>‹#›</a:t>
            </a:fld>
            <a:endParaRPr lang="en-US"/>
          </a:p>
        </p:txBody>
      </p:sp>
    </p:spTree>
    <p:extLst>
      <p:ext uri="{BB962C8B-B14F-4D97-AF65-F5344CB8AC3E}">
        <p14:creationId xmlns:p14="http://schemas.microsoft.com/office/powerpoint/2010/main" val="91774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0C13E-C437-4A56-A11D-11A60F81DF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499EEF-D467-4E5C-821E-665A5767B2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5827C-D697-4025-AB50-76F351B8B231}"/>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C6BD9DF-5AC3-42E0-83E7-CB4866CF8AD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9E670A1-BE30-4DF8-B3B9-1D1EB769EC0B}"/>
              </a:ext>
            </a:extLst>
          </p:cNvPr>
          <p:cNvSpPr>
            <a:spLocks noGrp="1"/>
          </p:cNvSpPr>
          <p:nvPr>
            <p:ph type="sldNum" sz="quarter" idx="12"/>
          </p:nvPr>
        </p:nvSpPr>
        <p:spPr/>
        <p:txBody>
          <a:bodyPr/>
          <a:lstStyle/>
          <a:p>
            <a:pPr>
              <a:defRPr/>
            </a:pPr>
            <a:fld id="{933EBF01-D49B-4B90-BA7A-0A7FB1CE9D0B}" type="slidenum">
              <a:rPr lang="en-US" smtClean="0"/>
              <a:pPr>
                <a:defRPr/>
              </a:pPr>
              <a:t>‹#›</a:t>
            </a:fld>
            <a:endParaRPr lang="en-US"/>
          </a:p>
        </p:txBody>
      </p:sp>
    </p:spTree>
    <p:extLst>
      <p:ext uri="{BB962C8B-B14F-4D97-AF65-F5344CB8AC3E}">
        <p14:creationId xmlns:p14="http://schemas.microsoft.com/office/powerpoint/2010/main" val="3911877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AEFE-22A0-4A56-A905-9FAC636CAAF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DC58CFD-91B2-45FD-9E33-D77E29AE0D1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C252D2-4A45-41C5-9700-2F286DB8F38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2BE85A5-697F-4B4B-B9F4-B4C57AC63FA8}"/>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7FB109BC-568D-4AC0-B295-1C8CAD89AFEE}"/>
              </a:ext>
            </a:extLst>
          </p:cNvPr>
          <p:cNvSpPr>
            <a:spLocks noGrp="1"/>
          </p:cNvSpPr>
          <p:nvPr>
            <p:ph type="sldNum" sz="quarter" idx="12"/>
          </p:nvPr>
        </p:nvSpPr>
        <p:spPr/>
        <p:txBody>
          <a:bodyPr/>
          <a:lstStyle/>
          <a:p>
            <a:pPr>
              <a:defRPr/>
            </a:pPr>
            <a:fld id="{539B12EF-5851-4A7F-9231-897D6C0E982B}" type="slidenum">
              <a:rPr lang="en-US" smtClean="0"/>
              <a:pPr>
                <a:defRPr/>
              </a:pPr>
              <a:t>‹#›</a:t>
            </a:fld>
            <a:endParaRPr lang="en-US"/>
          </a:p>
        </p:txBody>
      </p:sp>
    </p:spTree>
    <p:extLst>
      <p:ext uri="{BB962C8B-B14F-4D97-AF65-F5344CB8AC3E}">
        <p14:creationId xmlns:p14="http://schemas.microsoft.com/office/powerpoint/2010/main" val="4197057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AC1DB-BBDF-445F-B130-B292B5AFFA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2494EB-E87B-487F-9005-5908F20B272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7FF98A-40FB-471B-BF9A-7B83903DB85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D450D8-F3B0-416D-BD25-F077A80F3D41}"/>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5EF87064-BEE6-4C33-99F3-2FB64F94D808}"/>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EAC6B39-B542-4574-8132-100A5FA18775}"/>
              </a:ext>
            </a:extLst>
          </p:cNvPr>
          <p:cNvSpPr>
            <a:spLocks noGrp="1"/>
          </p:cNvSpPr>
          <p:nvPr>
            <p:ph type="sldNum" sz="quarter" idx="12"/>
          </p:nvPr>
        </p:nvSpPr>
        <p:spPr/>
        <p:txBody>
          <a:bodyPr/>
          <a:lstStyle/>
          <a:p>
            <a:pPr>
              <a:defRPr/>
            </a:pPr>
            <a:fld id="{66B2149A-2AAC-4D12-973C-0A0C11186E89}" type="slidenum">
              <a:rPr lang="en-US" smtClean="0"/>
              <a:pPr>
                <a:defRPr/>
              </a:pPr>
              <a:t>‹#›</a:t>
            </a:fld>
            <a:endParaRPr lang="en-US"/>
          </a:p>
        </p:txBody>
      </p:sp>
    </p:spTree>
    <p:extLst>
      <p:ext uri="{BB962C8B-B14F-4D97-AF65-F5344CB8AC3E}">
        <p14:creationId xmlns:p14="http://schemas.microsoft.com/office/powerpoint/2010/main" val="3247860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477DF-47DE-4730-A8AC-7A65A05AE65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38289B-EB85-4739-84A1-3A48D1BDE85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20493CB-5FF7-4BB2-9B77-376BEC4DF35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09CB3C-9745-4A4A-ADC3-25E3F19F2DC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0C5C7A5-E543-40EC-AD6A-7C0A52A2DA0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8D9EFC-415C-48BA-A94C-021730743E13}"/>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741F4E6F-B011-4F86-A92F-BF93B7AB8F0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7E634DB0-D744-4377-9DCB-CFE801D2ECE8}"/>
              </a:ext>
            </a:extLst>
          </p:cNvPr>
          <p:cNvSpPr>
            <a:spLocks noGrp="1"/>
          </p:cNvSpPr>
          <p:nvPr>
            <p:ph type="sldNum" sz="quarter" idx="12"/>
          </p:nvPr>
        </p:nvSpPr>
        <p:spPr/>
        <p:txBody>
          <a:bodyPr/>
          <a:lstStyle/>
          <a:p>
            <a:pPr>
              <a:defRPr/>
            </a:pPr>
            <a:fld id="{13DC34F8-707D-44C6-B2F3-7812D507BB72}" type="slidenum">
              <a:rPr lang="en-US" smtClean="0"/>
              <a:pPr>
                <a:defRPr/>
              </a:pPr>
              <a:t>‹#›</a:t>
            </a:fld>
            <a:endParaRPr lang="en-US"/>
          </a:p>
        </p:txBody>
      </p:sp>
    </p:spTree>
    <p:extLst>
      <p:ext uri="{BB962C8B-B14F-4D97-AF65-F5344CB8AC3E}">
        <p14:creationId xmlns:p14="http://schemas.microsoft.com/office/powerpoint/2010/main" val="471102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183BE-559E-46CE-B3FD-0F18B0A176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6E57FA-0BF7-4484-B0D2-A7EC4111BF95}"/>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2E8ED841-BF7C-466F-B3C0-C324E8821BCB}"/>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AD71CC1-C661-4FF5-9F85-869DC4FAA2D7}"/>
              </a:ext>
            </a:extLst>
          </p:cNvPr>
          <p:cNvSpPr>
            <a:spLocks noGrp="1"/>
          </p:cNvSpPr>
          <p:nvPr>
            <p:ph type="sldNum" sz="quarter" idx="12"/>
          </p:nvPr>
        </p:nvSpPr>
        <p:spPr/>
        <p:txBody>
          <a:bodyPr/>
          <a:lstStyle/>
          <a:p>
            <a:pPr>
              <a:defRPr/>
            </a:pPr>
            <a:fld id="{58686A13-0C81-4F6E-9F8C-6A03E5CCC060}" type="slidenum">
              <a:rPr lang="en-US" smtClean="0"/>
              <a:pPr>
                <a:defRPr/>
              </a:pPr>
              <a:t>‹#›</a:t>
            </a:fld>
            <a:endParaRPr lang="en-US"/>
          </a:p>
        </p:txBody>
      </p:sp>
    </p:spTree>
    <p:extLst>
      <p:ext uri="{BB962C8B-B14F-4D97-AF65-F5344CB8AC3E}">
        <p14:creationId xmlns:p14="http://schemas.microsoft.com/office/powerpoint/2010/main" val="1220609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3EF036-4B64-4E4A-8456-738D180D8A51}"/>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95EA31CE-46B2-415F-97A8-EA58DAE7BA9C}"/>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18BA6220-9197-4F91-859C-68215708B47B}"/>
              </a:ext>
            </a:extLst>
          </p:cNvPr>
          <p:cNvSpPr>
            <a:spLocks noGrp="1"/>
          </p:cNvSpPr>
          <p:nvPr>
            <p:ph type="sldNum" sz="quarter" idx="12"/>
          </p:nvPr>
        </p:nvSpPr>
        <p:spPr/>
        <p:txBody>
          <a:bodyPr/>
          <a:lstStyle/>
          <a:p>
            <a:pPr>
              <a:defRPr/>
            </a:pPr>
            <a:fld id="{CA51BA32-B0D7-4B51-8971-0A520552CB3B}" type="slidenum">
              <a:rPr lang="en-US" smtClean="0"/>
              <a:pPr>
                <a:defRPr/>
              </a:pPr>
              <a:t>‹#›</a:t>
            </a:fld>
            <a:endParaRPr lang="en-US"/>
          </a:p>
        </p:txBody>
      </p:sp>
    </p:spTree>
    <p:extLst>
      <p:ext uri="{BB962C8B-B14F-4D97-AF65-F5344CB8AC3E}">
        <p14:creationId xmlns:p14="http://schemas.microsoft.com/office/powerpoint/2010/main" val="709869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D5B-285D-449A-B771-AC7D3D19FF9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0467C68-176B-4303-BC3E-DFE3EA8DBFB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E33C46-A685-470E-8071-2F3FADCB6E5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24FB249-C128-48AD-B228-9792941C335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E25924D8-574F-47A6-A230-AC9E60256D0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7C98EBE7-1FA3-4F69-ACC7-2A84274B4432}"/>
              </a:ext>
            </a:extLst>
          </p:cNvPr>
          <p:cNvSpPr>
            <a:spLocks noGrp="1"/>
          </p:cNvSpPr>
          <p:nvPr>
            <p:ph type="sldNum" sz="quarter" idx="12"/>
          </p:nvPr>
        </p:nvSpPr>
        <p:spPr/>
        <p:txBody>
          <a:bodyPr/>
          <a:lstStyle/>
          <a:p>
            <a:pPr>
              <a:defRPr/>
            </a:pPr>
            <a:fld id="{19526CB6-DE20-49C5-B3A0-E5C82C52CE77}" type="slidenum">
              <a:rPr lang="en-US" smtClean="0"/>
              <a:pPr>
                <a:defRPr/>
              </a:pPr>
              <a:t>‹#›</a:t>
            </a:fld>
            <a:endParaRPr lang="en-US"/>
          </a:p>
        </p:txBody>
      </p:sp>
    </p:spTree>
    <p:extLst>
      <p:ext uri="{BB962C8B-B14F-4D97-AF65-F5344CB8AC3E}">
        <p14:creationId xmlns:p14="http://schemas.microsoft.com/office/powerpoint/2010/main" val="4244025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AC1D-7FCD-4C45-AF71-7BE80AB6AFB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8C47CFC-080A-4794-A487-245D213513A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10CF81B-BD17-4132-B72C-DEE5EFBF6DE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7BF4ABE-6FEA-4F8B-B004-77AE848E63E0}"/>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8156A1A4-491F-4588-BE6B-2FEEB8EB580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2F08ADBF-14A4-49EF-9882-CD62B8566934}"/>
              </a:ext>
            </a:extLst>
          </p:cNvPr>
          <p:cNvSpPr>
            <a:spLocks noGrp="1"/>
          </p:cNvSpPr>
          <p:nvPr>
            <p:ph type="sldNum" sz="quarter" idx="12"/>
          </p:nvPr>
        </p:nvSpPr>
        <p:spPr/>
        <p:txBody>
          <a:bodyPr/>
          <a:lstStyle/>
          <a:p>
            <a:pPr>
              <a:defRPr/>
            </a:pPr>
            <a:fld id="{62ED4694-BB5D-430E-A796-1DE15BBD68DD}" type="slidenum">
              <a:rPr lang="en-US" smtClean="0"/>
              <a:pPr>
                <a:defRPr/>
              </a:pPr>
              <a:t>‹#›</a:t>
            </a:fld>
            <a:endParaRPr lang="en-US"/>
          </a:p>
        </p:txBody>
      </p:sp>
    </p:spTree>
    <p:extLst>
      <p:ext uri="{BB962C8B-B14F-4D97-AF65-F5344CB8AC3E}">
        <p14:creationId xmlns:p14="http://schemas.microsoft.com/office/powerpoint/2010/main" val="3973125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902F5-D393-4433-9C1C-E75F2E422E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7690BC-6418-4514-8D32-E39CB3B262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7669FC-5884-416E-B93B-E374A3FE5C2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BF7876AC-0D63-452A-AF7E-88C6639AA02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0823E05-91AC-48C9-8A00-32624ED7DB94}"/>
              </a:ext>
            </a:extLst>
          </p:cNvPr>
          <p:cNvSpPr>
            <a:spLocks noGrp="1"/>
          </p:cNvSpPr>
          <p:nvPr>
            <p:ph type="sldNum" sz="quarter" idx="12"/>
          </p:nvPr>
        </p:nvSpPr>
        <p:spPr/>
        <p:txBody>
          <a:bodyPr/>
          <a:lstStyle/>
          <a:p>
            <a:pPr>
              <a:defRPr/>
            </a:pPr>
            <a:fld id="{9D6671DE-DA2A-4FB8-9C7E-269CF0547DDD}" type="slidenum">
              <a:rPr lang="en-US" smtClean="0"/>
              <a:pPr>
                <a:defRPr/>
              </a:pPr>
              <a:t>‹#›</a:t>
            </a:fld>
            <a:endParaRPr lang="en-US"/>
          </a:p>
        </p:txBody>
      </p:sp>
    </p:spTree>
    <p:extLst>
      <p:ext uri="{BB962C8B-B14F-4D97-AF65-F5344CB8AC3E}">
        <p14:creationId xmlns:p14="http://schemas.microsoft.com/office/powerpoint/2010/main" val="168216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39AC29-C4BA-4207-8ED3-37572DC533B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829546-AD33-4A28-B42A-004B6F9E26D1}"/>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F5751-9E29-4E39-BA5A-375C218BD4F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C035680-3457-4DAA-9642-A23FF434CD6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5A01EC1-5A0F-45EB-A0F3-6589E46CF687}"/>
              </a:ext>
            </a:extLst>
          </p:cNvPr>
          <p:cNvSpPr>
            <a:spLocks noGrp="1"/>
          </p:cNvSpPr>
          <p:nvPr>
            <p:ph type="sldNum" sz="quarter" idx="12"/>
          </p:nvPr>
        </p:nvSpPr>
        <p:spPr/>
        <p:txBody>
          <a:bodyPr/>
          <a:lstStyle/>
          <a:p>
            <a:pPr>
              <a:defRPr/>
            </a:pPr>
            <a:fld id="{E2912F7C-C1AE-4D66-B9EE-6A3E35A83095}" type="slidenum">
              <a:rPr lang="en-US" smtClean="0"/>
              <a:pPr>
                <a:defRPr/>
              </a:pPr>
              <a:t>‹#›</a:t>
            </a:fld>
            <a:endParaRPr lang="en-US"/>
          </a:p>
        </p:txBody>
      </p:sp>
    </p:spTree>
    <p:extLst>
      <p:ext uri="{BB962C8B-B14F-4D97-AF65-F5344CB8AC3E}">
        <p14:creationId xmlns:p14="http://schemas.microsoft.com/office/powerpoint/2010/main" val="37002232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741A9-2A99-49F8-B1E6-9B5764BEB5E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0750993-D87C-4593-AA64-3E349FA86EA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89D31F2-ED83-46CA-BD62-4DFAA7654C86}"/>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7142727-B93A-4F46-9E50-35390722FD9B}"/>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197A495-875F-43E3-831D-49535BE2ABD5}"/>
              </a:ext>
            </a:extLst>
          </p:cNvPr>
          <p:cNvSpPr>
            <a:spLocks noGrp="1"/>
          </p:cNvSpPr>
          <p:nvPr>
            <p:ph type="sldNum" sz="quarter" idx="12"/>
          </p:nvPr>
        </p:nvSpPr>
        <p:spPr/>
        <p:txBody>
          <a:bodyPr/>
          <a:lstStyle/>
          <a:p>
            <a:pPr>
              <a:defRPr/>
            </a:pPr>
            <a:fld id="{1C834A60-D54E-4273-BAF1-E5A0D38DD911}" type="slidenum">
              <a:rPr lang="en-US" smtClean="0"/>
              <a:pPr>
                <a:defRPr/>
              </a:pPr>
              <a:t>‹#›</a:t>
            </a:fld>
            <a:endParaRPr lang="en-US"/>
          </a:p>
        </p:txBody>
      </p:sp>
    </p:spTree>
    <p:extLst>
      <p:ext uri="{BB962C8B-B14F-4D97-AF65-F5344CB8AC3E}">
        <p14:creationId xmlns:p14="http://schemas.microsoft.com/office/powerpoint/2010/main" val="556479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0C13E-C437-4A56-A11D-11A60F81DF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499EEF-D467-4E5C-821E-665A5767B2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5827C-D697-4025-AB50-76F351B8B231}"/>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C6BD9DF-5AC3-42E0-83E7-CB4866CF8AD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9E670A1-BE30-4DF8-B3B9-1D1EB769EC0B}"/>
              </a:ext>
            </a:extLst>
          </p:cNvPr>
          <p:cNvSpPr>
            <a:spLocks noGrp="1"/>
          </p:cNvSpPr>
          <p:nvPr>
            <p:ph type="sldNum" sz="quarter" idx="12"/>
          </p:nvPr>
        </p:nvSpPr>
        <p:spPr/>
        <p:txBody>
          <a:bodyPr/>
          <a:lstStyle/>
          <a:p>
            <a:pPr>
              <a:defRPr/>
            </a:pPr>
            <a:fld id="{933EBF01-D49B-4B90-BA7A-0A7FB1CE9D0B}" type="slidenum">
              <a:rPr lang="en-US" smtClean="0"/>
              <a:pPr>
                <a:defRPr/>
              </a:pPr>
              <a:t>‹#›</a:t>
            </a:fld>
            <a:endParaRPr lang="en-US"/>
          </a:p>
        </p:txBody>
      </p:sp>
    </p:spTree>
    <p:extLst>
      <p:ext uri="{BB962C8B-B14F-4D97-AF65-F5344CB8AC3E}">
        <p14:creationId xmlns:p14="http://schemas.microsoft.com/office/powerpoint/2010/main" val="13924997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AEFE-22A0-4A56-A905-9FAC636CAAF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DC58CFD-91B2-45FD-9E33-D77E29AE0D1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C252D2-4A45-41C5-9700-2F286DB8F38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2BE85A5-697F-4B4B-B9F4-B4C57AC63FA8}"/>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7FB109BC-568D-4AC0-B295-1C8CAD89AFEE}"/>
              </a:ext>
            </a:extLst>
          </p:cNvPr>
          <p:cNvSpPr>
            <a:spLocks noGrp="1"/>
          </p:cNvSpPr>
          <p:nvPr>
            <p:ph type="sldNum" sz="quarter" idx="12"/>
          </p:nvPr>
        </p:nvSpPr>
        <p:spPr/>
        <p:txBody>
          <a:bodyPr/>
          <a:lstStyle/>
          <a:p>
            <a:pPr>
              <a:defRPr/>
            </a:pPr>
            <a:fld id="{539B12EF-5851-4A7F-9231-897D6C0E982B}" type="slidenum">
              <a:rPr lang="en-US" smtClean="0"/>
              <a:pPr>
                <a:defRPr/>
              </a:pPr>
              <a:t>‹#›</a:t>
            </a:fld>
            <a:endParaRPr lang="en-US"/>
          </a:p>
        </p:txBody>
      </p:sp>
    </p:spTree>
    <p:extLst>
      <p:ext uri="{BB962C8B-B14F-4D97-AF65-F5344CB8AC3E}">
        <p14:creationId xmlns:p14="http://schemas.microsoft.com/office/powerpoint/2010/main" val="2358498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AC1DB-BBDF-445F-B130-B292B5AFFA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2494EB-E87B-487F-9005-5908F20B272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7FF98A-40FB-471B-BF9A-7B83903DB85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D450D8-F3B0-416D-BD25-F077A80F3D41}"/>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5EF87064-BEE6-4C33-99F3-2FB64F94D808}"/>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EAC6B39-B542-4574-8132-100A5FA18775}"/>
              </a:ext>
            </a:extLst>
          </p:cNvPr>
          <p:cNvSpPr>
            <a:spLocks noGrp="1"/>
          </p:cNvSpPr>
          <p:nvPr>
            <p:ph type="sldNum" sz="quarter" idx="12"/>
          </p:nvPr>
        </p:nvSpPr>
        <p:spPr/>
        <p:txBody>
          <a:bodyPr/>
          <a:lstStyle/>
          <a:p>
            <a:pPr>
              <a:defRPr/>
            </a:pPr>
            <a:fld id="{66B2149A-2AAC-4D12-973C-0A0C11186E89}" type="slidenum">
              <a:rPr lang="en-US" smtClean="0"/>
              <a:pPr>
                <a:defRPr/>
              </a:pPr>
              <a:t>‹#›</a:t>
            </a:fld>
            <a:endParaRPr lang="en-US"/>
          </a:p>
        </p:txBody>
      </p:sp>
    </p:spTree>
    <p:extLst>
      <p:ext uri="{BB962C8B-B14F-4D97-AF65-F5344CB8AC3E}">
        <p14:creationId xmlns:p14="http://schemas.microsoft.com/office/powerpoint/2010/main" val="133934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477DF-47DE-4730-A8AC-7A65A05AE65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38289B-EB85-4739-84A1-3A48D1BDE85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20493CB-5FF7-4BB2-9B77-376BEC4DF35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09CB3C-9745-4A4A-ADC3-25E3F19F2DC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0C5C7A5-E543-40EC-AD6A-7C0A52A2DA0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8D9EFC-415C-48BA-A94C-021730743E13}"/>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741F4E6F-B011-4F86-A92F-BF93B7AB8F0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7E634DB0-D744-4377-9DCB-CFE801D2ECE8}"/>
              </a:ext>
            </a:extLst>
          </p:cNvPr>
          <p:cNvSpPr>
            <a:spLocks noGrp="1"/>
          </p:cNvSpPr>
          <p:nvPr>
            <p:ph type="sldNum" sz="quarter" idx="12"/>
          </p:nvPr>
        </p:nvSpPr>
        <p:spPr/>
        <p:txBody>
          <a:bodyPr/>
          <a:lstStyle/>
          <a:p>
            <a:pPr>
              <a:defRPr/>
            </a:pPr>
            <a:fld id="{13DC34F8-707D-44C6-B2F3-7812D507BB72}" type="slidenum">
              <a:rPr lang="en-US" smtClean="0"/>
              <a:pPr>
                <a:defRPr/>
              </a:pPr>
              <a:t>‹#›</a:t>
            </a:fld>
            <a:endParaRPr lang="en-US"/>
          </a:p>
        </p:txBody>
      </p:sp>
    </p:spTree>
    <p:extLst>
      <p:ext uri="{BB962C8B-B14F-4D97-AF65-F5344CB8AC3E}">
        <p14:creationId xmlns:p14="http://schemas.microsoft.com/office/powerpoint/2010/main" val="2645578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183BE-559E-46CE-B3FD-0F18B0A176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6E57FA-0BF7-4484-B0D2-A7EC4111BF95}"/>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2E8ED841-BF7C-466F-B3C0-C324E8821BCB}"/>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AD71CC1-C661-4FF5-9F85-869DC4FAA2D7}"/>
              </a:ext>
            </a:extLst>
          </p:cNvPr>
          <p:cNvSpPr>
            <a:spLocks noGrp="1"/>
          </p:cNvSpPr>
          <p:nvPr>
            <p:ph type="sldNum" sz="quarter" idx="12"/>
          </p:nvPr>
        </p:nvSpPr>
        <p:spPr/>
        <p:txBody>
          <a:bodyPr/>
          <a:lstStyle/>
          <a:p>
            <a:pPr>
              <a:defRPr/>
            </a:pPr>
            <a:fld id="{58686A13-0C81-4F6E-9F8C-6A03E5CCC060}" type="slidenum">
              <a:rPr lang="en-US" smtClean="0"/>
              <a:pPr>
                <a:defRPr/>
              </a:pPr>
              <a:t>‹#›</a:t>
            </a:fld>
            <a:endParaRPr lang="en-US"/>
          </a:p>
        </p:txBody>
      </p:sp>
    </p:spTree>
    <p:extLst>
      <p:ext uri="{BB962C8B-B14F-4D97-AF65-F5344CB8AC3E}">
        <p14:creationId xmlns:p14="http://schemas.microsoft.com/office/powerpoint/2010/main" val="32768045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3EF036-4B64-4E4A-8456-738D180D8A51}"/>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95EA31CE-46B2-415F-97A8-EA58DAE7BA9C}"/>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18BA6220-9197-4F91-859C-68215708B47B}"/>
              </a:ext>
            </a:extLst>
          </p:cNvPr>
          <p:cNvSpPr>
            <a:spLocks noGrp="1"/>
          </p:cNvSpPr>
          <p:nvPr>
            <p:ph type="sldNum" sz="quarter" idx="12"/>
          </p:nvPr>
        </p:nvSpPr>
        <p:spPr/>
        <p:txBody>
          <a:bodyPr/>
          <a:lstStyle/>
          <a:p>
            <a:pPr>
              <a:defRPr/>
            </a:pPr>
            <a:fld id="{CA51BA32-B0D7-4B51-8971-0A520552CB3B}" type="slidenum">
              <a:rPr lang="en-US" smtClean="0"/>
              <a:pPr>
                <a:defRPr/>
              </a:pPr>
              <a:t>‹#›</a:t>
            </a:fld>
            <a:endParaRPr lang="en-US"/>
          </a:p>
        </p:txBody>
      </p:sp>
    </p:spTree>
    <p:extLst>
      <p:ext uri="{BB962C8B-B14F-4D97-AF65-F5344CB8AC3E}">
        <p14:creationId xmlns:p14="http://schemas.microsoft.com/office/powerpoint/2010/main" val="10755346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ED5B-285D-449A-B771-AC7D3D19FF9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0467C68-176B-4303-BC3E-DFE3EA8DBFB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E33C46-A685-470E-8071-2F3FADCB6E5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24FB249-C128-48AD-B228-9792941C335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E25924D8-574F-47A6-A230-AC9E60256D0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7C98EBE7-1FA3-4F69-ACC7-2A84274B4432}"/>
              </a:ext>
            </a:extLst>
          </p:cNvPr>
          <p:cNvSpPr>
            <a:spLocks noGrp="1"/>
          </p:cNvSpPr>
          <p:nvPr>
            <p:ph type="sldNum" sz="quarter" idx="12"/>
          </p:nvPr>
        </p:nvSpPr>
        <p:spPr/>
        <p:txBody>
          <a:bodyPr/>
          <a:lstStyle/>
          <a:p>
            <a:pPr>
              <a:defRPr/>
            </a:pPr>
            <a:fld id="{19526CB6-DE20-49C5-B3A0-E5C82C52CE77}" type="slidenum">
              <a:rPr lang="en-US" smtClean="0"/>
              <a:pPr>
                <a:defRPr/>
              </a:pPr>
              <a:t>‹#›</a:t>
            </a:fld>
            <a:endParaRPr lang="en-US"/>
          </a:p>
        </p:txBody>
      </p:sp>
    </p:spTree>
    <p:extLst>
      <p:ext uri="{BB962C8B-B14F-4D97-AF65-F5344CB8AC3E}">
        <p14:creationId xmlns:p14="http://schemas.microsoft.com/office/powerpoint/2010/main" val="14987503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AC1D-7FCD-4C45-AF71-7BE80AB6AFB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8C47CFC-080A-4794-A487-245D213513A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10CF81B-BD17-4132-B72C-DEE5EFBF6DE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7BF4ABE-6FEA-4F8B-B004-77AE848E63E0}"/>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8156A1A4-491F-4588-BE6B-2FEEB8EB580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2F08ADBF-14A4-49EF-9882-CD62B8566934}"/>
              </a:ext>
            </a:extLst>
          </p:cNvPr>
          <p:cNvSpPr>
            <a:spLocks noGrp="1"/>
          </p:cNvSpPr>
          <p:nvPr>
            <p:ph type="sldNum" sz="quarter" idx="12"/>
          </p:nvPr>
        </p:nvSpPr>
        <p:spPr/>
        <p:txBody>
          <a:bodyPr/>
          <a:lstStyle/>
          <a:p>
            <a:pPr>
              <a:defRPr/>
            </a:pPr>
            <a:fld id="{62ED4694-BB5D-430E-A796-1DE15BBD68DD}" type="slidenum">
              <a:rPr lang="en-US" smtClean="0"/>
              <a:pPr>
                <a:defRPr/>
              </a:pPr>
              <a:t>‹#›</a:t>
            </a:fld>
            <a:endParaRPr lang="en-US"/>
          </a:p>
        </p:txBody>
      </p:sp>
    </p:spTree>
    <p:extLst>
      <p:ext uri="{BB962C8B-B14F-4D97-AF65-F5344CB8AC3E}">
        <p14:creationId xmlns:p14="http://schemas.microsoft.com/office/powerpoint/2010/main" val="5830801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902F5-D393-4433-9C1C-E75F2E422E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7690BC-6418-4514-8D32-E39CB3B262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7669FC-5884-416E-B93B-E374A3FE5C2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BF7876AC-0D63-452A-AF7E-88C6639AA02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0823E05-91AC-48C9-8A00-32624ED7DB94}"/>
              </a:ext>
            </a:extLst>
          </p:cNvPr>
          <p:cNvSpPr>
            <a:spLocks noGrp="1"/>
          </p:cNvSpPr>
          <p:nvPr>
            <p:ph type="sldNum" sz="quarter" idx="12"/>
          </p:nvPr>
        </p:nvSpPr>
        <p:spPr/>
        <p:txBody>
          <a:bodyPr/>
          <a:lstStyle/>
          <a:p>
            <a:pPr>
              <a:defRPr/>
            </a:pPr>
            <a:fld id="{9D6671DE-DA2A-4FB8-9C7E-269CF0547DDD}" type="slidenum">
              <a:rPr lang="en-US" smtClean="0"/>
              <a:pPr>
                <a:defRPr/>
              </a:pPr>
              <a:t>‹#›</a:t>
            </a:fld>
            <a:endParaRPr lang="en-US"/>
          </a:p>
        </p:txBody>
      </p:sp>
    </p:spTree>
    <p:extLst>
      <p:ext uri="{BB962C8B-B14F-4D97-AF65-F5344CB8AC3E}">
        <p14:creationId xmlns:p14="http://schemas.microsoft.com/office/powerpoint/2010/main" val="739417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39AC29-C4BA-4207-8ED3-37572DC533B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829546-AD33-4A28-B42A-004B6F9E26D1}"/>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5F5751-9E29-4E39-BA5A-375C218BD4F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C035680-3457-4DAA-9642-A23FF434CD6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5A01EC1-5A0F-45EB-A0F3-6589E46CF687}"/>
              </a:ext>
            </a:extLst>
          </p:cNvPr>
          <p:cNvSpPr>
            <a:spLocks noGrp="1"/>
          </p:cNvSpPr>
          <p:nvPr>
            <p:ph type="sldNum" sz="quarter" idx="12"/>
          </p:nvPr>
        </p:nvSpPr>
        <p:spPr/>
        <p:txBody>
          <a:bodyPr/>
          <a:lstStyle/>
          <a:p>
            <a:pPr>
              <a:defRPr/>
            </a:pPr>
            <a:fld id="{E2912F7C-C1AE-4D66-B9EE-6A3E35A83095}" type="slidenum">
              <a:rPr lang="en-US" smtClean="0"/>
              <a:pPr>
                <a:defRPr/>
              </a:pPr>
              <a:t>‹#›</a:t>
            </a:fld>
            <a:endParaRPr lang="en-US"/>
          </a:p>
        </p:txBody>
      </p:sp>
    </p:spTree>
    <p:extLst>
      <p:ext uri="{BB962C8B-B14F-4D97-AF65-F5344CB8AC3E}">
        <p14:creationId xmlns:p14="http://schemas.microsoft.com/office/powerpoint/2010/main" val="27489091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87474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67714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875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31341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40391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93809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96522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87303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233325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57074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09183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1174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ANN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950976"/>
          </a:xfrm>
          <a:prstGeom prst="rect">
            <a:avLst/>
          </a:prstGeom>
          <a:solidFill>
            <a:srgbClr val="F1F1F1"/>
          </a:solidFill>
          <a:ln/>
        </p:spPr>
        <p:txBody>
          <a:bodyPr/>
          <a:lstStyle/>
          <a:p>
            <a:endParaRPr lang="en-US"/>
          </a:p>
        </p:txBody>
      </p:sp>
      <p:sp>
        <p:nvSpPr>
          <p:cNvPr id="3" name="Text 1"/>
          <p:cNvSpPr>
            <a:spLocks noGrp="1"/>
          </p:cNvSpPr>
          <p:nvPr>
            <p:ph type="title" idx="101" hasCustomPrompt="1"/>
          </p:nvPr>
        </p:nvSpPr>
        <p:spPr>
          <a:xfrm>
            <a:off x="268224" y="60960"/>
            <a:ext cx="11704320" cy="829056"/>
          </a:xfrm>
          <a:prstGeom prst="rect">
            <a:avLst/>
          </a:prstGeom>
          <a:noFill/>
          <a:ln/>
        </p:spPr>
        <p:txBody>
          <a:bodyPr wrap="square" rtlCol="0"/>
          <a:lstStyle>
            <a:lvl1pPr marL="0" indent="0" algn="l">
              <a:buNone/>
              <a:defRPr lang="en-US" sz="4000" b="1" dirty="0">
                <a:solidFill>
                  <a:srgbClr val="000000"/>
                </a:solidFill>
                <a:latin typeface="Arial Narrow" pitchFamily="34" charset="0"/>
                <a:ea typeface="Arial Narrow" pitchFamily="34" charset="-122"/>
                <a:cs typeface="Arial Narrow" pitchFamily="34" charset="-120"/>
              </a:defRPr>
            </a:lvl1pPr>
          </a:lstStyle>
          <a:p>
            <a:pPr marL="0" indent="0" algn="l">
              <a:buNone/>
            </a:pPr>
            <a:endParaRPr lang="en-US" sz="4000" dirty="0"/>
          </a:p>
        </p:txBody>
      </p:sp>
    </p:spTree>
    <p:extLst>
      <p:ext uri="{BB962C8B-B14F-4D97-AF65-F5344CB8AC3E}">
        <p14:creationId xmlns:p14="http://schemas.microsoft.com/office/powerpoint/2010/main" val="31692193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ANNER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950976"/>
          </a:xfrm>
          <a:prstGeom prst="rect">
            <a:avLst/>
          </a:prstGeom>
          <a:solidFill>
            <a:srgbClr val="C9C9C9"/>
          </a:solidFill>
          <a:ln/>
        </p:spPr>
        <p:txBody>
          <a:bodyPr/>
          <a:lstStyle/>
          <a:p>
            <a:endParaRPr lang="en-US"/>
          </a:p>
        </p:txBody>
      </p:sp>
      <p:sp>
        <p:nvSpPr>
          <p:cNvPr id="3" name="Text 1"/>
          <p:cNvSpPr>
            <a:spLocks noGrp="1"/>
          </p:cNvSpPr>
          <p:nvPr>
            <p:ph type="title" idx="101" hasCustomPrompt="1"/>
          </p:nvPr>
        </p:nvSpPr>
        <p:spPr>
          <a:xfrm>
            <a:off x="268224" y="60960"/>
            <a:ext cx="11704320" cy="829056"/>
          </a:xfrm>
          <a:prstGeom prst="rect">
            <a:avLst/>
          </a:prstGeom>
          <a:noFill/>
          <a:ln/>
        </p:spPr>
        <p:txBody>
          <a:bodyPr wrap="square" rtlCol="0"/>
          <a:lstStyle>
            <a:lvl1pPr marL="0" indent="0" algn="l">
              <a:buNone/>
              <a:defRPr lang="en-US" sz="4000" b="1" dirty="0">
                <a:solidFill>
                  <a:srgbClr val="000000"/>
                </a:solidFill>
                <a:latin typeface="Arial Narrow" pitchFamily="34" charset="0"/>
                <a:ea typeface="Arial Narrow" pitchFamily="34" charset="-122"/>
                <a:cs typeface="Arial Narrow" pitchFamily="34" charset="-120"/>
              </a:defRPr>
            </a:lvl1pPr>
          </a:lstStyle>
          <a:p>
            <a:pPr marL="0" indent="0" algn="l">
              <a:buNone/>
            </a:pPr>
            <a:endParaRPr lang="en-US" sz="4000" dirty="0"/>
          </a:p>
        </p:txBody>
      </p:sp>
    </p:spTree>
    <p:extLst>
      <p:ext uri="{BB962C8B-B14F-4D97-AF65-F5344CB8AC3E}">
        <p14:creationId xmlns:p14="http://schemas.microsoft.com/office/powerpoint/2010/main" val="11667012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ANNER_DARK_S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950976"/>
          </a:xfrm>
          <a:prstGeom prst="rect">
            <a:avLst/>
          </a:prstGeom>
          <a:solidFill>
            <a:srgbClr val="C9C9C9"/>
          </a:solidFill>
          <a:ln/>
        </p:spPr>
        <p:txBody>
          <a:bodyPr/>
          <a:lstStyle/>
          <a:p>
            <a:endParaRPr lang="en-US"/>
          </a:p>
        </p:txBody>
      </p:sp>
      <p:sp>
        <p:nvSpPr>
          <p:cNvPr id="3" name="Text 1"/>
          <p:cNvSpPr>
            <a:spLocks noGrp="1"/>
          </p:cNvSpPr>
          <p:nvPr>
            <p:ph type="title" idx="101" hasCustomPrompt="1"/>
          </p:nvPr>
        </p:nvSpPr>
        <p:spPr>
          <a:xfrm>
            <a:off x="268224" y="60960"/>
            <a:ext cx="11704320" cy="829056"/>
          </a:xfrm>
          <a:prstGeom prst="rect">
            <a:avLst/>
          </a:prstGeom>
          <a:noFill/>
          <a:ln/>
        </p:spPr>
        <p:txBody>
          <a:bodyPr wrap="square" rtlCol="0"/>
          <a:lstStyle>
            <a:lvl1pPr marL="0" indent="0" algn="l">
              <a:buNone/>
              <a:defRPr lang="en-US" sz="2533" b="1" dirty="0">
                <a:solidFill>
                  <a:srgbClr val="000000"/>
                </a:solidFill>
                <a:latin typeface="Arial Narrow" pitchFamily="34" charset="0"/>
                <a:ea typeface="Arial Narrow" pitchFamily="34" charset="-122"/>
                <a:cs typeface="Arial Narrow" pitchFamily="34" charset="-120"/>
              </a:defRPr>
            </a:lvl1pPr>
          </a:lstStyle>
          <a:p>
            <a:pPr marL="0" indent="0" algn="l">
              <a:buNone/>
            </a:pPr>
            <a:endParaRPr lang="en-US" sz="2533" dirty="0"/>
          </a:p>
        </p:txBody>
      </p:sp>
    </p:spTree>
    <p:extLst>
      <p:ext uri="{BB962C8B-B14F-4D97-AF65-F5344CB8AC3E}">
        <p14:creationId xmlns:p14="http://schemas.microsoft.com/office/powerpoint/2010/main" val="22188125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26720" y="146304"/>
            <a:ext cx="11338560" cy="877824"/>
          </a:xfrm>
          <a:prstGeom prst="rect">
            <a:avLst/>
          </a:prstGeom>
          <a:noFill/>
          <a:ln/>
        </p:spPr>
        <p:txBody>
          <a:bodyPr wrap="square" rtlCol="0"/>
          <a:lstStyle>
            <a:lvl1pPr marL="0" indent="0" algn="l">
              <a:buNone/>
              <a:defRPr lang="en-US" sz="4267" b="1" dirty="0">
                <a:solidFill>
                  <a:srgbClr val="000000"/>
                </a:solidFill>
                <a:latin typeface="Century Gothic" pitchFamily="34" charset="0"/>
                <a:ea typeface="Century Gothic" pitchFamily="34" charset="-122"/>
                <a:cs typeface="Century Gothic" pitchFamily="34" charset="-120"/>
              </a:defRPr>
            </a:lvl1pPr>
          </a:lstStyle>
          <a:p>
            <a:pPr marL="0" indent="0" algn="l">
              <a:buNone/>
            </a:pPr>
            <a:endParaRPr lang="en-US" sz="4267" dirty="0"/>
          </a:p>
        </p:txBody>
      </p:sp>
    </p:spTree>
    <p:extLst>
      <p:ext uri="{BB962C8B-B14F-4D97-AF65-F5344CB8AC3E}">
        <p14:creationId xmlns:p14="http://schemas.microsoft.com/office/powerpoint/2010/main" val="16255094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BA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09600"/>
          </a:xfrm>
          <a:prstGeom prst="rect">
            <a:avLst/>
          </a:prstGeom>
          <a:solidFill>
            <a:srgbClr val="000000"/>
          </a:solidFill>
          <a:ln/>
        </p:spPr>
        <p:txBody>
          <a:bodyPr/>
          <a:lstStyle/>
          <a:p>
            <a:endParaRPr lang="en-US"/>
          </a:p>
        </p:txBody>
      </p:sp>
      <p:sp>
        <p:nvSpPr>
          <p:cNvPr id="3" name="Text 1"/>
          <p:cNvSpPr>
            <a:spLocks noGrp="1"/>
          </p:cNvSpPr>
          <p:nvPr>
            <p:ph type="title" idx="101" hasCustomPrompt="1"/>
          </p:nvPr>
        </p:nvSpPr>
        <p:spPr>
          <a:xfrm>
            <a:off x="365760" y="24384"/>
            <a:ext cx="11460480" cy="560832"/>
          </a:xfrm>
          <a:prstGeom prst="rect">
            <a:avLst/>
          </a:prstGeom>
          <a:noFill/>
          <a:ln/>
        </p:spPr>
        <p:txBody>
          <a:bodyPr wrap="square" rtlCol="0"/>
          <a:lstStyle>
            <a:lvl1pPr marL="0" indent="0" algn="ctr">
              <a:buNone/>
              <a:defRPr lang="en-US" sz="2533" dirty="0">
                <a:solidFill>
                  <a:srgbClr val="FFFFFF"/>
                </a:solidFill>
                <a:latin typeface="Century Gothic" pitchFamily="34" charset="0"/>
                <a:ea typeface="Century Gothic" pitchFamily="34" charset="-122"/>
                <a:cs typeface="Century Gothic" pitchFamily="34" charset="-120"/>
              </a:defRPr>
            </a:lvl1pPr>
          </a:lstStyle>
          <a:p>
            <a:pPr marL="0" indent="0" algn="ctr">
              <a:buNone/>
            </a:pPr>
            <a:endParaRPr lang="en-US" sz="2533" dirty="0"/>
          </a:p>
        </p:txBody>
      </p:sp>
    </p:spTree>
    <p:extLst>
      <p:ext uri="{BB962C8B-B14F-4D97-AF65-F5344CB8AC3E}">
        <p14:creationId xmlns:p14="http://schemas.microsoft.com/office/powerpoint/2010/main" val="38315176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theme" Target="../theme/theme2.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1.xml"/><Relationship Id="rId7"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457200" y="1060450"/>
            <a:ext cx="8229600"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7" name="Rectangle 2"/>
          <p:cNvSpPr>
            <a:spLocks noGrp="1" noChangeArrowheads="1"/>
          </p:cNvSpPr>
          <p:nvPr>
            <p:ph type="title"/>
          </p:nvPr>
        </p:nvSpPr>
        <p:spPr bwMode="auto">
          <a:xfrm>
            <a:off x="457200" y="201613"/>
            <a:ext cx="68532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13"/>
          <p:cNvSpPr>
            <a:spLocks noChangeArrowheads="1"/>
          </p:cNvSpPr>
          <p:nvPr/>
        </p:nvSpPr>
        <p:spPr bwMode="white">
          <a:xfrm>
            <a:off x="8178800" y="6551613"/>
            <a:ext cx="965200"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8895" tIns="41272" rIns="88895" bIns="41272">
            <a:spAutoFit/>
          </a:bodyPr>
          <a:lstStyle/>
          <a:p>
            <a:pPr algn="ctr" eaLnBrk="0" fontAlgn="base" hangingPunct="0">
              <a:spcBef>
                <a:spcPct val="50000"/>
              </a:spcBef>
              <a:spcAft>
                <a:spcPct val="0"/>
              </a:spcAft>
              <a:tabLst>
                <a:tab pos="857250" algn="r"/>
              </a:tabLst>
            </a:pPr>
            <a:r>
              <a:rPr lang="en-US" sz="800" dirty="0">
                <a:solidFill>
                  <a:srgbClr val="C4C4C4"/>
                </a:solidFill>
              </a:rPr>
              <a:t>OV 7 - </a:t>
            </a:r>
            <a:fld id="{B4BB2389-B011-493F-BC0E-7785D9F75971}" type="slidenum">
              <a:rPr lang="en-US" sz="800">
                <a:solidFill>
                  <a:srgbClr val="C4C4C4"/>
                </a:solidFill>
              </a:rPr>
              <a:pPr algn="ctr" eaLnBrk="0" fontAlgn="base" hangingPunct="0">
                <a:spcBef>
                  <a:spcPct val="50000"/>
                </a:spcBef>
                <a:spcAft>
                  <a:spcPct val="0"/>
                </a:spcAft>
                <a:tabLst>
                  <a:tab pos="857250" algn="r"/>
                </a:tabLst>
              </a:pPr>
              <a:t>‹#›</a:t>
            </a:fld>
            <a:endParaRPr lang="en-US" sz="800" dirty="0">
              <a:solidFill>
                <a:srgbClr val="C4C4C4"/>
              </a:solidFill>
            </a:endParaRPr>
          </a:p>
        </p:txBody>
      </p:sp>
      <p:sp>
        <p:nvSpPr>
          <p:cNvPr id="1029" name="Rectangle 14"/>
          <p:cNvSpPr>
            <a:spLocks noChangeArrowheads="1"/>
          </p:cNvSpPr>
          <p:nvPr/>
        </p:nvSpPr>
        <p:spPr bwMode="auto">
          <a:xfrm>
            <a:off x="-19050" y="6551613"/>
            <a:ext cx="375285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2" tIns="44447" rIns="90482" bIns="44447">
            <a:spAutoFit/>
          </a:bodyPr>
          <a:lstStyle/>
          <a:p>
            <a:pPr algn="r" eaLnBrk="0" fontAlgn="base" hangingPunct="0">
              <a:spcBef>
                <a:spcPct val="0"/>
              </a:spcBef>
              <a:spcAft>
                <a:spcPct val="0"/>
              </a:spcAft>
            </a:pPr>
            <a:r>
              <a:rPr lang="en-US" sz="1000" dirty="0">
                <a:solidFill>
                  <a:srgbClr val="D9D9D9"/>
                </a:solidFill>
              </a:rPr>
              <a:t>Copyright © 2015 </a:t>
            </a:r>
            <a:r>
              <a:rPr lang="en-US" sz="1000" b="1" dirty="0">
                <a:solidFill>
                  <a:srgbClr val="D9D9D9"/>
                </a:solidFill>
              </a:rPr>
              <a:t>Logical Operations, Inc</a:t>
            </a:r>
            <a:r>
              <a:rPr lang="en-US" sz="1000" dirty="0">
                <a:solidFill>
                  <a:srgbClr val="D9D9D9"/>
                </a:solidFill>
              </a:rPr>
              <a:t>. All rights reserved.</a:t>
            </a:r>
          </a:p>
        </p:txBody>
      </p:sp>
      <p:pic>
        <p:nvPicPr>
          <p:cNvPr id="1030" name="Picture 23"/>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6019800" y="2667000"/>
            <a:ext cx="16764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392440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Lst>
  <p:hf hdr="0" ftr="0" dt="0"/>
  <p:txStyles>
    <p:titleStyle>
      <a:lvl1pPr algn="l" rtl="0" eaLnBrk="0" fontAlgn="base" hangingPunct="0">
        <a:spcBef>
          <a:spcPct val="0"/>
        </a:spcBef>
        <a:spcAft>
          <a:spcPct val="0"/>
        </a:spcAft>
        <a:defRPr sz="2200" i="1">
          <a:solidFill>
            <a:schemeClr val="bg1"/>
          </a:solidFill>
          <a:latin typeface="+mj-lt"/>
          <a:ea typeface="+mj-ea"/>
          <a:cs typeface="+mj-cs"/>
        </a:defRPr>
      </a:lvl1pPr>
      <a:lvl2pPr algn="l" rtl="0" eaLnBrk="0" fontAlgn="base" hangingPunct="0">
        <a:spcBef>
          <a:spcPct val="0"/>
        </a:spcBef>
        <a:spcAft>
          <a:spcPct val="0"/>
        </a:spcAft>
        <a:defRPr sz="2200" i="1">
          <a:solidFill>
            <a:schemeClr val="bg1"/>
          </a:solidFill>
          <a:latin typeface="Arial Black" pitchFamily="34" charset="0"/>
        </a:defRPr>
      </a:lvl2pPr>
      <a:lvl3pPr algn="l" rtl="0" eaLnBrk="0" fontAlgn="base" hangingPunct="0">
        <a:spcBef>
          <a:spcPct val="0"/>
        </a:spcBef>
        <a:spcAft>
          <a:spcPct val="0"/>
        </a:spcAft>
        <a:defRPr sz="2200" i="1">
          <a:solidFill>
            <a:schemeClr val="bg1"/>
          </a:solidFill>
          <a:latin typeface="Arial Black" pitchFamily="34" charset="0"/>
        </a:defRPr>
      </a:lvl3pPr>
      <a:lvl4pPr algn="l" rtl="0" eaLnBrk="0" fontAlgn="base" hangingPunct="0">
        <a:spcBef>
          <a:spcPct val="0"/>
        </a:spcBef>
        <a:spcAft>
          <a:spcPct val="0"/>
        </a:spcAft>
        <a:defRPr sz="2200" i="1">
          <a:solidFill>
            <a:schemeClr val="bg1"/>
          </a:solidFill>
          <a:latin typeface="Arial Black" pitchFamily="34" charset="0"/>
        </a:defRPr>
      </a:lvl4pPr>
      <a:lvl5pPr algn="l" rtl="0" eaLnBrk="0" fontAlgn="base" hangingPunct="0">
        <a:spcBef>
          <a:spcPct val="0"/>
        </a:spcBef>
        <a:spcAft>
          <a:spcPct val="0"/>
        </a:spcAft>
        <a:defRPr sz="2200" i="1">
          <a:solidFill>
            <a:schemeClr val="bg1"/>
          </a:solidFill>
          <a:latin typeface="Arial Black" pitchFamily="34" charset="0"/>
        </a:defRPr>
      </a:lvl5pPr>
      <a:lvl6pPr marL="457200" algn="l" rtl="0" fontAlgn="base">
        <a:spcBef>
          <a:spcPct val="0"/>
        </a:spcBef>
        <a:spcAft>
          <a:spcPct val="0"/>
        </a:spcAft>
        <a:defRPr sz="2200" i="1">
          <a:solidFill>
            <a:schemeClr val="bg1"/>
          </a:solidFill>
          <a:latin typeface="Arial Black" pitchFamily="34" charset="0"/>
        </a:defRPr>
      </a:lvl6pPr>
      <a:lvl7pPr marL="914400" algn="l" rtl="0" fontAlgn="base">
        <a:spcBef>
          <a:spcPct val="0"/>
        </a:spcBef>
        <a:spcAft>
          <a:spcPct val="0"/>
        </a:spcAft>
        <a:defRPr sz="2200" i="1">
          <a:solidFill>
            <a:schemeClr val="bg1"/>
          </a:solidFill>
          <a:latin typeface="Arial Black" pitchFamily="34" charset="0"/>
        </a:defRPr>
      </a:lvl7pPr>
      <a:lvl8pPr marL="1371600" algn="l" rtl="0" fontAlgn="base">
        <a:spcBef>
          <a:spcPct val="0"/>
        </a:spcBef>
        <a:spcAft>
          <a:spcPct val="0"/>
        </a:spcAft>
        <a:defRPr sz="2200" i="1">
          <a:solidFill>
            <a:schemeClr val="bg1"/>
          </a:solidFill>
          <a:latin typeface="Arial Black" pitchFamily="34" charset="0"/>
        </a:defRPr>
      </a:lvl8pPr>
      <a:lvl9pPr marL="1828800" algn="l" rtl="0" fontAlgn="base">
        <a:spcBef>
          <a:spcPct val="0"/>
        </a:spcBef>
        <a:spcAft>
          <a:spcPct val="0"/>
        </a:spcAft>
        <a:defRPr sz="2200" i="1">
          <a:solidFill>
            <a:schemeClr val="bg1"/>
          </a:solidFill>
          <a:latin typeface="Arial Black" pitchFamily="34" charset="0"/>
        </a:defRPr>
      </a:lvl9pPr>
    </p:titleStyle>
    <p:bodyStyle>
      <a:lvl1pPr marL="231775" indent="-231775" algn="l" rtl="0" eaLnBrk="0" fontAlgn="base" hangingPunct="0">
        <a:spcBef>
          <a:spcPct val="20000"/>
        </a:spcBef>
        <a:spcAft>
          <a:spcPct val="0"/>
        </a:spcAft>
        <a:buClr>
          <a:srgbClr val="009DDC"/>
        </a:buClr>
        <a:buFont typeface="Wingdings" panose="05000000000000000000" pitchFamily="2" charset="2"/>
        <a:buChar char="§"/>
        <a:defRPr sz="1600" b="1">
          <a:solidFill>
            <a:schemeClr val="tx1"/>
          </a:solidFill>
          <a:latin typeface="+mn-lt"/>
          <a:ea typeface="+mn-ea"/>
          <a:cs typeface="+mn-cs"/>
        </a:defRPr>
      </a:lvl1pPr>
      <a:lvl2pPr marL="460375" indent="-223838" algn="l" rtl="0" eaLnBrk="0" fontAlgn="base" hangingPunct="0">
        <a:spcBef>
          <a:spcPct val="20000"/>
        </a:spcBef>
        <a:spcAft>
          <a:spcPct val="0"/>
        </a:spcAft>
        <a:buClr>
          <a:srgbClr val="009DDC"/>
        </a:buClr>
        <a:buFont typeface="Wingdings" panose="05000000000000000000" pitchFamily="2" charset="2"/>
        <a:buChar char="§"/>
        <a:defRPr sz="1400">
          <a:solidFill>
            <a:schemeClr val="tx1"/>
          </a:solidFill>
          <a:latin typeface="+mn-lt"/>
        </a:defRPr>
      </a:lvl2pPr>
      <a:lvl3pPr marL="682625" indent="-231775" algn="l" rtl="0" eaLnBrk="0" fontAlgn="base" hangingPunct="0">
        <a:spcBef>
          <a:spcPct val="20000"/>
        </a:spcBef>
        <a:spcAft>
          <a:spcPct val="0"/>
        </a:spcAft>
        <a:buClr>
          <a:srgbClr val="009DDC"/>
        </a:buClr>
        <a:buFont typeface="Wingdings" panose="05000000000000000000" pitchFamily="2" charset="2"/>
        <a:buChar char="§"/>
        <a:defRPr sz="1200">
          <a:solidFill>
            <a:schemeClr val="tx1"/>
          </a:solidFill>
          <a:latin typeface="+mn-lt"/>
        </a:defRPr>
      </a:lvl3pPr>
      <a:lvl4pPr marL="917575" indent="-234950" algn="l" rtl="0" eaLnBrk="0" fontAlgn="base" hangingPunct="0">
        <a:spcBef>
          <a:spcPct val="20000"/>
        </a:spcBef>
        <a:spcAft>
          <a:spcPct val="0"/>
        </a:spcAft>
        <a:buClr>
          <a:srgbClr val="009DDC"/>
        </a:buClr>
        <a:buFont typeface="Wingdings" panose="05000000000000000000" pitchFamily="2" charset="2"/>
        <a:buChar char="§"/>
        <a:defRPr sz="1200">
          <a:solidFill>
            <a:schemeClr val="tx1"/>
          </a:solidFill>
          <a:latin typeface="+mn-lt"/>
        </a:defRPr>
      </a:lvl4pPr>
      <a:lvl5pPr marL="1146175" indent="-231775" algn="l" rtl="0" eaLnBrk="0" fontAlgn="base" hangingPunct="0">
        <a:spcBef>
          <a:spcPct val="20000"/>
        </a:spcBef>
        <a:spcAft>
          <a:spcPct val="0"/>
        </a:spcAft>
        <a:buClr>
          <a:srgbClr val="009DDC"/>
        </a:buClr>
        <a:buFont typeface="Wingdings" panose="05000000000000000000" pitchFamily="2" charset="2"/>
        <a:buChar char="§"/>
        <a:defRPr sz="1200">
          <a:solidFill>
            <a:schemeClr val="tx1"/>
          </a:solidFill>
          <a:latin typeface="+mn-lt"/>
        </a:defRPr>
      </a:lvl5pPr>
      <a:lvl6pPr marL="2514600" indent="-228600" algn="l" rtl="0" fontAlgn="base">
        <a:spcBef>
          <a:spcPct val="20000"/>
        </a:spcBef>
        <a:spcAft>
          <a:spcPct val="0"/>
        </a:spcAft>
        <a:buClr>
          <a:srgbClr val="FF9900"/>
        </a:buClr>
        <a:buChar char="»"/>
        <a:defRPr sz="1400">
          <a:solidFill>
            <a:schemeClr val="tx1"/>
          </a:solidFill>
          <a:latin typeface="+mn-lt"/>
        </a:defRPr>
      </a:lvl6pPr>
      <a:lvl7pPr marL="2971800" indent="-228600" algn="l" rtl="0" fontAlgn="base">
        <a:spcBef>
          <a:spcPct val="20000"/>
        </a:spcBef>
        <a:spcAft>
          <a:spcPct val="0"/>
        </a:spcAft>
        <a:buClr>
          <a:srgbClr val="FF9900"/>
        </a:buClr>
        <a:buChar char="»"/>
        <a:defRPr sz="1400">
          <a:solidFill>
            <a:schemeClr val="tx1"/>
          </a:solidFill>
          <a:latin typeface="+mn-lt"/>
        </a:defRPr>
      </a:lvl7pPr>
      <a:lvl8pPr marL="3429000" indent="-228600" algn="l" rtl="0" fontAlgn="base">
        <a:spcBef>
          <a:spcPct val="20000"/>
        </a:spcBef>
        <a:spcAft>
          <a:spcPct val="0"/>
        </a:spcAft>
        <a:buClr>
          <a:srgbClr val="FF9900"/>
        </a:buClr>
        <a:buChar char="»"/>
        <a:defRPr sz="1400">
          <a:solidFill>
            <a:schemeClr val="tx1"/>
          </a:solidFill>
          <a:latin typeface="+mn-lt"/>
        </a:defRPr>
      </a:lvl8pPr>
      <a:lvl9pPr marL="3886200" indent="-228600" algn="l" rtl="0" fontAlgn="base">
        <a:spcBef>
          <a:spcPct val="20000"/>
        </a:spcBef>
        <a:spcAft>
          <a:spcPct val="0"/>
        </a:spcAft>
        <a:buClr>
          <a:srgbClr val="FF9900"/>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9919AD-3DEC-4FA2-BAC8-8F1B493919F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D64276-954D-4163-8959-8C1844621B7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6FF914-7F95-405D-B6DC-82F22F359D0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B89D55-5AEA-4C61-BACD-6E690013CE6B}" type="datetimeFigureOut">
              <a:rPr lang="en-US" smtClean="0"/>
              <a:t>8/20/26</a:t>
            </a:fld>
            <a:endParaRPr lang="en-US"/>
          </a:p>
        </p:txBody>
      </p:sp>
      <p:sp>
        <p:nvSpPr>
          <p:cNvPr id="5" name="Footer Placeholder 4">
            <a:extLst>
              <a:ext uri="{FF2B5EF4-FFF2-40B4-BE49-F238E27FC236}">
                <a16:creationId xmlns:a16="http://schemas.microsoft.com/office/drawing/2014/main" id="{D666AE05-D9ED-459E-8EEC-0C41046C581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2F5A48-892D-4889-B302-23DDAA89162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08A1757-537C-4AD0-8721-6B19BE8B1E9E}" type="slidenum">
              <a:rPr lang="en-US" smtClean="0"/>
              <a:t>‹#›</a:t>
            </a:fld>
            <a:endParaRPr lang="en-US"/>
          </a:p>
        </p:txBody>
      </p:sp>
    </p:spTree>
    <p:extLst>
      <p:ext uri="{BB962C8B-B14F-4D97-AF65-F5344CB8AC3E}">
        <p14:creationId xmlns:p14="http://schemas.microsoft.com/office/powerpoint/2010/main" val="2650292896"/>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911" r:id="rId12"/>
    <p:sldLayoutId id="2147483912" r:id="rId13"/>
    <p:sldLayoutId id="2147483913" r:id="rId14"/>
    <p:sldLayoutId id="2147483914" r:id="rId15"/>
    <p:sldLayoutId id="2147483915" r:id="rId16"/>
    <p:sldLayoutId id="2147483916" r:id="rId17"/>
    <p:sldLayoutId id="2147483917" r:id="rId18"/>
    <p:sldLayoutId id="2147483918" r:id="rId19"/>
    <p:sldLayoutId id="2147483919" r:id="rId20"/>
    <p:sldLayoutId id="2147483920" r:id="rId21"/>
    <p:sldLayoutId id="2147483921" r:id="rId2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18382845"/>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710444"/>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57" name="Rectangle 2056">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59" name="Rectangle 2058">
            <a:extLst>
              <a:ext uri="{FF2B5EF4-FFF2-40B4-BE49-F238E27FC236}">
                <a16:creationId xmlns:a16="http://schemas.microsoft.com/office/drawing/2014/main" id="{541CEA24-8518-4C08-A11E-B7E64FB31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p:cNvSpPr>
            <a:spLocks noGrp="1" noChangeArrowheads="1"/>
          </p:cNvSpPr>
          <p:nvPr>
            <p:ph type="ctrTitle"/>
          </p:nvPr>
        </p:nvSpPr>
        <p:spPr>
          <a:xfrm>
            <a:off x="4918515" y="1416581"/>
            <a:ext cx="6092786" cy="2127287"/>
          </a:xfrm>
        </p:spPr>
        <p:txBody>
          <a:bodyPr anchor="b">
            <a:normAutofit/>
          </a:bodyPr>
          <a:lstStyle/>
          <a:p>
            <a:pPr algn="l" eaLnBrk="1" hangingPunct="1"/>
            <a:r>
              <a:rPr lang="en-US" sz="4800"/>
              <a:t>Software Development Security</a:t>
            </a:r>
          </a:p>
        </p:txBody>
      </p:sp>
      <p:cxnSp>
        <p:nvCxnSpPr>
          <p:cNvPr id="2061" name="Straight Connector 2060">
            <a:extLst>
              <a:ext uri="{FF2B5EF4-FFF2-40B4-BE49-F238E27FC236}">
                <a16:creationId xmlns:a16="http://schemas.microsoft.com/office/drawing/2014/main" id="{5D28AB17-F6FA-4C53-B3E3-D0A39D4A33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3EFADC67-92A1-44FB-8691-D8CD71A21E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065" name="Rectangle 2064">
            <a:extLst>
              <a:ext uri="{FF2B5EF4-FFF2-40B4-BE49-F238E27FC236}">
                <a16:creationId xmlns:a16="http://schemas.microsoft.com/office/drawing/2014/main" id="{4AA74EAB-FD76-4F40-A962-CEADC3054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425172"/>
            <a:ext cx="1469410" cy="4695345"/>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1" name="Graphic 70" descr="Computer">
            <a:extLst>
              <a:ext uri="{FF2B5EF4-FFF2-40B4-BE49-F238E27FC236}">
                <a16:creationId xmlns:a16="http://schemas.microsoft.com/office/drawing/2014/main" id="{CC335CE4-D5F6-448D-9367-8974EC9E02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2899" y="2355650"/>
            <a:ext cx="3756276" cy="37562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a:ln>
                  <a:noFill/>
                </a:ln>
                <a:solidFill>
                  <a:srgbClr val="4A4A4A"/>
                </a:solidFill>
                <a:effectLst/>
                <a:uLnTx/>
                <a:uFillTx/>
                <a:latin typeface="Impact"/>
                <a:ea typeface="+mn-ea"/>
                <a:cs typeface="+mn-cs"/>
              </a:rPr>
              <a:t>THE SOFTWARE DEVELOPMENT LIFECYCLE</a:t>
            </a:r>
          </a:p>
        </p:txBody>
      </p:sp>
      <p:sp>
        <p:nvSpPr>
          <p:cNvPr id="4" name="Pie 3"/>
          <p:cNvSpPr/>
          <p:nvPr/>
        </p:nvSpPr>
        <p:spPr>
          <a:xfrm>
            <a:off x="1691639" y="1554480"/>
            <a:ext cx="4572000" cy="4572000"/>
          </a:xfrm>
          <a:prstGeom prst="pie">
            <a:avLst>
              <a:gd name="adj1" fmla="val 16200000"/>
              <a:gd name="adj2" fmla="val 20520000"/>
            </a:avLst>
          </a:prstGeom>
          <a:no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Pie 4"/>
          <p:cNvSpPr/>
          <p:nvPr/>
        </p:nvSpPr>
        <p:spPr>
          <a:xfrm>
            <a:off x="1691639" y="1554480"/>
            <a:ext cx="4572000" cy="4572000"/>
          </a:xfrm>
          <a:prstGeom prst="pie">
            <a:avLst>
              <a:gd name="adj1" fmla="val 20520000"/>
              <a:gd name="adj2" fmla="val 3240000"/>
            </a:avLst>
          </a:prstGeom>
          <a:noFill/>
          <a:ln w="12700">
            <a:solidFill>
              <a:srgbClr val="3B5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Pie 5"/>
          <p:cNvSpPr/>
          <p:nvPr/>
        </p:nvSpPr>
        <p:spPr>
          <a:xfrm>
            <a:off x="1691639" y="1554480"/>
            <a:ext cx="4572000" cy="4572000"/>
          </a:xfrm>
          <a:prstGeom prst="pie">
            <a:avLst>
              <a:gd name="adj1" fmla="val 3240000"/>
              <a:gd name="adj2" fmla="val 7560000"/>
            </a:avLst>
          </a:prstGeom>
          <a:noFill/>
          <a:ln w="12700">
            <a:solidFill>
              <a:srgbClr val="3B5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Pie 6"/>
          <p:cNvSpPr/>
          <p:nvPr/>
        </p:nvSpPr>
        <p:spPr>
          <a:xfrm>
            <a:off x="1691639" y="1554480"/>
            <a:ext cx="4572000" cy="4572000"/>
          </a:xfrm>
          <a:prstGeom prst="pie">
            <a:avLst>
              <a:gd name="adj1" fmla="val 7560000"/>
              <a:gd name="adj2" fmla="val 11880000"/>
            </a:avLst>
          </a:prstGeom>
          <a:noFill/>
          <a:ln w="12700">
            <a:solidFill>
              <a:srgbClr val="3B5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Pie 7"/>
          <p:cNvSpPr/>
          <p:nvPr/>
        </p:nvSpPr>
        <p:spPr>
          <a:xfrm>
            <a:off x="1691639" y="1554480"/>
            <a:ext cx="4572000" cy="4572000"/>
          </a:xfrm>
          <a:prstGeom prst="pie">
            <a:avLst>
              <a:gd name="adj1" fmla="val 11880000"/>
              <a:gd name="adj2" fmla="val 16200000"/>
            </a:avLst>
          </a:prstGeom>
          <a:noFill/>
          <a:ln w="12700">
            <a:solidFill>
              <a:srgbClr val="3B5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3952873" y="2308860"/>
            <a:ext cx="1737360" cy="8229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111111"/>
                </a:solidFill>
                <a:effectLst/>
                <a:uLnTx/>
                <a:uFillTx/>
                <a:latin typeface="Century Gothic"/>
                <a:ea typeface="+mn-ea"/>
                <a:cs typeface="+mn-cs"/>
              </a:rPr>
              <a:t>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dirty="0">
                <a:ln>
                  <a:noFill/>
                </a:ln>
                <a:solidFill>
                  <a:srgbClr val="111111"/>
                </a:solidFill>
                <a:effectLst/>
                <a:uLnTx/>
                <a:uFillTx/>
                <a:latin typeface="Century Gothic"/>
                <a:ea typeface="+mn-ea"/>
                <a:cs typeface="+mn-cs"/>
              </a:rPr>
              <a:t>Requirements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dirty="0">
                <a:ln>
                  <a:noFill/>
                </a:ln>
                <a:solidFill>
                  <a:srgbClr val="111111"/>
                </a:solidFill>
                <a:effectLst/>
                <a:uLnTx/>
                <a:uFillTx/>
                <a:latin typeface="Century Gothic"/>
                <a:ea typeface="+mn-ea"/>
                <a:cs typeface="+mn-cs"/>
              </a:rPr>
              <a:t>analysis</a:t>
            </a:r>
          </a:p>
        </p:txBody>
      </p:sp>
      <p:sp>
        <p:nvSpPr>
          <p:cNvPr id="10" name="TextBox 9"/>
          <p:cNvSpPr txBox="1"/>
          <p:nvPr/>
        </p:nvSpPr>
        <p:spPr>
          <a:xfrm>
            <a:off x="4571999" y="3886200"/>
            <a:ext cx="1737360" cy="8229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111111"/>
                </a:solidFill>
                <a:effectLst/>
                <a:uLnTx/>
                <a:uFillTx/>
                <a:latin typeface="Century Gothic"/>
                <a:ea typeface="+mn-ea"/>
                <a:cs typeface="+mn-cs"/>
              </a:rPr>
              <a:t>2</a:t>
            </a:r>
            <a:r>
              <a:rPr kumimoji="0" sz="1500" b="0" i="0" u="none" strike="noStrike" kern="1200" cap="none" spc="0" normalizeH="0" baseline="0" noProof="0">
                <a:ln>
                  <a:noFill/>
                </a:ln>
                <a:solidFill>
                  <a:srgbClr val="111111"/>
                </a:solidFill>
                <a:effectLst/>
                <a:uLnTx/>
                <a:uFillTx/>
                <a:latin typeface="Century Gothic"/>
                <a:ea typeface="+mn-ea"/>
                <a:cs typeface="+mn-cs"/>
              </a:rPr>
              <a:t>. Design</a:t>
            </a:r>
          </a:p>
        </p:txBody>
      </p:sp>
      <p:sp>
        <p:nvSpPr>
          <p:cNvPr id="11" name="TextBox 10"/>
          <p:cNvSpPr txBox="1"/>
          <p:nvPr/>
        </p:nvSpPr>
        <p:spPr>
          <a:xfrm>
            <a:off x="3200399" y="5212080"/>
            <a:ext cx="1737360" cy="8229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111111"/>
                </a:solidFill>
                <a:effectLst/>
                <a:uLnTx/>
                <a:uFillTx/>
                <a:latin typeface="Century Gothic"/>
                <a:ea typeface="+mn-ea"/>
                <a:cs typeface="+mn-cs"/>
              </a:rPr>
              <a:t>3.</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111111"/>
                </a:solidFill>
                <a:effectLst/>
                <a:uLnTx/>
                <a:uFillTx/>
                <a:latin typeface="Century Gothic"/>
                <a:ea typeface="+mn-ea"/>
                <a:cs typeface="+mn-cs"/>
              </a:rPr>
              <a:t>Implementation</a:t>
            </a:r>
          </a:p>
        </p:txBody>
      </p:sp>
      <p:sp>
        <p:nvSpPr>
          <p:cNvPr id="12" name="TextBox 11"/>
          <p:cNvSpPr txBox="1"/>
          <p:nvPr/>
        </p:nvSpPr>
        <p:spPr>
          <a:xfrm>
            <a:off x="1554479" y="3886200"/>
            <a:ext cx="1737360" cy="8229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111111"/>
                </a:solidFill>
                <a:effectLst/>
                <a:uLnTx/>
                <a:uFillTx/>
                <a:latin typeface="Century Gothic"/>
                <a:ea typeface="+mn-ea"/>
                <a:cs typeface="+mn-cs"/>
              </a:rPr>
              <a:t>4</a:t>
            </a:r>
            <a:r>
              <a:rPr kumimoji="0" sz="1500" b="0" i="0" u="none" strike="noStrike" kern="1200" cap="none" spc="0" normalizeH="0" baseline="0" noProof="0">
                <a:ln>
                  <a:noFill/>
                </a:ln>
                <a:solidFill>
                  <a:srgbClr val="111111"/>
                </a:solidFill>
                <a:effectLst/>
                <a:uLnTx/>
                <a:uFillTx/>
                <a:latin typeface="Century Gothic"/>
                <a:ea typeface="+mn-ea"/>
                <a:cs typeface="+mn-cs"/>
              </a:rPr>
              <a:t>. Testing</a:t>
            </a:r>
          </a:p>
        </p:txBody>
      </p:sp>
      <p:sp>
        <p:nvSpPr>
          <p:cNvPr id="13" name="TextBox 12"/>
          <p:cNvSpPr txBox="1"/>
          <p:nvPr/>
        </p:nvSpPr>
        <p:spPr>
          <a:xfrm>
            <a:off x="2101213" y="2560320"/>
            <a:ext cx="1737360" cy="8229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111111"/>
                </a:solidFill>
                <a:effectLst/>
                <a:uLnTx/>
                <a:uFillTx/>
                <a:latin typeface="Century Gothic"/>
                <a:ea typeface="+mn-ea"/>
                <a:cs typeface="+mn-cs"/>
              </a:rPr>
              <a:t>5</a:t>
            </a:r>
            <a:r>
              <a:rPr kumimoji="0" sz="1500" b="0" i="0" u="none" strike="noStrike" kern="1200" cap="none" spc="0" normalizeH="0" baseline="0" noProof="0" dirty="0">
                <a:ln>
                  <a:noFill/>
                </a:ln>
                <a:solidFill>
                  <a:srgbClr val="111111"/>
                </a:solidFill>
                <a:effectLst/>
                <a:uLnTx/>
                <a:uFillTx/>
                <a:latin typeface="Century Gothic"/>
                <a:ea typeface="+mn-ea"/>
                <a:cs typeface="+mn-cs"/>
              </a:rPr>
              <a:t>. Evolution</a:t>
            </a:r>
          </a:p>
        </p:txBody>
      </p:sp>
      <p:sp>
        <p:nvSpPr>
          <p:cNvPr id="14" name="TextBox 13"/>
          <p:cNvSpPr txBox="1"/>
          <p:nvPr/>
        </p:nvSpPr>
        <p:spPr>
          <a:xfrm>
            <a:off x="8229600" y="1417320"/>
            <a:ext cx="3657600" cy="47548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1600"/>
              </a:spcAft>
              <a:buClrTx/>
              <a:buSzTx/>
              <a:buFontTx/>
              <a:buNone/>
              <a:tabLst/>
              <a:defRPr/>
            </a:pPr>
            <a:r>
              <a:rPr kumimoji="0" sz="3400" b="1" i="0" u="none" strike="noStrike" kern="1200" cap="none" spc="0" normalizeH="0" baseline="0" noProof="0">
                <a:ln>
                  <a:noFill/>
                </a:ln>
                <a:solidFill>
                  <a:srgbClr val="FF1818"/>
                </a:solidFill>
                <a:effectLst/>
                <a:uLnTx/>
                <a:uFillTx/>
                <a:latin typeface="Century Gothic"/>
                <a:ea typeface="+mn-ea"/>
                <a:cs typeface="+mn-cs"/>
              </a:rPr>
              <a:t>R</a:t>
            </a:r>
            <a:r>
              <a:rPr kumimoji="0" sz="3400" b="0" i="0" u="none" strike="noStrike" kern="1200" cap="none" spc="0" normalizeH="0" baseline="0" noProof="0">
                <a:ln>
                  <a:noFill/>
                </a:ln>
                <a:solidFill>
                  <a:srgbClr val="111111"/>
                </a:solidFill>
                <a:effectLst/>
                <a:uLnTx/>
                <a:uFillTx/>
                <a:latin typeface="Century Gothic"/>
                <a:ea typeface="+mn-ea"/>
                <a:cs typeface="+mn-cs"/>
              </a:rPr>
              <a:t>eal</a:t>
            </a:r>
          </a:p>
          <a:p>
            <a:pPr marL="0" marR="0" lvl="0" indent="0" algn="l" defTabSz="457200" rtl="0" eaLnBrk="1" fontAlgn="auto" latinLnBrk="0" hangingPunct="1">
              <a:lnSpc>
                <a:spcPct val="100000"/>
              </a:lnSpc>
              <a:spcBef>
                <a:spcPts val="0"/>
              </a:spcBef>
              <a:spcAft>
                <a:spcPts val="1600"/>
              </a:spcAft>
              <a:buClrTx/>
              <a:buSzTx/>
              <a:buFontTx/>
              <a:buNone/>
              <a:tabLst/>
              <a:defRPr/>
            </a:pPr>
            <a:r>
              <a:rPr kumimoji="0" sz="3400" b="1" i="0" u="none" strike="noStrike" kern="1200" cap="none" spc="0" normalizeH="0" baseline="0" noProof="0">
                <a:ln>
                  <a:noFill/>
                </a:ln>
                <a:solidFill>
                  <a:srgbClr val="FF1818"/>
                </a:solidFill>
                <a:effectLst/>
                <a:uLnTx/>
                <a:uFillTx/>
                <a:latin typeface="Century Gothic"/>
                <a:ea typeface="+mn-ea"/>
                <a:cs typeface="+mn-cs"/>
              </a:rPr>
              <a:t>D</a:t>
            </a:r>
            <a:r>
              <a:rPr kumimoji="0" sz="3400" b="0" i="0" u="none" strike="noStrike" kern="1200" cap="none" spc="0" normalizeH="0" baseline="0" noProof="0">
                <a:ln>
                  <a:noFill/>
                </a:ln>
                <a:solidFill>
                  <a:srgbClr val="111111"/>
                </a:solidFill>
                <a:effectLst/>
                <a:uLnTx/>
                <a:uFillTx/>
                <a:latin typeface="Century Gothic"/>
                <a:ea typeface="+mn-ea"/>
                <a:cs typeface="+mn-cs"/>
              </a:rPr>
              <a:t>evelopers</a:t>
            </a:r>
          </a:p>
          <a:p>
            <a:pPr marL="0" marR="0" lvl="0" indent="0" algn="l" defTabSz="457200" rtl="0" eaLnBrk="1" fontAlgn="auto" latinLnBrk="0" hangingPunct="1">
              <a:lnSpc>
                <a:spcPct val="100000"/>
              </a:lnSpc>
              <a:spcBef>
                <a:spcPts val="0"/>
              </a:spcBef>
              <a:spcAft>
                <a:spcPts val="1600"/>
              </a:spcAft>
              <a:buClrTx/>
              <a:buSzTx/>
              <a:buFontTx/>
              <a:buNone/>
              <a:tabLst/>
              <a:defRPr/>
            </a:pPr>
            <a:r>
              <a:rPr kumimoji="0" sz="3400" b="1" i="0" u="none" strike="noStrike" kern="1200" cap="none" spc="0" normalizeH="0" baseline="0" noProof="0">
                <a:ln>
                  <a:noFill/>
                </a:ln>
                <a:solidFill>
                  <a:srgbClr val="FF1818"/>
                </a:solidFill>
                <a:effectLst/>
                <a:uLnTx/>
                <a:uFillTx/>
                <a:latin typeface="Century Gothic"/>
                <a:ea typeface="+mn-ea"/>
                <a:cs typeface="+mn-cs"/>
              </a:rPr>
              <a:t>I</a:t>
            </a:r>
            <a:r>
              <a:rPr kumimoji="0" sz="3400" b="0" i="0" u="none" strike="noStrike" kern="1200" cap="none" spc="0" normalizeH="0" baseline="0" noProof="0">
                <a:ln>
                  <a:noFill/>
                </a:ln>
                <a:solidFill>
                  <a:srgbClr val="111111"/>
                </a:solidFill>
                <a:effectLst/>
                <a:uLnTx/>
                <a:uFillTx/>
                <a:latin typeface="Century Gothic"/>
                <a:ea typeface="+mn-ea"/>
                <a:cs typeface="+mn-cs"/>
              </a:rPr>
              <a:t>deas</a:t>
            </a:r>
          </a:p>
          <a:p>
            <a:pPr marL="0" marR="0" lvl="0" indent="0" algn="l" defTabSz="457200" rtl="0" eaLnBrk="1" fontAlgn="auto" latinLnBrk="0" hangingPunct="1">
              <a:lnSpc>
                <a:spcPct val="100000"/>
              </a:lnSpc>
              <a:spcBef>
                <a:spcPts val="0"/>
              </a:spcBef>
              <a:spcAft>
                <a:spcPts val="1600"/>
              </a:spcAft>
              <a:buClrTx/>
              <a:buSzTx/>
              <a:buFontTx/>
              <a:buNone/>
              <a:tabLst/>
              <a:defRPr/>
            </a:pPr>
            <a:r>
              <a:rPr kumimoji="0" sz="3400" b="1" i="0" u="none" strike="noStrike" kern="1200" cap="none" spc="0" normalizeH="0" baseline="0" noProof="0">
                <a:ln>
                  <a:noFill/>
                </a:ln>
                <a:solidFill>
                  <a:srgbClr val="FF1818"/>
                </a:solidFill>
                <a:effectLst/>
                <a:uLnTx/>
                <a:uFillTx/>
                <a:latin typeface="Century Gothic"/>
                <a:ea typeface="+mn-ea"/>
                <a:cs typeface="+mn-cs"/>
              </a:rPr>
              <a:t>T</a:t>
            </a:r>
            <a:r>
              <a:rPr kumimoji="0" sz="3400" b="0" i="0" u="none" strike="noStrike" kern="1200" cap="none" spc="0" normalizeH="0" baseline="0" noProof="0">
                <a:ln>
                  <a:noFill/>
                </a:ln>
                <a:solidFill>
                  <a:srgbClr val="111111"/>
                </a:solidFill>
                <a:effectLst/>
                <a:uLnTx/>
                <a:uFillTx/>
                <a:latin typeface="Century Gothic"/>
                <a:ea typeface="+mn-ea"/>
                <a:cs typeface="+mn-cs"/>
              </a:rPr>
              <a:t>ake</a:t>
            </a:r>
          </a:p>
          <a:p>
            <a:pPr marL="0" marR="0" lvl="0" indent="0" algn="l" defTabSz="457200" rtl="0" eaLnBrk="1" fontAlgn="auto" latinLnBrk="0" hangingPunct="1">
              <a:lnSpc>
                <a:spcPct val="100000"/>
              </a:lnSpc>
              <a:spcBef>
                <a:spcPts val="0"/>
              </a:spcBef>
              <a:spcAft>
                <a:spcPts val="1600"/>
              </a:spcAft>
              <a:buClrTx/>
              <a:buSzTx/>
              <a:buFontTx/>
              <a:buNone/>
              <a:tabLst/>
              <a:defRPr/>
            </a:pPr>
            <a:r>
              <a:rPr kumimoji="0" sz="3400" b="1" i="0" u="none" strike="noStrike" kern="1200" cap="none" spc="0" normalizeH="0" baseline="0" noProof="0">
                <a:ln>
                  <a:noFill/>
                </a:ln>
                <a:solidFill>
                  <a:srgbClr val="FF1818"/>
                </a:solidFill>
                <a:effectLst/>
                <a:uLnTx/>
                <a:uFillTx/>
                <a:latin typeface="Century Gothic"/>
                <a:ea typeface="+mn-ea"/>
                <a:cs typeface="+mn-cs"/>
              </a:rPr>
              <a:t>E</a:t>
            </a:r>
            <a:r>
              <a:rPr kumimoji="0" sz="3400" b="0" i="0" u="none" strike="noStrike" kern="1200" cap="none" spc="0" normalizeH="0" baseline="0" noProof="0">
                <a:ln>
                  <a:noFill/>
                </a:ln>
                <a:solidFill>
                  <a:srgbClr val="111111"/>
                </a:solidFill>
                <a:effectLst/>
                <a:uLnTx/>
                <a:uFillTx/>
                <a:latin typeface="Century Gothic"/>
                <a:ea typeface="+mn-ea"/>
                <a:cs typeface="+mn-cs"/>
              </a:rPr>
              <a:t>ffort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SYSTEMS DEVELOPMENT MODULES</a:t>
            </a:r>
          </a:p>
        </p:txBody>
      </p:sp>
      <p:sp>
        <p:nvSpPr>
          <p:cNvPr id="4" name="TextBox 3"/>
          <p:cNvSpPr txBox="1"/>
          <p:nvPr/>
        </p:nvSpPr>
        <p:spPr>
          <a:xfrm>
            <a:off x="320040" y="1737360"/>
            <a:ext cx="3108960" cy="8229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w="9525">
                  <a:solidFill>
                    <a:srgbClr val="444444"/>
                  </a:solidFill>
                </a:ln>
                <a:solidFill>
                  <a:srgbClr val="00E5F2"/>
                </a:solidFill>
                <a:effectLst/>
                <a:uLnTx/>
                <a:uFillTx/>
                <a:latin typeface="Century Gothic"/>
                <a:ea typeface="+mn-ea"/>
                <a:cs typeface="+mn-cs"/>
              </a:rPr>
              <a:t>Agile</a:t>
            </a:r>
          </a:p>
        </p:txBody>
      </p:sp>
      <p:sp>
        <p:nvSpPr>
          <p:cNvPr id="5" name="Rectangle 4"/>
          <p:cNvSpPr/>
          <p:nvPr/>
        </p:nvSpPr>
        <p:spPr>
          <a:xfrm>
            <a:off x="3611880" y="1554480"/>
            <a:ext cx="54864" cy="12801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3840480" y="1554480"/>
            <a:ext cx="7863840" cy="128016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place an emphasis on the needs of the customer and quickly developing new functionality that meets those needs in an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iterative f</a:t>
            </a:r>
            <a:r>
              <a:rPr kumimoji="0" sz="2500" b="0" i="0" u="none" strike="noStrike" kern="1200" cap="none" spc="0" normalizeH="0" baseline="0" noProof="0">
                <a:ln>
                  <a:noFill/>
                </a:ln>
                <a:solidFill>
                  <a:srgbClr val="111111"/>
                </a:solidFill>
                <a:effectLst/>
                <a:uLnTx/>
                <a:uFillTx/>
                <a:latin typeface="Century Gothic"/>
                <a:ea typeface="+mn-ea"/>
                <a:cs typeface="+mn-cs"/>
              </a:rPr>
              <a:t>ashion.</a:t>
            </a:r>
          </a:p>
        </p:txBody>
      </p:sp>
      <p:sp>
        <p:nvSpPr>
          <p:cNvPr id="7" name="TextBox 6"/>
          <p:cNvSpPr txBox="1"/>
          <p:nvPr/>
        </p:nvSpPr>
        <p:spPr>
          <a:xfrm>
            <a:off x="320040" y="3520440"/>
            <a:ext cx="3108960" cy="8229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w="9525">
                  <a:solidFill>
                    <a:srgbClr val="444444"/>
                  </a:solidFill>
                </a:ln>
                <a:solidFill>
                  <a:srgbClr val="00E5F2"/>
                </a:solidFill>
                <a:effectLst/>
                <a:uLnTx/>
                <a:uFillTx/>
                <a:latin typeface="Century Gothic"/>
                <a:ea typeface="+mn-ea"/>
                <a:cs typeface="+mn-cs"/>
              </a:rPr>
              <a:t>Waterfall</a:t>
            </a:r>
          </a:p>
        </p:txBody>
      </p:sp>
      <p:sp>
        <p:nvSpPr>
          <p:cNvPr id="8" name="Rectangle 7"/>
          <p:cNvSpPr/>
          <p:nvPr/>
        </p:nvSpPr>
        <p:spPr>
          <a:xfrm>
            <a:off x="3611880" y="3520440"/>
            <a:ext cx="54864" cy="100584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3840480" y="3520440"/>
            <a:ext cx="7863840" cy="100584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describes a sequential development process that results in the development of a finished product.</a:t>
            </a:r>
          </a:p>
        </p:txBody>
      </p:sp>
      <p:sp>
        <p:nvSpPr>
          <p:cNvPr id="11" name="TextBox 10"/>
          <p:cNvSpPr txBox="1"/>
          <p:nvPr/>
        </p:nvSpPr>
        <p:spPr>
          <a:xfrm>
            <a:off x="320040" y="5257800"/>
            <a:ext cx="3108960" cy="8229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w="9525">
                  <a:solidFill>
                    <a:srgbClr val="444444"/>
                  </a:solidFill>
                </a:ln>
                <a:solidFill>
                  <a:srgbClr val="00E5F2"/>
                </a:solidFill>
                <a:effectLst/>
                <a:uLnTx/>
                <a:uFillTx/>
                <a:latin typeface="Century Gothic"/>
                <a:ea typeface="+mn-ea"/>
                <a:cs typeface="+mn-cs"/>
              </a:rPr>
              <a:t>Spiral</a:t>
            </a:r>
          </a:p>
        </p:txBody>
      </p:sp>
      <p:sp>
        <p:nvSpPr>
          <p:cNvPr id="12" name="Rectangle 11"/>
          <p:cNvSpPr/>
          <p:nvPr/>
        </p:nvSpPr>
        <p:spPr>
          <a:xfrm>
            <a:off x="3611880" y="5212080"/>
            <a:ext cx="54864" cy="10515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3840480" y="5212080"/>
            <a:ext cx="7863840" cy="105156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uses several iterations of waterfall model to produce a number of fully specified and tested prototypes.</a:t>
            </a:r>
          </a:p>
        </p:txBody>
      </p:sp>
      <p:sp>
        <p:nvSpPr>
          <p:cNvPr id="14" name="Rounded Rectangle 13"/>
          <p:cNvSpPr/>
          <p:nvPr/>
        </p:nvSpPr>
        <p:spPr>
          <a:xfrm>
            <a:off x="4572000" y="5166360"/>
            <a:ext cx="4495800" cy="411480"/>
          </a:xfrm>
          <a:prstGeom prst="roundRect">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WATERFALL MODEL</a:t>
            </a:r>
          </a:p>
        </p:txBody>
      </p:sp>
      <p:sp>
        <p:nvSpPr>
          <p:cNvPr id="4" name="Rectangle 3"/>
          <p:cNvSpPr/>
          <p:nvPr/>
        </p:nvSpPr>
        <p:spPr>
          <a:xfrm>
            <a:off x="365760" y="1371600"/>
            <a:ext cx="3154680" cy="548640"/>
          </a:xfrm>
          <a:prstGeom prst="rect">
            <a:avLst/>
          </a:prstGeom>
          <a:solidFill>
            <a:srgbClr val="FA355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FFFFFF"/>
                </a:solidFill>
                <a:effectLst/>
                <a:uLnTx/>
                <a:uFillTx/>
                <a:latin typeface="Century Gothic"/>
                <a:ea typeface="+mn-ea"/>
                <a:cs typeface="+mn-cs"/>
              </a:rPr>
              <a:t>SYSTEM REQUIREMENTS</a:t>
            </a:r>
          </a:p>
        </p:txBody>
      </p:sp>
      <p:sp>
        <p:nvSpPr>
          <p:cNvPr id="5" name="Rectangle 4"/>
          <p:cNvSpPr/>
          <p:nvPr/>
        </p:nvSpPr>
        <p:spPr>
          <a:xfrm>
            <a:off x="1673352" y="2066543"/>
            <a:ext cx="3154680" cy="548640"/>
          </a:xfrm>
          <a:prstGeom prst="rect">
            <a:avLst/>
          </a:prstGeom>
          <a:solidFill>
            <a:srgbClr val="FA355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FFFFFF"/>
                </a:solidFill>
                <a:effectLst/>
                <a:uLnTx/>
                <a:uFillTx/>
                <a:latin typeface="Century Gothic"/>
                <a:ea typeface="+mn-ea"/>
                <a:cs typeface="+mn-cs"/>
              </a:rPr>
              <a:t>SOFTWARE REQUIREMENTS</a:t>
            </a:r>
          </a:p>
        </p:txBody>
      </p:sp>
      <p:sp>
        <p:nvSpPr>
          <p:cNvPr id="6" name="Rectangle 5"/>
          <p:cNvSpPr/>
          <p:nvPr/>
        </p:nvSpPr>
        <p:spPr>
          <a:xfrm>
            <a:off x="2980944" y="2761488"/>
            <a:ext cx="3154680" cy="548640"/>
          </a:xfrm>
          <a:prstGeom prst="rect">
            <a:avLst/>
          </a:prstGeom>
          <a:solidFill>
            <a:srgbClr val="FA355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FFFFFF"/>
                </a:solidFill>
                <a:effectLst/>
                <a:uLnTx/>
                <a:uFillTx/>
                <a:latin typeface="Century Gothic"/>
                <a:ea typeface="+mn-ea"/>
                <a:cs typeface="+mn-cs"/>
              </a:rPr>
              <a:t>PRELIMINARY DESIGN</a:t>
            </a:r>
          </a:p>
        </p:txBody>
      </p:sp>
      <p:sp>
        <p:nvSpPr>
          <p:cNvPr id="7" name="Rectangle 6"/>
          <p:cNvSpPr/>
          <p:nvPr/>
        </p:nvSpPr>
        <p:spPr>
          <a:xfrm>
            <a:off x="4288536" y="3456432"/>
            <a:ext cx="3154680" cy="548640"/>
          </a:xfrm>
          <a:prstGeom prst="rect">
            <a:avLst/>
          </a:prstGeom>
          <a:solidFill>
            <a:srgbClr val="FA355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FFFFFF"/>
                </a:solidFill>
                <a:effectLst/>
                <a:uLnTx/>
                <a:uFillTx/>
                <a:latin typeface="Century Gothic"/>
                <a:ea typeface="+mn-ea"/>
                <a:cs typeface="+mn-cs"/>
              </a:rPr>
              <a:t>DETAILED DESIGN</a:t>
            </a:r>
          </a:p>
        </p:txBody>
      </p:sp>
      <p:sp>
        <p:nvSpPr>
          <p:cNvPr id="8" name="Rectangle 7"/>
          <p:cNvSpPr/>
          <p:nvPr/>
        </p:nvSpPr>
        <p:spPr>
          <a:xfrm>
            <a:off x="5596128" y="4151376"/>
            <a:ext cx="3154680" cy="548640"/>
          </a:xfrm>
          <a:prstGeom prst="rect">
            <a:avLst/>
          </a:prstGeom>
          <a:solidFill>
            <a:srgbClr val="FA355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FFFFFF"/>
                </a:solidFill>
                <a:effectLst/>
                <a:uLnTx/>
                <a:uFillTx/>
                <a:latin typeface="Century Gothic"/>
                <a:ea typeface="+mn-ea"/>
                <a:cs typeface="+mn-cs"/>
              </a:rPr>
              <a:t>CODE AND DEBUG</a:t>
            </a:r>
          </a:p>
        </p:txBody>
      </p:sp>
      <p:sp>
        <p:nvSpPr>
          <p:cNvPr id="9" name="Rectangle 8"/>
          <p:cNvSpPr/>
          <p:nvPr/>
        </p:nvSpPr>
        <p:spPr>
          <a:xfrm>
            <a:off x="6903720" y="4846320"/>
            <a:ext cx="3154680" cy="548640"/>
          </a:xfrm>
          <a:prstGeom prst="rect">
            <a:avLst/>
          </a:prstGeom>
          <a:solidFill>
            <a:srgbClr val="FA355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FFFFFF"/>
                </a:solidFill>
                <a:effectLst/>
                <a:uLnTx/>
                <a:uFillTx/>
                <a:latin typeface="Century Gothic"/>
                <a:ea typeface="+mn-ea"/>
                <a:cs typeface="+mn-cs"/>
              </a:rPr>
              <a:t>TESTING</a:t>
            </a:r>
          </a:p>
        </p:txBody>
      </p:sp>
      <p:sp>
        <p:nvSpPr>
          <p:cNvPr id="10" name="Rectangle 9"/>
          <p:cNvSpPr/>
          <p:nvPr/>
        </p:nvSpPr>
        <p:spPr>
          <a:xfrm>
            <a:off x="8211312" y="5541264"/>
            <a:ext cx="3154680" cy="548640"/>
          </a:xfrm>
          <a:prstGeom prst="rect">
            <a:avLst/>
          </a:prstGeom>
          <a:solidFill>
            <a:srgbClr val="FA355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FFFFFF"/>
                </a:solidFill>
                <a:effectLst/>
                <a:uLnTx/>
                <a:uFillTx/>
                <a:latin typeface="Century Gothic"/>
                <a:ea typeface="+mn-ea"/>
                <a:cs typeface="+mn-cs"/>
              </a:rPr>
              <a:t>OPS &amp; MAINTENANCE</a:t>
            </a:r>
          </a:p>
        </p:txBody>
      </p:sp>
      <p:cxnSp>
        <p:nvCxnSpPr>
          <p:cNvPr id="11" name="Connector 10"/>
          <p:cNvCxnSpPr/>
          <p:nvPr/>
        </p:nvCxnSpPr>
        <p:spPr>
          <a:xfrm>
            <a:off x="3800475" y="1211580"/>
            <a:ext cx="777240" cy="685799"/>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033272" y="2258568"/>
            <a:ext cx="457200" cy="521208"/>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184648" y="1929383"/>
            <a:ext cx="777240" cy="685800"/>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340863" y="2953512"/>
            <a:ext cx="457200" cy="521208"/>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396228" y="2715768"/>
            <a:ext cx="777240" cy="685800"/>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648456" y="3648456"/>
            <a:ext cx="457200" cy="521208"/>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697726" y="3401568"/>
            <a:ext cx="777240" cy="685800"/>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956048" y="4343400"/>
            <a:ext cx="457200" cy="521208"/>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983980" y="4082796"/>
            <a:ext cx="777240" cy="685800"/>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263640" y="5038344"/>
            <a:ext cx="457200" cy="521208"/>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270234" y="4709160"/>
            <a:ext cx="777240" cy="685800"/>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7571232" y="5733288"/>
            <a:ext cx="457200" cy="521208"/>
          </a:xfrm>
          <a:prstGeom prst="line">
            <a:avLst/>
          </a:prstGeom>
          <a:ln w="38100">
            <a:solidFill>
              <a:srgbClr val="1B2A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675120" y="1325880"/>
            <a:ext cx="5394960" cy="96012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a:ln>
                  <a:noFill/>
                </a:ln>
                <a:solidFill>
                  <a:srgbClr val="111111"/>
                </a:solidFill>
                <a:effectLst/>
                <a:uLnTx/>
                <a:uFillTx/>
                <a:latin typeface="Century Gothic"/>
                <a:ea typeface="+mn-ea"/>
                <a:cs typeface="+mn-cs"/>
              </a:rPr>
              <a:t>7-stage process that allows return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a:ln>
                  <a:noFill/>
                </a:ln>
                <a:solidFill>
                  <a:srgbClr val="111111"/>
                </a:solidFill>
                <a:effectLst/>
                <a:uLnTx/>
                <a:uFillTx/>
                <a:latin typeface="Century Gothic"/>
                <a:ea typeface="+mn-ea"/>
                <a:cs typeface="+mn-cs"/>
              </a:rPr>
              <a:t>to previous stage for corrections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75EF1-03F4-D1C3-E82A-D7A079648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2DD0B-1325-F163-3D80-93ADE891D7B3}"/>
              </a:ext>
            </a:extLst>
          </p:cNvPr>
          <p:cNvSpPr>
            <a:spLocks noGrp="1"/>
          </p:cNvSpPr>
          <p:nvPr>
            <p:ph type="title"/>
          </p:nvPr>
        </p:nvSpPr>
        <p:spPr>
          <a:xfrm>
            <a:off x="838200" y="556995"/>
            <a:ext cx="10515600" cy="1133693"/>
          </a:xfrm>
        </p:spPr>
        <p:txBody>
          <a:bodyPr>
            <a:normAutofit/>
          </a:bodyPr>
          <a:lstStyle/>
          <a:p>
            <a:r>
              <a:rPr lang="en-US" sz="5200"/>
              <a:t>Pros and Cons with the Waterfall</a:t>
            </a:r>
          </a:p>
        </p:txBody>
      </p:sp>
      <p:graphicFrame>
        <p:nvGraphicFramePr>
          <p:cNvPr id="5" name="Content Placeholder 2">
            <a:extLst>
              <a:ext uri="{FF2B5EF4-FFF2-40B4-BE49-F238E27FC236}">
                <a16:creationId xmlns:a16="http://schemas.microsoft.com/office/drawing/2014/main" id="{E3603245-C4ED-00A2-A739-A1C3A4E72BD3}"/>
              </a:ext>
            </a:extLst>
          </p:cNvPr>
          <p:cNvGraphicFramePr>
            <a:graphicFrameLocks noGrp="1"/>
          </p:cNvGraphicFramePr>
          <p:nvPr>
            <p:ph idx="1"/>
            <p:extLst>
              <p:ext uri="{D42A27DB-BD31-4B8C-83A1-F6EECF244321}">
                <p14:modId xmlns:p14="http://schemas.microsoft.com/office/powerpoint/2010/main" val="34912603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653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SPIRAL MODEL</a:t>
            </a:r>
          </a:p>
        </p:txBody>
      </p:sp>
      <p:sp>
        <p:nvSpPr>
          <p:cNvPr id="4" name="TextBox 3"/>
          <p:cNvSpPr txBox="1"/>
          <p:nvPr/>
        </p:nvSpPr>
        <p:spPr>
          <a:xfrm>
            <a:off x="457200" y="1489710"/>
            <a:ext cx="5120640" cy="393192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a:pPr>
            <a:r>
              <a:rPr kumimoji="0" sz="2000" b="0" i="0" u="none" strike="noStrike" kern="1200" cap="none" spc="0" normalizeH="0" baseline="0" noProof="0">
                <a:ln>
                  <a:noFill/>
                </a:ln>
                <a:solidFill>
                  <a:srgbClr val="111111"/>
                </a:solidFill>
                <a:effectLst/>
                <a:uLnTx/>
                <a:uFillTx/>
                <a:latin typeface="Century Gothic"/>
                <a:ea typeface="+mn-ea"/>
                <a:cs typeface="+mn-cs"/>
              </a:rPr>
              <a:t>lifecycle model that allows for multiple iterations of a </a:t>
            </a:r>
            <a:r>
              <a:rPr kumimoji="0" sz="2000" b="0" i="0" u="none" strike="noStrike" kern="1200" cap="none" spc="0" normalizeH="0" baseline="0" noProof="0">
                <a:ln>
                  <a:noFill/>
                </a:ln>
                <a:solidFill>
                  <a:srgbClr val="111111"/>
                </a:solidFill>
                <a:effectLst/>
                <a:highlight>
                  <a:srgbClr val="FFF176"/>
                </a:highlight>
                <a:uLnTx/>
                <a:uFillTx/>
                <a:latin typeface="Century Gothic"/>
                <a:ea typeface="+mn-ea"/>
                <a:cs typeface="+mn-cs"/>
              </a:rPr>
              <a:t>waterfall-style process.</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2000" b="0" i="0" u="none" strike="noStrike" kern="1200" cap="none" spc="0" normalizeH="0" baseline="0" noProof="0">
                <a:ln>
                  <a:noFill/>
                </a:ln>
                <a:solidFill>
                  <a:srgbClr val="111111"/>
                </a:solidFill>
                <a:effectLst/>
                <a:uLnTx/>
                <a:uFillTx/>
                <a:latin typeface="Century Gothic"/>
                <a:ea typeface="+mn-ea"/>
                <a:cs typeface="+mn-cs"/>
              </a:rPr>
              <a:t>known as a </a:t>
            </a:r>
            <a:r>
              <a:rPr kumimoji="0" sz="2000" b="0" i="1" u="none" strike="noStrike" kern="1200" cap="none" spc="0" normalizeH="0" baseline="0" noProof="0">
                <a:ln>
                  <a:noFill/>
                </a:ln>
                <a:solidFill>
                  <a:srgbClr val="111111"/>
                </a:solidFill>
                <a:effectLst/>
                <a:uLnTx/>
                <a:uFillTx/>
                <a:latin typeface="Century Gothic"/>
                <a:ea typeface="+mn-ea"/>
                <a:cs typeface="+mn-cs"/>
              </a:rPr>
              <a:t>metamodel</a:t>
            </a:r>
            <a:r>
              <a:rPr kumimoji="0" sz="2000" b="0" i="0" u="none" strike="noStrike" kern="1200" cap="none" spc="0" normalizeH="0" baseline="0" noProof="0">
                <a:ln>
                  <a:noFill/>
                </a:ln>
                <a:solidFill>
                  <a:srgbClr val="111111"/>
                </a:solidFill>
                <a:effectLst/>
                <a:uLnTx/>
                <a:uFillTx/>
                <a:latin typeface="Century Gothic"/>
                <a:ea typeface="+mn-ea"/>
                <a:cs typeface="+mn-cs"/>
              </a:rPr>
              <a:t> , or a “model of models.”</a:t>
            </a:r>
          </a:p>
          <a:p>
            <a:pPr marL="0" marR="0" lvl="0" indent="0" algn="l" defTabSz="457200" rtl="0" eaLnBrk="1" fontAlgn="auto" latinLnBrk="0" hangingPunct="1">
              <a:lnSpc>
                <a:spcPct val="100000"/>
              </a:lnSpc>
              <a:spcBef>
                <a:spcPts val="0"/>
              </a:spcBef>
              <a:spcAft>
                <a:spcPts val="800"/>
              </a:spcAft>
              <a:buClrTx/>
              <a:buSzTx/>
              <a:buFontTx/>
              <a:buNone/>
              <a:tabLst/>
              <a:defRPr/>
            </a:pPr>
            <a:r>
              <a:rPr kumimoji="0" sz="2000" b="0" i="0" u="none" strike="noStrike" kern="1200" cap="none" spc="0" normalizeH="0" baseline="0" noProof="0">
                <a:ln>
                  <a:noFill/>
                </a:ln>
                <a:solidFill>
                  <a:srgbClr val="111111"/>
                </a:solidFill>
                <a:effectLst/>
                <a:uLnTx/>
                <a:uFillTx/>
                <a:latin typeface="Century Gothic"/>
                <a:ea typeface="+mn-ea"/>
                <a:cs typeface="+mn-cs"/>
              </a:rPr>
              <a:t>each “loop” of the spiral results in the development of a new system prototype</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sz="2000" b="1" i="0" u="none" strike="noStrike" kern="1200" cap="none" spc="0" normalizeH="0" baseline="0" noProof="0">
                <a:ln>
                  <a:noFill/>
                </a:ln>
                <a:solidFill>
                  <a:srgbClr val="111111"/>
                </a:solidFill>
                <a:effectLst/>
                <a:uLnTx/>
                <a:uFillTx/>
                <a:latin typeface="Century Gothic"/>
                <a:ea typeface="+mn-ea"/>
                <a:cs typeface="+mn-cs"/>
              </a:rPr>
              <a:t>provides a solution to the major criticism of the waterfall model: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a:ln>
                  <a:noFill/>
                </a:ln>
                <a:solidFill>
                  <a:srgbClr val="111111"/>
                </a:solidFill>
                <a:effectLst/>
                <a:uLnTx/>
                <a:uFillTx/>
                <a:latin typeface="Century Gothic"/>
                <a:ea typeface="+mn-ea"/>
                <a:cs typeface="+mn-cs"/>
              </a:rPr>
              <a:t>it allows developers to return to the planning stages as demands change</a:t>
            </a:r>
          </a:p>
        </p:txBody>
      </p:sp>
      <p:sp>
        <p:nvSpPr>
          <p:cNvPr id="7" name="Rounded Rectangle 6"/>
          <p:cNvSpPr/>
          <p:nvPr/>
        </p:nvSpPr>
        <p:spPr>
          <a:xfrm>
            <a:off x="2514600" y="3232404"/>
            <a:ext cx="3017520" cy="347472"/>
          </a:xfrm>
          <a:prstGeom prst="roundRect">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576072" y="5382387"/>
            <a:ext cx="5486400" cy="6400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600" b="0" i="0" u="none" strike="noStrike" kern="1200" cap="none" spc="0" normalizeH="0" baseline="0" noProof="0" dirty="0">
                <a:ln>
                  <a:noFill/>
                </a:ln>
                <a:solidFill>
                  <a:srgbClr val="FF1818"/>
                </a:solidFill>
                <a:effectLst/>
                <a:uLnTx/>
                <a:uFillTx/>
                <a:latin typeface="Segoe Print"/>
                <a:ea typeface="+mn-ea"/>
                <a:cs typeface="+mn-cs"/>
              </a:rPr>
              <a:t>in a word - "iterative"</a:t>
            </a:r>
          </a:p>
        </p:txBody>
      </p:sp>
      <p:pic>
        <p:nvPicPr>
          <p:cNvPr id="6" name="Picture 5">
            <a:extLst>
              <a:ext uri="{FF2B5EF4-FFF2-40B4-BE49-F238E27FC236}">
                <a16:creationId xmlns:a16="http://schemas.microsoft.com/office/drawing/2014/main" id="{E0C734F5-EE39-469D-4D00-CA5375F4F671}"/>
              </a:ext>
            </a:extLst>
          </p:cNvPr>
          <p:cNvPicPr>
            <a:picLocks noChangeAspect="1"/>
          </p:cNvPicPr>
          <p:nvPr/>
        </p:nvPicPr>
        <p:blipFill>
          <a:blip r:embed="rId2"/>
          <a:stretch>
            <a:fillRect/>
          </a:stretch>
        </p:blipFill>
        <p:spPr>
          <a:xfrm>
            <a:off x="6095847" y="1205252"/>
            <a:ext cx="4919853" cy="39902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AGILE MODEL</a:t>
            </a:r>
          </a:p>
        </p:txBody>
      </p:sp>
      <p:sp>
        <p:nvSpPr>
          <p:cNvPr id="4" name="Rectangle 3"/>
          <p:cNvSpPr/>
          <p:nvPr/>
        </p:nvSpPr>
        <p:spPr>
          <a:xfrm>
            <a:off x="0" y="1463040"/>
            <a:ext cx="6537960" cy="91440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model for software development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based on the following four principles</a:t>
            </a:r>
          </a:p>
        </p:txBody>
      </p:sp>
      <p:sp>
        <p:nvSpPr>
          <p:cNvPr id="5" name="TextBox 4"/>
          <p:cNvSpPr txBox="1"/>
          <p:nvPr/>
        </p:nvSpPr>
        <p:spPr>
          <a:xfrm>
            <a:off x="731520" y="2880360"/>
            <a:ext cx="10789920" cy="23774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140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Individuals and interactions</a:t>
            </a:r>
            <a:r>
              <a:rPr kumimoji="0" sz="2700" b="0" i="0" u="none" strike="noStrike" kern="1200" cap="none" spc="0" normalizeH="0" baseline="0" noProof="0">
                <a:ln>
                  <a:noFill/>
                </a:ln>
                <a:solidFill>
                  <a:srgbClr val="111111"/>
                </a:solidFill>
                <a:effectLst/>
                <a:uLnTx/>
                <a:uFillTx/>
                <a:latin typeface="Century Gothic"/>
                <a:ea typeface="+mn-ea"/>
                <a:cs typeface="+mn-cs"/>
              </a:rPr>
              <a:t> over processes and tools</a:t>
            </a:r>
          </a:p>
          <a:p>
            <a:pPr marL="0" marR="0" lvl="0" indent="0" algn="l" defTabSz="457200" rtl="0" eaLnBrk="1" fontAlgn="auto" latinLnBrk="0" hangingPunct="1">
              <a:lnSpc>
                <a:spcPct val="100000"/>
              </a:lnSpc>
              <a:spcBef>
                <a:spcPts val="0"/>
              </a:spcBef>
              <a:spcAft>
                <a:spcPts val="140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Working software</a:t>
            </a:r>
            <a:r>
              <a:rPr kumimoji="0" sz="2700" b="0" i="0" u="none" strike="noStrike" kern="1200" cap="none" spc="0" normalizeH="0" baseline="0" noProof="0">
                <a:ln>
                  <a:noFill/>
                </a:ln>
                <a:solidFill>
                  <a:srgbClr val="111111"/>
                </a:solidFill>
                <a:effectLst/>
                <a:uLnTx/>
                <a:uFillTx/>
                <a:latin typeface="Century Gothic"/>
                <a:ea typeface="+mn-ea"/>
                <a:cs typeface="+mn-cs"/>
              </a:rPr>
              <a:t> over comprehensive documentation</a:t>
            </a:r>
          </a:p>
          <a:p>
            <a:pPr marL="0" marR="0" lvl="0" indent="0" algn="l" defTabSz="457200" rtl="0" eaLnBrk="1" fontAlgn="auto" latinLnBrk="0" hangingPunct="1">
              <a:lnSpc>
                <a:spcPct val="100000"/>
              </a:lnSpc>
              <a:spcBef>
                <a:spcPts val="0"/>
              </a:spcBef>
              <a:spcAft>
                <a:spcPts val="140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Customer collaboration</a:t>
            </a:r>
            <a:r>
              <a:rPr kumimoji="0" sz="2700" b="0" i="0" u="none" strike="noStrike" kern="1200" cap="none" spc="0" normalizeH="0" baseline="0" noProof="0">
                <a:ln>
                  <a:noFill/>
                </a:ln>
                <a:solidFill>
                  <a:srgbClr val="111111"/>
                </a:solidFill>
                <a:effectLst/>
                <a:uLnTx/>
                <a:uFillTx/>
                <a:latin typeface="Century Gothic"/>
                <a:ea typeface="+mn-ea"/>
                <a:cs typeface="+mn-cs"/>
              </a:rPr>
              <a:t> over contract negotiation</a:t>
            </a:r>
          </a:p>
          <a:p>
            <a:pPr marL="0" marR="0" lvl="0" indent="0" algn="l" defTabSz="457200" rtl="0" eaLnBrk="1" fontAlgn="auto" latinLnBrk="0" hangingPunct="1">
              <a:lnSpc>
                <a:spcPct val="100000"/>
              </a:lnSpc>
              <a:spcBef>
                <a:spcPts val="0"/>
              </a:spcBef>
              <a:spcAft>
                <a:spcPts val="140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Responding to change</a:t>
            </a:r>
            <a:r>
              <a:rPr kumimoji="0" sz="2700" b="0" i="0" u="none" strike="noStrike" kern="1200" cap="none" spc="0" normalizeH="0" baseline="0" noProof="0">
                <a:ln>
                  <a:noFill/>
                </a:ln>
                <a:solidFill>
                  <a:srgbClr val="111111"/>
                </a:solidFill>
                <a:effectLst/>
                <a:uLnTx/>
                <a:uFillTx/>
                <a:latin typeface="Century Gothic"/>
                <a:ea typeface="+mn-ea"/>
                <a:cs typeface="+mn-cs"/>
              </a:rPr>
              <a:t> over following a plan</a:t>
            </a:r>
          </a:p>
        </p:txBody>
      </p:sp>
      <p:sp>
        <p:nvSpPr>
          <p:cNvPr id="6" name="Rectangle 5"/>
          <p:cNvSpPr/>
          <p:nvPr/>
        </p:nvSpPr>
        <p:spPr>
          <a:xfrm>
            <a:off x="0" y="5623560"/>
            <a:ext cx="12191695" cy="12344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val 6"/>
          <p:cNvSpPr/>
          <p:nvPr/>
        </p:nvSpPr>
        <p:spPr>
          <a:xfrm>
            <a:off x="594360" y="5943600"/>
            <a:ext cx="457200" cy="457200"/>
          </a:xfrm>
          <a:prstGeom prst="ellipse">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745236" y="6364224"/>
            <a:ext cx="155448" cy="73152"/>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1463040" y="5760720"/>
            <a:ext cx="10332720" cy="91440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First described in the Manifesto for Agile Software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Development (</a:t>
            </a:r>
            <a:r>
              <a:rPr kumimoji="0" sz="2400" b="0" i="0" u="sng" strike="noStrike" kern="1200" cap="none" spc="0" normalizeH="0" baseline="0" noProof="0">
                <a:ln>
                  <a:noFill/>
                </a:ln>
                <a:solidFill>
                  <a:srgbClr val="1F6FD0"/>
                </a:solidFill>
                <a:effectLst/>
                <a:uLnTx/>
                <a:uFillTx/>
                <a:latin typeface="Century Gothic"/>
                <a:ea typeface="+mn-ea"/>
                <a:cs typeface="+mn-cs"/>
              </a:rPr>
              <a:t>http://agilemanifesto.org</a:t>
            </a:r>
            <a:r>
              <a:rPr kumimoji="0" sz="2400" b="0" i="0" u="none" strike="noStrike" kern="1200" cap="none" spc="0" normalizeH="0" baseline="0" noProof="0">
                <a:ln>
                  <a:noFill/>
                </a:ln>
                <a:solidFill>
                  <a:srgbClr val="111111"/>
                </a:solidFill>
                <a:effectLst/>
                <a:uLnTx/>
                <a:uFillTx/>
                <a:latin typeface="Century Gothic"/>
                <a:ea typeface="+mn-ea"/>
                <a:cs typeface="+mn-cs"/>
              </a:rPr>
              <a:t>) in 2001.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C9725-2EB4-F037-C730-21D2320227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B65144-73F6-910D-C45B-13C3B8085032}"/>
              </a:ext>
            </a:extLst>
          </p:cNvPr>
          <p:cNvSpPr>
            <a:spLocks noGrp="1"/>
          </p:cNvSpPr>
          <p:nvPr>
            <p:ph type="title"/>
          </p:nvPr>
        </p:nvSpPr>
        <p:spPr>
          <a:xfrm>
            <a:off x="838200" y="3905833"/>
            <a:ext cx="4215063" cy="2398713"/>
          </a:xfrm>
        </p:spPr>
        <p:txBody>
          <a:bodyPr>
            <a:normAutofit/>
          </a:bodyPr>
          <a:lstStyle/>
          <a:p>
            <a:r>
              <a:rPr lang="en-US"/>
              <a:t>Agile Software Development</a:t>
            </a:r>
          </a:p>
        </p:txBody>
      </p:sp>
      <p:pic>
        <p:nvPicPr>
          <p:cNvPr id="5" name="Picture 4">
            <a:extLst>
              <a:ext uri="{FF2B5EF4-FFF2-40B4-BE49-F238E27FC236}">
                <a16:creationId xmlns:a16="http://schemas.microsoft.com/office/drawing/2014/main" id="{21F6ED18-107E-340D-83CA-902D70EE92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436" y="553454"/>
            <a:ext cx="8898296" cy="2469279"/>
          </a:xfrm>
          <a:prstGeom prst="rect">
            <a:avLst/>
          </a:prstGeom>
        </p:spPr>
      </p:pic>
      <p:sp>
        <p:nvSpPr>
          <p:cNvPr id="4" name="Content Placeholder 3">
            <a:extLst>
              <a:ext uri="{FF2B5EF4-FFF2-40B4-BE49-F238E27FC236}">
                <a16:creationId xmlns:a16="http://schemas.microsoft.com/office/drawing/2014/main" id="{44CF538F-AE8A-4917-7DFE-2604F5EC86CB}"/>
              </a:ext>
            </a:extLst>
          </p:cNvPr>
          <p:cNvSpPr>
            <a:spLocks noGrp="1"/>
          </p:cNvSpPr>
          <p:nvPr>
            <p:ph idx="1"/>
          </p:nvPr>
        </p:nvSpPr>
        <p:spPr>
          <a:xfrm>
            <a:off x="5630779" y="3884452"/>
            <a:ext cx="5723021" cy="2398713"/>
          </a:xfrm>
        </p:spPr>
        <p:txBody>
          <a:bodyPr anchor="ctr">
            <a:normAutofit/>
          </a:bodyPr>
          <a:lstStyle/>
          <a:p>
            <a:r>
              <a:rPr lang="en-US" sz="2000"/>
              <a:t>Agile uses short, time-boxed periods called sprints.</a:t>
            </a:r>
            <a:br>
              <a:rPr lang="en-US" sz="2000"/>
            </a:br>
            <a:endParaRPr lang="en-US" sz="2000"/>
          </a:p>
          <a:p>
            <a:r>
              <a:rPr lang="en-US" sz="2000"/>
              <a:t>A working piece of production-ready code is the deliverable of each sprint.</a:t>
            </a:r>
            <a:br>
              <a:rPr lang="en-US" sz="2000"/>
            </a:br>
            <a:endParaRPr lang="en-US" sz="2000"/>
          </a:p>
          <a:p>
            <a:r>
              <a:rPr lang="en-US" sz="2000"/>
              <a:t>The customer is heavily involved at the beginning of each sprint.</a:t>
            </a:r>
          </a:p>
          <a:p>
            <a:endParaRPr lang="en-US" sz="2000"/>
          </a:p>
        </p:txBody>
      </p:sp>
      <p:sp>
        <p:nvSpPr>
          <p:cNvPr id="2" name="Slide Number Placeholder 1">
            <a:extLst>
              <a:ext uri="{FF2B5EF4-FFF2-40B4-BE49-F238E27FC236}">
                <a16:creationId xmlns:a16="http://schemas.microsoft.com/office/drawing/2014/main" id="{8EFA7988-6E54-FA48-1083-E3069E3FE893}"/>
              </a:ext>
            </a:extLst>
          </p:cNvPr>
          <p:cNvSpPr>
            <a:spLocks noGrp="1"/>
          </p:cNvSpPr>
          <p:nvPr>
            <p:ph type="sldNum" sz="quarter" idx="12"/>
          </p:nvPr>
        </p:nvSpPr>
        <p:spPr>
          <a:xfrm>
            <a:off x="8610600" y="6356350"/>
            <a:ext cx="2743200" cy="365125"/>
          </a:xfrm>
        </p:spPr>
        <p:txBody>
          <a:bodyPr>
            <a:normAutofit/>
          </a:bodyPr>
          <a:lstStyle/>
          <a:p>
            <a:pPr>
              <a:spcAft>
                <a:spcPts val="600"/>
              </a:spcAft>
            </a:pPr>
            <a:fld id="{86CB4B4D-7CA3-9044-876B-883B54F8677D}" type="slidenum">
              <a:rPr lang="en-US" sz="1000"/>
              <a:pPr>
                <a:spcAft>
                  <a:spcPts val="600"/>
                </a:spcAft>
              </a:pPr>
              <a:t>8</a:t>
            </a:fld>
            <a:endParaRPr lang="en-US" sz="1000"/>
          </a:p>
        </p:txBody>
      </p:sp>
    </p:spTree>
    <p:extLst>
      <p:ext uri="{BB962C8B-B14F-4D97-AF65-F5344CB8AC3E}">
        <p14:creationId xmlns:p14="http://schemas.microsoft.com/office/powerpoint/2010/main" val="3624735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268224" y="60960"/>
            <a:ext cx="11704320" cy="829056"/>
          </a:xfrm>
          <a:prstGeom prst="rect">
            <a:avLst/>
          </a:prstGeom>
          <a:noFill/>
          <a:ln/>
        </p:spPr>
        <p:txBody>
          <a:bodyPr wrap="square" lIns="0" tIns="0" rIns="0" bIns="0" rtlCol="0" anchor="ctr"/>
          <a:lstStyle/>
          <a:p>
            <a:r>
              <a:rPr lang="en-US" dirty="0"/>
              <a:t>SOFTWARE DEVELOPMENT METHODOLOGIES</a:t>
            </a:r>
          </a:p>
        </p:txBody>
      </p:sp>
      <p:sp>
        <p:nvSpPr>
          <p:cNvPr id="3" name="Text 1"/>
          <p:cNvSpPr/>
          <p:nvPr/>
        </p:nvSpPr>
        <p:spPr>
          <a:xfrm>
            <a:off x="365760" y="1219200"/>
            <a:ext cx="10485120" cy="609600"/>
          </a:xfrm>
          <a:prstGeom prst="rect">
            <a:avLst/>
          </a:prstGeom>
          <a:noFill/>
          <a:ln/>
        </p:spPr>
        <p:txBody>
          <a:bodyPr wrap="square" lIns="0" tIns="0" rIns="0" bIns="0" rtlCol="0" anchor="ctr"/>
          <a:lstStyle/>
          <a:p>
            <a:pPr defTabSz="1219170" fontAlgn="auto">
              <a:spcBef>
                <a:spcPts val="0"/>
              </a:spcBef>
              <a:spcAft>
                <a:spcPts val="0"/>
              </a:spcAft>
            </a:pPr>
            <a:r>
              <a:rPr lang="en-US" sz="3733" b="1" dirty="0">
                <a:ln w="12700">
                  <a:solidFill>
                    <a:srgbClr val="000000"/>
                  </a:solidFill>
                </a:ln>
                <a:solidFill>
                  <a:srgbClr val="18DFEF"/>
                </a:solidFill>
                <a:latin typeface="Century Gothic" pitchFamily="34" charset="0"/>
                <a:ea typeface="Century Gothic" pitchFamily="34" charset="-122"/>
                <a:cs typeface="Century Gothic" pitchFamily="34" charset="-120"/>
              </a:rPr>
              <a:t>Scaled Agile Framework (SAFe)</a:t>
            </a:r>
            <a:endParaRPr lang="en-US" sz="3733" dirty="0">
              <a:solidFill>
                <a:prstClr val="black"/>
              </a:solidFill>
              <a:latin typeface="Calibri" panose="020F0502020204030204"/>
              <a:cs typeface="+mn-cs"/>
            </a:endParaRPr>
          </a:p>
        </p:txBody>
      </p:sp>
      <p:sp>
        <p:nvSpPr>
          <p:cNvPr id="4" name="Text 2"/>
          <p:cNvSpPr/>
          <p:nvPr/>
        </p:nvSpPr>
        <p:spPr>
          <a:xfrm>
            <a:off x="426720" y="2011680"/>
            <a:ext cx="10972800" cy="731520"/>
          </a:xfrm>
          <a:prstGeom prst="rect">
            <a:avLst/>
          </a:prstGeom>
          <a:noFill/>
          <a:ln/>
        </p:spPr>
        <p:txBody>
          <a:bodyPr wrap="square" lIns="0" tIns="0" rIns="0" bIns="0" rtlCol="0" anchor="ctr"/>
          <a:lstStyle/>
          <a:p>
            <a:pPr defTabSz="1219170" fontAlgn="auto">
              <a:spcBef>
                <a:spcPts val="0"/>
              </a:spcBef>
              <a:spcAft>
                <a:spcPts val="0"/>
              </a:spcAft>
            </a:pPr>
            <a:r>
              <a:rPr lang="en-US" sz="2133" dirty="0">
                <a:solidFill>
                  <a:srgbClr val="000000"/>
                </a:solidFill>
                <a:latin typeface="Century Gothic" pitchFamily="34" charset="0"/>
                <a:ea typeface="Century Gothic" pitchFamily="34" charset="-122"/>
                <a:cs typeface="Century Gothic" pitchFamily="34" charset="-120"/>
              </a:rPr>
              <a:t>a set of organizational and workflow patterns for </a:t>
            </a:r>
            <a:r>
              <a:rPr lang="en-US" sz="2133" dirty="0">
                <a:solidFill>
                  <a:srgbClr val="000000"/>
                </a:solidFill>
                <a:highlight>
                  <a:srgbClr val="FFFF66"/>
                </a:highlight>
                <a:latin typeface="Century Gothic" pitchFamily="34" charset="0"/>
                <a:ea typeface="Century Gothic" pitchFamily="34" charset="-122"/>
                <a:cs typeface="Century Gothic" pitchFamily="34" charset="-120"/>
              </a:rPr>
              <a:t>implementing agile practices</a:t>
            </a:r>
            <a:r>
              <a:rPr lang="en-US" sz="2133" dirty="0">
                <a:solidFill>
                  <a:srgbClr val="000000"/>
                </a:solidFill>
                <a:latin typeface="Century Gothic" pitchFamily="34" charset="0"/>
                <a:ea typeface="Century Gothic" pitchFamily="34" charset="-122"/>
                <a:cs typeface="Century Gothic" pitchFamily="34" charset="-120"/>
              </a:rPr>
              <a:t> at an enterprise scale.</a:t>
            </a:r>
            <a:endParaRPr lang="en-US" sz="2133" dirty="0">
              <a:solidFill>
                <a:prstClr val="black"/>
              </a:solidFill>
              <a:latin typeface="Calibri" panose="020F0502020204030204"/>
              <a:cs typeface="+mn-cs"/>
            </a:endParaRPr>
          </a:p>
        </p:txBody>
      </p:sp>
      <p:sp>
        <p:nvSpPr>
          <p:cNvPr id="6" name="Text 4"/>
          <p:cNvSpPr/>
          <p:nvPr/>
        </p:nvSpPr>
        <p:spPr>
          <a:xfrm>
            <a:off x="426720" y="2804160"/>
            <a:ext cx="10972800" cy="731520"/>
          </a:xfrm>
          <a:prstGeom prst="rect">
            <a:avLst/>
          </a:prstGeom>
          <a:noFill/>
          <a:ln/>
        </p:spPr>
        <p:txBody>
          <a:bodyPr wrap="square" lIns="0" tIns="0" rIns="0" bIns="0" rtlCol="0" anchor="ctr"/>
          <a:lstStyle/>
          <a:p>
            <a:pPr defTabSz="1219170" fontAlgn="auto">
              <a:spcBef>
                <a:spcPts val="0"/>
              </a:spcBef>
              <a:spcAft>
                <a:spcPts val="0"/>
              </a:spcAft>
            </a:pPr>
            <a:r>
              <a:rPr lang="en-US" sz="2133" dirty="0">
                <a:solidFill>
                  <a:srgbClr val="000000"/>
                </a:solidFill>
                <a:latin typeface="Century Gothic" pitchFamily="34" charset="0"/>
                <a:ea typeface="Century Gothic" pitchFamily="34" charset="-122"/>
                <a:cs typeface="Century Gothic" pitchFamily="34" charset="-120"/>
              </a:rPr>
              <a:t>includes structured guidance on </a:t>
            </a:r>
            <a:r>
              <a:rPr lang="en-US" sz="2133" dirty="0">
                <a:solidFill>
                  <a:srgbClr val="000000"/>
                </a:solidFill>
                <a:highlight>
                  <a:srgbClr val="FFFF66"/>
                </a:highlight>
                <a:latin typeface="Century Gothic" pitchFamily="34" charset="0"/>
                <a:ea typeface="Century Gothic" pitchFamily="34" charset="-122"/>
                <a:cs typeface="Century Gothic" pitchFamily="34" charset="-120"/>
              </a:rPr>
              <a:t>roles and responsibilities</a:t>
            </a:r>
            <a:r>
              <a:rPr lang="en-US" sz="2133" dirty="0">
                <a:solidFill>
                  <a:srgbClr val="000000"/>
                </a:solidFill>
                <a:latin typeface="Century Gothic" pitchFamily="34" charset="0"/>
                <a:ea typeface="Century Gothic" pitchFamily="34" charset="-122"/>
                <a:cs typeface="Century Gothic" pitchFamily="34" charset="-120"/>
              </a:rPr>
              <a:t>, how to plan and manage the work, and values to uphold.</a:t>
            </a:r>
            <a:endParaRPr lang="en-US" sz="2133" dirty="0">
              <a:solidFill>
                <a:prstClr val="black"/>
              </a:solidFill>
              <a:latin typeface="Calibri" panose="020F0502020204030204"/>
              <a:cs typeface="+mn-cs"/>
            </a:endParaRPr>
          </a:p>
        </p:txBody>
      </p:sp>
      <p:sp>
        <p:nvSpPr>
          <p:cNvPr id="7" name="Text 5"/>
          <p:cNvSpPr/>
          <p:nvPr/>
        </p:nvSpPr>
        <p:spPr>
          <a:xfrm>
            <a:off x="426720" y="3633216"/>
            <a:ext cx="10972800" cy="731520"/>
          </a:xfrm>
          <a:prstGeom prst="rect">
            <a:avLst/>
          </a:prstGeom>
          <a:noFill/>
          <a:ln/>
        </p:spPr>
        <p:txBody>
          <a:bodyPr wrap="square" lIns="0" tIns="0" rIns="0" bIns="0" rtlCol="0" anchor="ctr"/>
          <a:lstStyle/>
          <a:p>
            <a:pPr defTabSz="1219170" fontAlgn="auto">
              <a:spcBef>
                <a:spcPts val="0"/>
              </a:spcBef>
              <a:spcAft>
                <a:spcPts val="0"/>
              </a:spcAft>
            </a:pPr>
            <a:r>
              <a:rPr lang="en-US" sz="2133" dirty="0">
                <a:solidFill>
                  <a:srgbClr val="000000"/>
                </a:solidFill>
                <a:latin typeface="Century Gothic" pitchFamily="34" charset="0"/>
                <a:ea typeface="Century Gothic" pitchFamily="34" charset="-122"/>
                <a:cs typeface="Century Gothic" pitchFamily="34" charset="-120"/>
              </a:rPr>
              <a:t>promotes alignment, collaboration, and delivery across large numbers of agile teams.</a:t>
            </a:r>
            <a:endParaRPr lang="en-US" sz="2133" dirty="0">
              <a:solidFill>
                <a:prstClr val="black"/>
              </a:solidFill>
              <a:latin typeface="Calibri" panose="020F0502020204030204"/>
              <a:cs typeface="+mn-cs"/>
            </a:endParaRPr>
          </a:p>
        </p:txBody>
      </p:sp>
      <p:sp>
        <p:nvSpPr>
          <p:cNvPr id="8" name="accent bar">
            <a:extLst>
              <a:ext uri="{C183D7F6-B498-43B3-948B-1728B52AA6E4}">
                <adec:decorative xmlns:adec="http://schemas.microsoft.com/office/drawing/2017/decorative" val="1"/>
              </a:ext>
            </a:extLst>
          </p:cNvPr>
          <p:cNvSpPr/>
          <p:nvPr/>
        </p:nvSpPr>
        <p:spPr>
          <a:xfrm>
            <a:off x="0" y="4535424"/>
            <a:ext cx="12192000" cy="2316480"/>
          </a:xfrm>
          <a:prstGeom prst="rect">
            <a:avLst/>
          </a:prstGeom>
          <a:solidFill>
            <a:srgbClr val="F26522"/>
          </a:solidFill>
          <a:ln w="6350">
            <a:solidFill>
              <a:srgbClr val="F26522"/>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Text 7"/>
          <p:cNvSpPr/>
          <p:nvPr/>
        </p:nvSpPr>
        <p:spPr>
          <a:xfrm>
            <a:off x="426720" y="4632960"/>
            <a:ext cx="11338560" cy="414528"/>
          </a:xfrm>
          <a:prstGeom prst="rect">
            <a:avLst/>
          </a:prstGeom>
          <a:noFill/>
          <a:ln/>
        </p:spPr>
        <p:txBody>
          <a:bodyPr wrap="square" lIns="0" tIns="0" rIns="0" bIns="0" rtlCol="0" anchor="ctr"/>
          <a:lstStyle/>
          <a:p>
            <a:pPr defTabSz="1219170" fontAlgn="auto">
              <a:spcBef>
                <a:spcPts val="0"/>
              </a:spcBef>
              <a:spcAft>
                <a:spcPts val="0"/>
              </a:spcAft>
            </a:pPr>
            <a:r>
              <a:rPr lang="en-US" sz="2133" dirty="0">
                <a:solidFill>
                  <a:srgbClr val="FFFFFF"/>
                </a:solidFill>
                <a:latin typeface="Century Gothic" pitchFamily="34" charset="0"/>
                <a:ea typeface="Century Gothic" pitchFamily="34" charset="-122"/>
                <a:cs typeface="Century Gothic" pitchFamily="34" charset="-120"/>
              </a:rPr>
              <a:t>was developed by leveraging </a:t>
            </a:r>
            <a:r>
              <a:rPr lang="en-US" sz="2133" b="1" dirty="0">
                <a:solidFill>
                  <a:srgbClr val="FFFFFF"/>
                </a:solidFill>
                <a:latin typeface="Century Gothic" pitchFamily="34" charset="0"/>
                <a:ea typeface="Century Gothic" pitchFamily="34" charset="-122"/>
                <a:cs typeface="Century Gothic" pitchFamily="34" charset="-120"/>
              </a:rPr>
              <a:t>three primary bodies of knowledge</a:t>
            </a:r>
            <a:r>
              <a:rPr lang="en-US" sz="2133" dirty="0">
                <a:solidFill>
                  <a:srgbClr val="FFFFFF"/>
                </a:solidFill>
                <a:latin typeface="Century Gothic" pitchFamily="34" charset="0"/>
                <a:ea typeface="Century Gothic" pitchFamily="34" charset="-122"/>
                <a:cs typeface="Century Gothic" pitchFamily="34" charset="-120"/>
              </a:rPr>
              <a:t>:</a:t>
            </a:r>
            <a:endParaRPr lang="en-US" sz="2133" dirty="0">
              <a:solidFill>
                <a:prstClr val="black"/>
              </a:solidFill>
              <a:latin typeface="Calibri" panose="020F0502020204030204"/>
              <a:cs typeface="+mn-cs"/>
            </a:endParaRPr>
          </a:p>
        </p:txBody>
      </p:sp>
      <p:sp>
        <p:nvSpPr>
          <p:cNvPr id="10" name="Text 8"/>
          <p:cNvSpPr/>
          <p:nvPr/>
        </p:nvSpPr>
        <p:spPr>
          <a:xfrm>
            <a:off x="426720" y="5120640"/>
            <a:ext cx="11338560" cy="1584960"/>
          </a:xfrm>
          <a:prstGeom prst="rect">
            <a:avLst/>
          </a:prstGeom>
          <a:noFill/>
          <a:ln/>
        </p:spPr>
        <p:txBody>
          <a:bodyPr wrap="square" lIns="0" tIns="0" rIns="0" bIns="0" rtlCol="0" anchor="ctr"/>
          <a:lstStyle/>
          <a:p>
            <a:pPr defTabSz="1219170" fontAlgn="auto">
              <a:lnSpc>
                <a:spcPct val="130000"/>
              </a:lnSpc>
              <a:spcBef>
                <a:spcPts val="0"/>
              </a:spcBef>
              <a:spcAft>
                <a:spcPts val="0"/>
              </a:spcAft>
            </a:pPr>
            <a:r>
              <a:rPr lang="en-US" sz="2133" dirty="0">
                <a:solidFill>
                  <a:srgbClr val="FFFFFF"/>
                </a:solidFill>
                <a:latin typeface="Century Gothic" pitchFamily="34" charset="0"/>
                <a:ea typeface="Century Gothic" pitchFamily="34" charset="-122"/>
                <a:cs typeface="Century Gothic" pitchFamily="34" charset="-120"/>
              </a:rPr>
              <a:t>- Agile software development</a:t>
            </a:r>
            <a:endParaRPr lang="en-US" sz="2133" dirty="0">
              <a:solidFill>
                <a:prstClr val="black"/>
              </a:solidFill>
              <a:latin typeface="Calibri" panose="020F0502020204030204"/>
              <a:cs typeface="+mn-cs"/>
            </a:endParaRPr>
          </a:p>
          <a:p>
            <a:pPr defTabSz="1219170" fontAlgn="auto">
              <a:lnSpc>
                <a:spcPct val="130000"/>
              </a:lnSpc>
              <a:spcBef>
                <a:spcPts val="0"/>
              </a:spcBef>
              <a:spcAft>
                <a:spcPts val="0"/>
              </a:spcAft>
            </a:pPr>
            <a:r>
              <a:rPr lang="en-US" sz="2133" dirty="0">
                <a:solidFill>
                  <a:srgbClr val="FFFFFF"/>
                </a:solidFill>
                <a:latin typeface="Century Gothic" pitchFamily="34" charset="0"/>
                <a:ea typeface="Century Gothic" pitchFamily="34" charset="-122"/>
                <a:cs typeface="Century Gothic" pitchFamily="34" charset="-120"/>
              </a:rPr>
              <a:t>- Lean product development</a:t>
            </a:r>
            <a:endParaRPr lang="en-US" sz="2133" dirty="0">
              <a:solidFill>
                <a:prstClr val="black"/>
              </a:solidFill>
              <a:latin typeface="Calibri" panose="020F0502020204030204"/>
              <a:cs typeface="+mn-cs"/>
            </a:endParaRPr>
          </a:p>
          <a:p>
            <a:pPr defTabSz="1219170" fontAlgn="auto">
              <a:lnSpc>
                <a:spcPct val="130000"/>
              </a:lnSpc>
              <a:spcBef>
                <a:spcPts val="0"/>
              </a:spcBef>
              <a:spcAft>
                <a:spcPts val="0"/>
              </a:spcAft>
            </a:pPr>
            <a:r>
              <a:rPr lang="en-US" sz="2133" dirty="0">
                <a:solidFill>
                  <a:srgbClr val="FFFFFF"/>
                </a:solidFill>
                <a:latin typeface="Century Gothic" pitchFamily="34" charset="0"/>
                <a:ea typeface="Century Gothic" pitchFamily="34" charset="-122"/>
                <a:cs typeface="Century Gothic" pitchFamily="34" charset="-120"/>
              </a:rPr>
              <a:t>- Systems thinking</a:t>
            </a:r>
            <a:endParaRPr lang="en-US" sz="2133" dirty="0">
              <a:solidFill>
                <a:prstClr val="black"/>
              </a:solidFill>
              <a:latin typeface="Calibri" panose="020F0502020204030204"/>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438400" y="1036320"/>
            <a:ext cx="7315200" cy="609600"/>
          </a:xfrm>
          <a:prstGeom prst="rect">
            <a:avLst/>
          </a:prstGeom>
          <a:noFill/>
          <a:ln/>
        </p:spPr>
        <p:txBody>
          <a:bodyPr wrap="square" lIns="0" tIns="0" rIns="0" bIns="0" rtlCol="0" anchor="ctr"/>
          <a:lstStyle/>
          <a:p>
            <a:pPr algn="ctr" defTabSz="1219170" fontAlgn="auto">
              <a:spcBef>
                <a:spcPts val="0"/>
              </a:spcBef>
              <a:spcAft>
                <a:spcPts val="0"/>
              </a:spcAft>
            </a:pPr>
            <a:r>
              <a:rPr lang="en-US" sz="5867" b="1" dirty="0">
                <a:ln w="12700">
                  <a:solidFill>
                    <a:srgbClr val="000000"/>
                  </a:solidFill>
                </a:ln>
                <a:solidFill>
                  <a:srgbClr val="18DFEF"/>
                </a:solidFill>
                <a:latin typeface="Century Gothic" pitchFamily="34" charset="0"/>
                <a:ea typeface="Century Gothic" pitchFamily="34" charset="-122"/>
                <a:cs typeface="Century Gothic" pitchFamily="34" charset="-120"/>
              </a:rPr>
              <a:t>SCRUM</a:t>
            </a:r>
            <a:endParaRPr lang="en-US" sz="5867" dirty="0">
              <a:solidFill>
                <a:prstClr val="black"/>
              </a:solidFill>
              <a:latin typeface="Calibri" panose="020F0502020204030204"/>
              <a:cs typeface="+mn-cs"/>
            </a:endParaRPr>
          </a:p>
        </p:txBody>
      </p:sp>
      <p:sp>
        <p:nvSpPr>
          <p:cNvPr id="4" name="accent bar">
            <a:extLst>
              <a:ext uri="{C183D7F6-B498-43B3-948B-1728B52AA6E4}">
                <adec:decorative xmlns:adec="http://schemas.microsoft.com/office/drawing/2017/decorative" val="1"/>
              </a:ext>
            </a:extLst>
          </p:cNvPr>
          <p:cNvSpPr/>
          <p:nvPr/>
        </p:nvSpPr>
        <p:spPr>
          <a:xfrm>
            <a:off x="1950720" y="2097024"/>
            <a:ext cx="8290560" cy="73152"/>
          </a:xfrm>
          <a:prstGeom prst="rect">
            <a:avLst/>
          </a:prstGeom>
          <a:solidFill>
            <a:srgbClr val="000000"/>
          </a:solidFill>
          <a:ln w="635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5" name="Text 3"/>
          <p:cNvSpPr/>
          <p:nvPr/>
        </p:nvSpPr>
        <p:spPr>
          <a:xfrm>
            <a:off x="670560" y="2438400"/>
            <a:ext cx="10850880" cy="853440"/>
          </a:xfrm>
          <a:prstGeom prst="rect">
            <a:avLst/>
          </a:prstGeom>
          <a:noFill/>
          <a:ln/>
        </p:spPr>
        <p:txBody>
          <a:bodyPr wrap="square" lIns="0" tIns="0" rIns="0" bIns="0" rtlCol="0" anchor="ctr"/>
          <a:lstStyle/>
          <a:p>
            <a:pPr defTabSz="1219170" fontAlgn="auto">
              <a:spcBef>
                <a:spcPts val="0"/>
              </a:spcBef>
              <a:spcAft>
                <a:spcPts val="0"/>
              </a:spcAft>
            </a:pPr>
            <a:r>
              <a:rPr lang="en-US" sz="2400" dirty="0">
                <a:solidFill>
                  <a:srgbClr val="000000"/>
                </a:solidFill>
                <a:highlight>
                  <a:srgbClr val="FFFF66"/>
                </a:highlight>
                <a:latin typeface="Century Gothic" pitchFamily="34" charset="0"/>
                <a:ea typeface="Century Gothic" pitchFamily="34" charset="-122"/>
                <a:cs typeface="Century Gothic" pitchFamily="34" charset="-120"/>
              </a:rPr>
              <a:t>An agile methodology</a:t>
            </a:r>
            <a:r>
              <a:rPr lang="en-US" sz="2400" dirty="0">
                <a:solidFill>
                  <a:srgbClr val="000000"/>
                </a:solidFill>
                <a:latin typeface="Century Gothic" pitchFamily="34" charset="0"/>
                <a:ea typeface="Century Gothic" pitchFamily="34" charset="-122"/>
                <a:cs typeface="Century Gothic" pitchFamily="34" charset="-120"/>
              </a:rPr>
              <a:t> that helps agile teams to work together and deliver complex products.</a:t>
            </a:r>
            <a:endParaRPr lang="en-US" sz="2400" dirty="0">
              <a:solidFill>
                <a:prstClr val="black"/>
              </a:solidFill>
              <a:latin typeface="Calibri" panose="020F0502020204030204"/>
              <a:cs typeface="+mn-cs"/>
            </a:endParaRPr>
          </a:p>
        </p:txBody>
      </p:sp>
      <p:sp>
        <p:nvSpPr>
          <p:cNvPr id="6" name="Text 4"/>
          <p:cNvSpPr/>
          <p:nvPr/>
        </p:nvSpPr>
        <p:spPr>
          <a:xfrm>
            <a:off x="670560" y="3535680"/>
            <a:ext cx="10850880" cy="853440"/>
          </a:xfrm>
          <a:prstGeom prst="rect">
            <a:avLst/>
          </a:prstGeom>
          <a:noFill/>
          <a:ln/>
        </p:spPr>
        <p:txBody>
          <a:bodyPr wrap="square" lIns="0" tIns="0" rIns="0" bIns="0" rtlCol="0" anchor="ctr"/>
          <a:lstStyle/>
          <a:p>
            <a:pPr defTabSz="1219170" fontAlgn="auto">
              <a:spcBef>
                <a:spcPts val="0"/>
              </a:spcBef>
              <a:spcAft>
                <a:spcPts val="0"/>
              </a:spcAft>
            </a:pPr>
            <a:r>
              <a:rPr lang="en-US" sz="2400" dirty="0">
                <a:solidFill>
                  <a:srgbClr val="000000"/>
                </a:solidFill>
                <a:latin typeface="Century Gothic" pitchFamily="34" charset="0"/>
                <a:ea typeface="Century Gothic" pitchFamily="34" charset="-122"/>
                <a:cs typeface="Century Gothic" pitchFamily="34" charset="-120"/>
              </a:rPr>
              <a:t>Primarily used by software development teams but has now grown to be accepted within other industries.</a:t>
            </a:r>
            <a:endParaRPr lang="en-US" sz="2400" dirty="0">
              <a:solidFill>
                <a:prstClr val="black"/>
              </a:solidFill>
              <a:latin typeface="Calibri" panose="020F0502020204030204"/>
              <a:cs typeface="+mn-cs"/>
            </a:endParaRPr>
          </a:p>
        </p:txBody>
      </p:sp>
      <p:sp>
        <p:nvSpPr>
          <p:cNvPr id="7" name="accent bar">
            <a:extLst>
              <a:ext uri="{C183D7F6-B498-43B3-948B-1728B52AA6E4}">
                <adec:decorative xmlns:adec="http://schemas.microsoft.com/office/drawing/2017/decorative" val="1"/>
              </a:ext>
            </a:extLst>
          </p:cNvPr>
          <p:cNvSpPr/>
          <p:nvPr/>
        </p:nvSpPr>
        <p:spPr>
          <a:xfrm>
            <a:off x="0" y="5181600"/>
            <a:ext cx="12192000" cy="1670304"/>
          </a:xfrm>
          <a:prstGeom prst="rect">
            <a:avLst/>
          </a:prstGeom>
          <a:solidFill>
            <a:srgbClr val="18DFEF"/>
          </a:solidFill>
          <a:ln w="6350">
            <a:solidFill>
              <a:srgbClr val="18DFEF"/>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8" name="tip bulb">
            <a:extLst>
              <a:ext uri="{C183D7F6-B498-43B3-948B-1728B52AA6E4}">
                <adec:decorative xmlns:adec="http://schemas.microsoft.com/office/drawing/2017/decorative" val="1"/>
              </a:ext>
            </a:extLst>
          </p:cNvPr>
          <p:cNvSpPr/>
          <p:nvPr/>
        </p:nvSpPr>
        <p:spPr>
          <a:xfrm>
            <a:off x="816864" y="5766816"/>
            <a:ext cx="316992" cy="316992"/>
          </a:xfrm>
          <a:prstGeom prst="ellipse">
            <a:avLst/>
          </a:prstGeom>
          <a:ln w="15875">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9" name="tip bulb base">
            <a:extLst>
              <a:ext uri="{C183D7F6-B498-43B3-948B-1728B52AA6E4}">
                <adec:decorative xmlns:adec="http://schemas.microsoft.com/office/drawing/2017/decorative" val="1"/>
              </a:ext>
            </a:extLst>
          </p:cNvPr>
          <p:cNvSpPr/>
          <p:nvPr/>
        </p:nvSpPr>
        <p:spPr>
          <a:xfrm>
            <a:off x="890016" y="6120384"/>
            <a:ext cx="170688" cy="0"/>
          </a:xfrm>
          <a:prstGeom prst="line">
            <a:avLst/>
          </a:prstGeom>
          <a:noFill/>
          <a:ln w="15875">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0" name="tip ray">
            <a:extLst>
              <a:ext uri="{C183D7F6-B498-43B3-948B-1728B52AA6E4}">
                <adec:decorative xmlns:adec="http://schemas.microsoft.com/office/drawing/2017/decorative" val="1"/>
              </a:ext>
            </a:extLst>
          </p:cNvPr>
          <p:cNvSpPr/>
          <p:nvPr/>
        </p:nvSpPr>
        <p:spPr>
          <a:xfrm>
            <a:off x="668121" y="594969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1" name="tip ray">
            <a:extLst>
              <a:ext uri="{C183D7F6-B498-43B3-948B-1728B52AA6E4}">
                <adec:decorative xmlns:adec="http://schemas.microsoft.com/office/drawing/2017/decorative" val="1"/>
              </a:ext>
            </a:extLst>
          </p:cNvPr>
          <p:cNvSpPr/>
          <p:nvPr/>
        </p:nvSpPr>
        <p:spPr>
          <a:xfrm rot="60000">
            <a:off x="1282599" y="594969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2" name="tip ray">
            <a:extLst>
              <a:ext uri="{C183D7F6-B498-43B3-948B-1728B52AA6E4}">
                <adec:decorative xmlns:adec="http://schemas.microsoft.com/office/drawing/2017/decorative" val="1"/>
              </a:ext>
            </a:extLst>
          </p:cNvPr>
          <p:cNvSpPr/>
          <p:nvPr/>
        </p:nvSpPr>
        <p:spPr>
          <a:xfrm rot="120000">
            <a:off x="755904" y="570585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3" name="tip ray">
            <a:extLst>
              <a:ext uri="{C183D7F6-B498-43B3-948B-1728B52AA6E4}">
                <adec:decorative xmlns:adec="http://schemas.microsoft.com/office/drawing/2017/decorative" val="1"/>
              </a:ext>
            </a:extLst>
          </p:cNvPr>
          <p:cNvSpPr/>
          <p:nvPr/>
        </p:nvSpPr>
        <p:spPr>
          <a:xfrm rot="180000">
            <a:off x="1194816" y="570585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4" name="tip ray">
            <a:extLst>
              <a:ext uri="{C183D7F6-B498-43B3-948B-1728B52AA6E4}">
                <adec:decorative xmlns:adec="http://schemas.microsoft.com/office/drawing/2017/decorative" val="1"/>
              </a:ext>
            </a:extLst>
          </p:cNvPr>
          <p:cNvSpPr/>
          <p:nvPr/>
        </p:nvSpPr>
        <p:spPr>
          <a:xfrm rot="240000">
            <a:off x="975360" y="558393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5" name="Text 13"/>
          <p:cNvSpPr/>
          <p:nvPr/>
        </p:nvSpPr>
        <p:spPr>
          <a:xfrm>
            <a:off x="1828800" y="5303520"/>
            <a:ext cx="9997440" cy="1402080"/>
          </a:xfrm>
          <a:prstGeom prst="rect">
            <a:avLst/>
          </a:prstGeom>
          <a:noFill/>
          <a:ln/>
        </p:spPr>
        <p:txBody>
          <a:bodyPr wrap="square" lIns="0" tIns="0" rIns="0" bIns="0" rtlCol="0" anchor="ctr"/>
          <a:lstStyle/>
          <a:p>
            <a:pPr defTabSz="1219170" fontAlgn="auto">
              <a:spcBef>
                <a:spcPts val="0"/>
              </a:spcBef>
              <a:spcAft>
                <a:spcPts val="0"/>
              </a:spcAft>
            </a:pPr>
            <a:r>
              <a:rPr lang="en-US" sz="2400" dirty="0">
                <a:solidFill>
                  <a:srgbClr val="000000"/>
                </a:solidFill>
                <a:latin typeface="Century Gothic" pitchFamily="34" charset="0"/>
                <a:ea typeface="Century Gothic" pitchFamily="34" charset="-122"/>
                <a:cs typeface="Century Gothic" pitchFamily="34" charset="-120"/>
              </a:rPr>
              <a:t>Scrum provides a specific set of </a:t>
            </a:r>
            <a:r>
              <a:rPr lang="en-US" sz="2400" b="1" dirty="0">
                <a:solidFill>
                  <a:srgbClr val="000000"/>
                </a:solidFill>
                <a:latin typeface="Century Gothic" pitchFamily="34" charset="0"/>
                <a:ea typeface="Century Gothic" pitchFamily="34" charset="-122"/>
                <a:cs typeface="Century Gothic" pitchFamily="34" charset="-120"/>
              </a:rPr>
              <a:t>rules</a:t>
            </a:r>
            <a:r>
              <a:rPr lang="en-US" sz="2400" dirty="0">
                <a:solidFill>
                  <a:srgbClr val="000000"/>
                </a:solidFill>
                <a:latin typeface="Century Gothic" pitchFamily="34" charset="0"/>
                <a:ea typeface="Century Gothic" pitchFamily="34" charset="-122"/>
                <a:cs typeface="Century Gothic" pitchFamily="34" charset="-120"/>
              </a:rPr>
              <a:t>, </a:t>
            </a:r>
            <a:r>
              <a:rPr lang="en-US" sz="2400" b="1" dirty="0">
                <a:solidFill>
                  <a:srgbClr val="000000"/>
                </a:solidFill>
                <a:latin typeface="Century Gothic" pitchFamily="34" charset="0"/>
                <a:ea typeface="Century Gothic" pitchFamily="34" charset="-122"/>
                <a:cs typeface="Century Gothic" pitchFamily="34" charset="-120"/>
              </a:rPr>
              <a:t>practices</a:t>
            </a:r>
            <a:r>
              <a:rPr lang="en-US" sz="2400" dirty="0">
                <a:solidFill>
                  <a:srgbClr val="000000"/>
                </a:solidFill>
                <a:latin typeface="Century Gothic" pitchFamily="34" charset="0"/>
                <a:ea typeface="Century Gothic" pitchFamily="34" charset="-122"/>
                <a:cs typeface="Century Gothic" pitchFamily="34" charset="-120"/>
              </a:rPr>
              <a:t>, </a:t>
            </a:r>
            <a:r>
              <a:rPr lang="en-US" sz="2400" b="1" dirty="0">
                <a:solidFill>
                  <a:srgbClr val="000000"/>
                </a:solidFill>
                <a:latin typeface="Century Gothic" pitchFamily="34" charset="0"/>
                <a:ea typeface="Century Gothic" pitchFamily="34" charset="-122"/>
                <a:cs typeface="Century Gothic" pitchFamily="34" charset="-120"/>
              </a:rPr>
              <a:t>and roles</a:t>
            </a:r>
            <a:r>
              <a:rPr lang="en-US" sz="2400" dirty="0">
                <a:solidFill>
                  <a:srgbClr val="000000"/>
                </a:solidFill>
                <a:latin typeface="Century Gothic" pitchFamily="34" charset="0"/>
                <a:ea typeface="Century Gothic" pitchFamily="34" charset="-122"/>
                <a:cs typeface="Century Gothic" pitchFamily="34" charset="-120"/>
              </a:rPr>
              <a:t> to put those Agile principles into action.</a:t>
            </a:r>
            <a:endParaRPr lang="en-US" sz="2400" dirty="0">
              <a:solidFill>
                <a:prstClr val="black"/>
              </a:solidFill>
              <a:latin typeface="Calibri" panose="020F0502020204030204"/>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35A098-18F2-1630-4142-0B86DB8CB12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a:extLst>
              <a:ext uri="{FF2B5EF4-FFF2-40B4-BE49-F238E27FC236}">
                <a16:creationId xmlns:a16="http://schemas.microsoft.com/office/drawing/2014/main" id="{355C17A4-133A-97BC-16AC-9969FDC5BF45}"/>
              </a:ext>
            </a:extLst>
          </p:cNvPr>
          <p:cNvSpPr txBox="1">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marL="9525" defTabSz="914400"/>
            <a:r>
              <a:rPr lang="en-US" sz="5400" kern="1200" spc="-4" dirty="0">
                <a:solidFill>
                  <a:schemeClr val="tx1"/>
                </a:solidFill>
                <a:latin typeface="+mj-lt"/>
                <a:ea typeface="+mj-ea"/>
                <a:cs typeface="+mj-cs"/>
              </a:rPr>
              <a:t>Extreme</a:t>
            </a:r>
            <a:r>
              <a:rPr lang="en-US" sz="5400" kern="1200" spc="11" dirty="0">
                <a:solidFill>
                  <a:schemeClr val="tx1"/>
                </a:solidFill>
                <a:latin typeface="+mj-lt"/>
                <a:ea typeface="+mj-ea"/>
                <a:cs typeface="+mj-cs"/>
              </a:rPr>
              <a:t> </a:t>
            </a:r>
            <a:r>
              <a:rPr lang="en-US" sz="5400" kern="1200" spc="-4" dirty="0">
                <a:solidFill>
                  <a:schemeClr val="tx1"/>
                </a:solidFill>
                <a:latin typeface="+mj-lt"/>
                <a:ea typeface="+mj-ea"/>
                <a:cs typeface="+mj-cs"/>
              </a:rPr>
              <a:t>Programming</a:t>
            </a:r>
          </a:p>
        </p:txBody>
      </p:sp>
      <p:sp>
        <p:nvSpPr>
          <p:cNvPr id="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a:extLst>
              <a:ext uri="{FF2B5EF4-FFF2-40B4-BE49-F238E27FC236}">
                <a16:creationId xmlns:a16="http://schemas.microsoft.com/office/drawing/2014/main" id="{D615623D-E4FC-2373-29EB-05015DBCD2E9}"/>
              </a:ext>
            </a:extLst>
          </p:cNvPr>
          <p:cNvSpPr txBox="1"/>
          <p:nvPr/>
        </p:nvSpPr>
        <p:spPr>
          <a:xfrm>
            <a:off x="838200" y="1929384"/>
            <a:ext cx="10515600" cy="4251960"/>
          </a:xfrm>
          <a:prstGeom prst="rect">
            <a:avLst/>
          </a:prstGeom>
        </p:spPr>
        <p:txBody>
          <a:bodyPr vert="horz" lIns="91440" tIns="45720" rIns="91440" bIns="45720" rtlCol="0">
            <a:normAutofit/>
          </a:bodyPr>
          <a:lstStyle/>
          <a:p>
            <a:pPr marL="180975" marR="470059" indent="-228600" fontAlgn="auto">
              <a:lnSpc>
                <a:spcPct val="90000"/>
              </a:lnSpc>
              <a:spcBef>
                <a:spcPts val="75"/>
              </a:spcBef>
              <a:spcAft>
                <a:spcPts val="0"/>
              </a:spcAft>
              <a:buFont typeface="Arial" panose="020B0604020202020204" pitchFamily="34" charset="0"/>
              <a:buChar char="•"/>
              <a:tabLst>
                <a:tab pos="180975" algn="l"/>
              </a:tabLst>
            </a:pPr>
            <a:r>
              <a:rPr lang="en-US" sz="2200" spc="-4">
                <a:latin typeface="+mn-lt"/>
                <a:cs typeface="+mn-cs"/>
              </a:rPr>
              <a:t>An Agile Model </a:t>
            </a:r>
          </a:p>
          <a:p>
            <a:pPr marL="180975" marR="470059" indent="-228600" fontAlgn="auto">
              <a:lnSpc>
                <a:spcPct val="90000"/>
              </a:lnSpc>
              <a:spcBef>
                <a:spcPts val="75"/>
              </a:spcBef>
              <a:spcAft>
                <a:spcPts val="0"/>
              </a:spcAft>
              <a:buFont typeface="Arial" panose="020B0604020202020204" pitchFamily="34" charset="0"/>
              <a:buChar char="•"/>
              <a:tabLst>
                <a:tab pos="180975" algn="l"/>
              </a:tabLst>
            </a:pPr>
            <a:endParaRPr lang="en-US" sz="2200" spc="-4">
              <a:latin typeface="+mn-lt"/>
              <a:cs typeface="+mn-cs"/>
            </a:endParaRPr>
          </a:p>
          <a:p>
            <a:pPr marL="180975" marR="470059" indent="-228600" fontAlgn="auto">
              <a:lnSpc>
                <a:spcPct val="90000"/>
              </a:lnSpc>
              <a:spcBef>
                <a:spcPts val="75"/>
              </a:spcBef>
              <a:spcAft>
                <a:spcPts val="0"/>
              </a:spcAft>
              <a:buFont typeface="Arial" panose="020B0604020202020204" pitchFamily="34" charset="0"/>
              <a:buChar char="•"/>
              <a:tabLst>
                <a:tab pos="180975" algn="l"/>
              </a:tabLst>
            </a:pPr>
            <a:r>
              <a:rPr lang="en-US" sz="2200" spc="-4">
                <a:latin typeface="+mn-lt"/>
                <a:cs typeface="+mn-cs"/>
              </a:rPr>
              <a:t>Development methodology </a:t>
            </a:r>
            <a:r>
              <a:rPr lang="en-US" sz="2200">
                <a:latin typeface="+mn-lt"/>
                <a:cs typeface="+mn-cs"/>
              </a:rPr>
              <a:t>that </a:t>
            </a:r>
            <a:r>
              <a:rPr lang="en-US" sz="2200" spc="-4">
                <a:latin typeface="+mn-lt"/>
                <a:cs typeface="+mn-cs"/>
              </a:rPr>
              <a:t>makes </a:t>
            </a:r>
            <a:r>
              <a:rPr lang="en-US" sz="2200">
                <a:latin typeface="+mn-lt"/>
                <a:cs typeface="+mn-cs"/>
              </a:rPr>
              <a:t>code reviews </a:t>
            </a:r>
            <a:r>
              <a:rPr lang="en-US" sz="2200" spc="-4">
                <a:latin typeface="+mn-lt"/>
                <a:cs typeface="+mn-cs"/>
              </a:rPr>
              <a:t>to </a:t>
            </a:r>
            <a:r>
              <a:rPr lang="en-US" sz="2200">
                <a:latin typeface="+mn-lt"/>
                <a:cs typeface="+mn-cs"/>
              </a:rPr>
              <a:t>happen  continuously</a:t>
            </a:r>
            <a:br>
              <a:rPr lang="en-US" sz="2200">
                <a:latin typeface="+mn-lt"/>
                <a:cs typeface="+mn-cs"/>
              </a:rPr>
            </a:br>
            <a:endParaRPr lang="en-US" sz="2200">
              <a:latin typeface="+mn-lt"/>
              <a:cs typeface="+mn-cs"/>
            </a:endParaRPr>
          </a:p>
          <a:p>
            <a:pPr marL="180975" marR="360521" indent="-228600" fontAlgn="auto">
              <a:lnSpc>
                <a:spcPct val="90000"/>
              </a:lnSpc>
              <a:spcBef>
                <a:spcPts val="746"/>
              </a:spcBef>
              <a:spcAft>
                <a:spcPts val="0"/>
              </a:spcAft>
              <a:buFont typeface="Arial" panose="020B0604020202020204" pitchFamily="34" charset="0"/>
              <a:buChar char="•"/>
              <a:tabLst>
                <a:tab pos="180975" algn="l"/>
              </a:tabLst>
            </a:pPr>
            <a:r>
              <a:rPr lang="en-US" sz="2200" spc="-4">
                <a:latin typeface="+mn-lt"/>
                <a:cs typeface="+mn-cs"/>
              </a:rPr>
              <a:t>This is accomplished </a:t>
            </a:r>
            <a:r>
              <a:rPr lang="en-US" sz="2200">
                <a:latin typeface="+mn-lt"/>
                <a:cs typeface="+mn-cs"/>
              </a:rPr>
              <a:t>using </a:t>
            </a:r>
            <a:r>
              <a:rPr lang="en-US" sz="2200" b="1" spc="-4">
                <a:latin typeface="+mn-lt"/>
                <a:cs typeface="+mn-cs"/>
              </a:rPr>
              <a:t>Pair programming</a:t>
            </a:r>
            <a:br>
              <a:rPr lang="en-US" sz="2200" b="1" spc="-4">
                <a:latin typeface="+mn-lt"/>
                <a:cs typeface="+mn-cs"/>
              </a:rPr>
            </a:br>
            <a:endParaRPr lang="en-US" sz="2200">
              <a:latin typeface="+mn-lt"/>
              <a:cs typeface="+mn-cs"/>
            </a:endParaRPr>
          </a:p>
          <a:p>
            <a:pPr marL="180975" marR="102394" indent="-228600" fontAlgn="auto">
              <a:lnSpc>
                <a:spcPct val="90000"/>
              </a:lnSpc>
              <a:spcBef>
                <a:spcPts val="754"/>
              </a:spcBef>
              <a:spcAft>
                <a:spcPts val="0"/>
              </a:spcAft>
              <a:buFont typeface="Arial" panose="020B0604020202020204" pitchFamily="34" charset="0"/>
              <a:buChar char="•"/>
              <a:tabLst>
                <a:tab pos="180975" algn="l"/>
              </a:tabLst>
            </a:pPr>
            <a:r>
              <a:rPr lang="en-US" sz="2200" spc="-4">
                <a:latin typeface="+mn-lt"/>
                <a:cs typeface="+mn-cs"/>
              </a:rPr>
              <a:t>This </a:t>
            </a:r>
            <a:r>
              <a:rPr lang="en-US" sz="2200">
                <a:latin typeface="+mn-lt"/>
                <a:cs typeface="+mn-cs"/>
              </a:rPr>
              <a:t>significantly </a:t>
            </a:r>
            <a:r>
              <a:rPr lang="en-US" sz="2200" spc="-4">
                <a:latin typeface="+mn-lt"/>
                <a:cs typeface="+mn-cs"/>
              </a:rPr>
              <a:t>reduces the </a:t>
            </a:r>
            <a:r>
              <a:rPr lang="en-US" sz="2200">
                <a:latin typeface="+mn-lt"/>
                <a:cs typeface="+mn-cs"/>
              </a:rPr>
              <a:t>incidence of </a:t>
            </a:r>
            <a:r>
              <a:rPr lang="en-US" sz="2200" spc="-4">
                <a:latin typeface="+mn-lt"/>
                <a:cs typeface="+mn-cs"/>
              </a:rPr>
              <a:t>errors and improves the </a:t>
            </a:r>
            <a:r>
              <a:rPr lang="en-US" sz="2200">
                <a:latin typeface="+mn-lt"/>
                <a:cs typeface="+mn-cs"/>
              </a:rPr>
              <a:t>overall quality </a:t>
            </a:r>
            <a:r>
              <a:rPr lang="en-US" sz="2200" spc="-4">
                <a:latin typeface="+mn-lt"/>
                <a:cs typeface="+mn-cs"/>
              </a:rPr>
              <a:t>of the</a:t>
            </a:r>
            <a:r>
              <a:rPr lang="en-US" sz="2200">
                <a:latin typeface="+mn-lt"/>
                <a:cs typeface="+mn-cs"/>
              </a:rPr>
              <a:t> code</a:t>
            </a:r>
          </a:p>
        </p:txBody>
      </p:sp>
    </p:spTree>
    <p:extLst>
      <p:ext uri="{BB962C8B-B14F-4D97-AF65-F5344CB8AC3E}">
        <p14:creationId xmlns:p14="http://schemas.microsoft.com/office/powerpoint/2010/main" val="5413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DEVOPS AND DEVSECOPS</a:t>
            </a:r>
          </a:p>
        </p:txBody>
      </p:sp>
      <p:sp>
        <p:nvSpPr>
          <p:cNvPr id="4" name="TextBox 3"/>
          <p:cNvSpPr txBox="1"/>
          <p:nvPr/>
        </p:nvSpPr>
        <p:spPr>
          <a:xfrm>
            <a:off x="5867964" y="137160"/>
            <a:ext cx="5120640" cy="9144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dirty="0">
                <a:ln>
                  <a:noFill/>
                </a:ln>
                <a:solidFill>
                  <a:srgbClr val="FF1818"/>
                </a:solidFill>
                <a:effectLst/>
                <a:uLnTx/>
                <a:uFillTx/>
                <a:latin typeface="Segoe Print"/>
                <a:ea typeface="+mn-ea"/>
                <a:cs typeface="+mn-cs"/>
              </a:rPr>
              <a:t>how do you handle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dirty="0">
                <a:ln>
                  <a:noFill/>
                </a:ln>
                <a:solidFill>
                  <a:srgbClr val="FF1818"/>
                </a:solidFill>
                <a:effectLst/>
                <a:uLnTx/>
                <a:uFillTx/>
                <a:latin typeface="Segoe Print"/>
                <a:ea typeface="+mn-ea"/>
                <a:cs typeface="+mn-cs"/>
              </a:rPr>
              <a:t>source code securely?</a:t>
            </a:r>
          </a:p>
        </p:txBody>
      </p:sp>
      <p:sp>
        <p:nvSpPr>
          <p:cNvPr id="5" name="TextBox 4"/>
          <p:cNvSpPr txBox="1"/>
          <p:nvPr/>
        </p:nvSpPr>
        <p:spPr>
          <a:xfrm>
            <a:off x="411480" y="1005840"/>
            <a:ext cx="5486400" cy="73152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w="9525">
                  <a:solidFill>
                    <a:srgbClr val="444444"/>
                  </a:solidFill>
                </a:ln>
                <a:solidFill>
                  <a:srgbClr val="00E5F2"/>
                </a:solidFill>
                <a:effectLst/>
                <a:uLnTx/>
                <a:uFillTx/>
                <a:latin typeface="Century Gothic"/>
                <a:ea typeface="+mn-ea"/>
                <a:cs typeface="+mn-cs"/>
              </a:rPr>
              <a:t>Code Repositories</a:t>
            </a:r>
          </a:p>
        </p:txBody>
      </p:sp>
      <p:sp>
        <p:nvSpPr>
          <p:cNvPr id="6" name="TextBox 5"/>
          <p:cNvSpPr txBox="1"/>
          <p:nvPr/>
        </p:nvSpPr>
        <p:spPr>
          <a:xfrm>
            <a:off x="548640" y="1828800"/>
            <a:ext cx="8229600" cy="118872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This is where source code and related artifacts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(such as libraries) are stored</a:t>
            </a:r>
          </a:p>
        </p:txBody>
      </p:sp>
      <p:sp>
        <p:nvSpPr>
          <p:cNvPr id="7" name="TextBox 6"/>
          <p:cNvSpPr txBox="1"/>
          <p:nvPr/>
        </p:nvSpPr>
        <p:spPr>
          <a:xfrm>
            <a:off x="502920" y="3063240"/>
            <a:ext cx="45720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FF1818"/>
                </a:solidFill>
                <a:effectLst/>
                <a:uLnTx/>
                <a:uFillTx/>
                <a:latin typeface="Century Gothic"/>
                <a:ea typeface="+mn-ea"/>
                <a:cs typeface="+mn-cs"/>
              </a:rPr>
              <a:t>✓</a:t>
            </a:r>
          </a:p>
        </p:txBody>
      </p:sp>
      <p:sp>
        <p:nvSpPr>
          <p:cNvPr id="8" name="TextBox 7"/>
          <p:cNvSpPr txBox="1"/>
          <p:nvPr/>
        </p:nvSpPr>
        <p:spPr>
          <a:xfrm>
            <a:off x="960120" y="3063240"/>
            <a:ext cx="859536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Do not commit </a:t>
            </a:r>
            <a:r>
              <a:rPr kumimoji="0" sz="2700" b="0" i="0" u="none" strike="noStrike" kern="1200" cap="none" spc="0" normalizeH="0" baseline="0" noProof="0">
                <a:ln>
                  <a:noFill/>
                </a:ln>
                <a:solidFill>
                  <a:srgbClr val="111111"/>
                </a:solidFill>
                <a:effectLst/>
                <a:highlight>
                  <a:srgbClr val="FFF176"/>
                </a:highlight>
                <a:uLnTx/>
                <a:uFillTx/>
                <a:latin typeface="Century Gothic"/>
                <a:ea typeface="+mn-ea"/>
                <a:cs typeface="+mn-cs"/>
              </a:rPr>
              <a:t>sensitive information</a:t>
            </a:r>
          </a:p>
        </p:txBody>
      </p:sp>
      <p:sp>
        <p:nvSpPr>
          <p:cNvPr id="9" name="TextBox 8"/>
          <p:cNvSpPr txBox="1"/>
          <p:nvPr/>
        </p:nvSpPr>
        <p:spPr>
          <a:xfrm>
            <a:off x="502920" y="3566160"/>
            <a:ext cx="45720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FF1818"/>
                </a:solidFill>
                <a:effectLst/>
                <a:uLnTx/>
                <a:uFillTx/>
                <a:latin typeface="Century Gothic"/>
                <a:ea typeface="+mn-ea"/>
                <a:cs typeface="+mn-cs"/>
              </a:rPr>
              <a:t>✓</a:t>
            </a:r>
          </a:p>
        </p:txBody>
      </p:sp>
      <p:sp>
        <p:nvSpPr>
          <p:cNvPr id="10" name="TextBox 9"/>
          <p:cNvSpPr txBox="1"/>
          <p:nvPr/>
        </p:nvSpPr>
        <p:spPr>
          <a:xfrm>
            <a:off x="960120" y="3566160"/>
            <a:ext cx="859536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Protect access to your code repositories</a:t>
            </a:r>
          </a:p>
        </p:txBody>
      </p:sp>
      <p:sp>
        <p:nvSpPr>
          <p:cNvPr id="11" name="TextBox 10"/>
          <p:cNvSpPr txBox="1"/>
          <p:nvPr/>
        </p:nvSpPr>
        <p:spPr>
          <a:xfrm>
            <a:off x="502920" y="4069080"/>
            <a:ext cx="45720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FF1818"/>
                </a:solidFill>
                <a:effectLst/>
                <a:uLnTx/>
                <a:uFillTx/>
                <a:latin typeface="Century Gothic"/>
                <a:ea typeface="+mn-ea"/>
                <a:cs typeface="+mn-cs"/>
              </a:rPr>
              <a:t>✓</a:t>
            </a:r>
          </a:p>
        </p:txBody>
      </p:sp>
      <p:sp>
        <p:nvSpPr>
          <p:cNvPr id="12" name="TextBox 11"/>
          <p:cNvSpPr txBox="1"/>
          <p:nvPr/>
        </p:nvSpPr>
        <p:spPr>
          <a:xfrm>
            <a:off x="960120" y="4069080"/>
            <a:ext cx="859536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Sign your work</a:t>
            </a:r>
          </a:p>
        </p:txBody>
      </p:sp>
      <p:sp>
        <p:nvSpPr>
          <p:cNvPr id="13" name="TextBox 12"/>
          <p:cNvSpPr txBox="1"/>
          <p:nvPr/>
        </p:nvSpPr>
        <p:spPr>
          <a:xfrm>
            <a:off x="502920" y="4572000"/>
            <a:ext cx="45720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FF1818"/>
                </a:solidFill>
                <a:effectLst/>
                <a:uLnTx/>
                <a:uFillTx/>
                <a:latin typeface="Century Gothic"/>
                <a:ea typeface="+mn-ea"/>
                <a:cs typeface="+mn-cs"/>
              </a:rPr>
              <a:t>✓</a:t>
            </a:r>
          </a:p>
        </p:txBody>
      </p:sp>
      <p:sp>
        <p:nvSpPr>
          <p:cNvPr id="14" name="TextBox 13"/>
          <p:cNvSpPr txBox="1"/>
          <p:nvPr/>
        </p:nvSpPr>
        <p:spPr>
          <a:xfrm>
            <a:off x="960120" y="4572000"/>
            <a:ext cx="859536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Keep your development tools (IDE) up-to-date</a:t>
            </a:r>
          </a:p>
        </p:txBody>
      </p:sp>
      <p:sp>
        <p:nvSpPr>
          <p:cNvPr id="17" name="TextBox 16"/>
          <p:cNvSpPr txBox="1"/>
          <p:nvPr/>
        </p:nvSpPr>
        <p:spPr>
          <a:xfrm>
            <a:off x="9464040" y="2880360"/>
            <a:ext cx="2743200" cy="128016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FF1818"/>
                </a:solidFill>
                <a:effectLst/>
                <a:uLnTx/>
                <a:uFillTx/>
                <a:latin typeface="Segoe Print"/>
                <a:ea typeface="+mn-ea"/>
                <a:cs typeface="+mn-cs"/>
              </a:rPr>
              <a:t>Integrated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FF1818"/>
                </a:solidFill>
                <a:effectLst/>
                <a:uLnTx/>
                <a:uFillTx/>
                <a:latin typeface="Segoe Print"/>
                <a:ea typeface="+mn-ea"/>
                <a:cs typeface="+mn-cs"/>
              </a:rPr>
              <a:t>Development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FF1818"/>
                </a:solidFill>
                <a:effectLst/>
                <a:uLnTx/>
                <a:uFillTx/>
                <a:latin typeface="Segoe Print"/>
                <a:ea typeface="+mn-ea"/>
                <a:cs typeface="+mn-cs"/>
              </a:rPr>
              <a:t>Environment</a:t>
            </a:r>
          </a:p>
        </p:txBody>
      </p:sp>
      <p:cxnSp>
        <p:nvCxnSpPr>
          <p:cNvPr id="18" name="Connector 17"/>
          <p:cNvCxnSpPr/>
          <p:nvPr/>
        </p:nvCxnSpPr>
        <p:spPr>
          <a:xfrm flipH="1">
            <a:off x="7635240" y="3246120"/>
            <a:ext cx="1783080" cy="1280160"/>
          </a:xfrm>
          <a:prstGeom prst="line">
            <a:avLst/>
          </a:prstGeom>
          <a:ln w="31750">
            <a:solidFill>
              <a:srgbClr val="FF181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5440680"/>
            <a:ext cx="12191695" cy="141732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Oval 19"/>
          <p:cNvSpPr/>
          <p:nvPr/>
        </p:nvSpPr>
        <p:spPr>
          <a:xfrm>
            <a:off x="594360" y="5765292"/>
            <a:ext cx="502920" cy="502920"/>
          </a:xfrm>
          <a:prstGeom prst="ellipse">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760323" y="6227978"/>
            <a:ext cx="170992" cy="80467"/>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1463040" y="5550408"/>
            <a:ext cx="10424160" cy="1197864"/>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Most code repositories today use </a:t>
            </a:r>
            <a:r>
              <a:rPr kumimoji="0" sz="2700" b="1" i="0" u="none" strike="noStrike" kern="1200" cap="none" spc="0" normalizeH="0" baseline="0" noProof="0">
                <a:ln>
                  <a:noFill/>
                </a:ln>
                <a:solidFill>
                  <a:srgbClr val="111111"/>
                </a:solidFill>
                <a:effectLst/>
                <a:uLnTx/>
                <a:uFillTx/>
                <a:latin typeface="Century Gothic"/>
                <a:ea typeface="+mn-ea"/>
                <a:cs typeface="+mn-cs"/>
              </a:rPr>
              <a:t>Git</a:t>
            </a:r>
            <a:r>
              <a:rPr kumimoji="0" sz="2700" b="0" i="0" u="none" strike="noStrike" kern="1200" cap="none" spc="0" normalizeH="0" baseline="0" noProof="0">
                <a:ln>
                  <a:noFill/>
                </a:ln>
                <a:solidFill>
                  <a:srgbClr val="111111"/>
                </a:solidFill>
                <a:effectLst/>
                <a:uLnTx/>
                <a:uFillTx/>
                <a:latin typeface="Century Gothic"/>
                <a:ea typeface="+mn-ea"/>
                <a:cs typeface="+mn-cs"/>
              </a:rPr>
              <a:t>, the worlds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most widely used modern version control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CODE LIBRARIES</a:t>
            </a:r>
          </a:p>
        </p:txBody>
      </p:sp>
      <p:sp>
        <p:nvSpPr>
          <p:cNvPr id="4" name="Rectangle 3"/>
          <p:cNvSpPr/>
          <p:nvPr/>
        </p:nvSpPr>
        <p:spPr>
          <a:xfrm>
            <a:off x="0" y="1600200"/>
            <a:ext cx="8412480" cy="105156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code libraries</a:t>
            </a:r>
            <a:r>
              <a:rPr kumimoji="0" sz="2500" b="0" i="0" u="none" strike="noStrike" kern="1200" cap="none" spc="0" normalizeH="0" baseline="0" noProof="0">
                <a:ln>
                  <a:noFill/>
                </a:ln>
                <a:solidFill>
                  <a:srgbClr val="111111"/>
                </a:solidFill>
                <a:effectLst/>
                <a:uLnTx/>
                <a:uFillTx/>
                <a:latin typeface="Century Gothic"/>
                <a:ea typeface="+mn-ea"/>
                <a:cs typeface="+mn-cs"/>
              </a:rPr>
              <a:t> for some important core functions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can improve application security and reduce risk</a:t>
            </a:r>
          </a:p>
        </p:txBody>
      </p:sp>
      <p:sp>
        <p:nvSpPr>
          <p:cNvPr id="5" name="TextBox 4"/>
          <p:cNvSpPr txBox="1"/>
          <p:nvPr/>
        </p:nvSpPr>
        <p:spPr>
          <a:xfrm>
            <a:off x="411480" y="2880360"/>
            <a:ext cx="4114800" cy="73152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1" i="0" u="none" strike="noStrike" kern="1200" cap="none" spc="0" normalizeH="0" baseline="0" noProof="0">
                <a:ln w="9525">
                  <a:solidFill>
                    <a:srgbClr val="444444"/>
                  </a:solidFill>
                </a:ln>
                <a:solidFill>
                  <a:srgbClr val="00E5F2"/>
                </a:solidFill>
                <a:effectLst/>
                <a:uLnTx/>
                <a:uFillTx/>
                <a:latin typeface="Century Gothic"/>
                <a:ea typeface="+mn-ea"/>
                <a:cs typeface="+mn-cs"/>
              </a:rPr>
              <a:t>For Example:</a:t>
            </a:r>
          </a:p>
        </p:txBody>
      </p:sp>
      <p:sp>
        <p:nvSpPr>
          <p:cNvPr id="6" name="TextBox 5"/>
          <p:cNvSpPr txBox="1"/>
          <p:nvPr/>
        </p:nvSpPr>
        <p:spPr>
          <a:xfrm>
            <a:off x="548640" y="3703320"/>
            <a:ext cx="10515600" cy="1867178"/>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1400"/>
              </a:spcAft>
              <a:buClrTx/>
              <a:buSzTx/>
              <a:buFontTx/>
              <a:buNone/>
              <a:tabLst/>
              <a:defRPr/>
            </a:pPr>
            <a:r>
              <a:rPr kumimoji="0" sz="2700" b="0" i="0" u="none" strike="noStrike" kern="1200" cap="none" spc="0" normalizeH="0" baseline="0" noProof="0" dirty="0">
                <a:ln>
                  <a:noFill/>
                </a:ln>
                <a:solidFill>
                  <a:srgbClr val="111111"/>
                </a:solidFill>
                <a:effectLst/>
                <a:uLnTx/>
                <a:uFillTx/>
                <a:latin typeface="Century Gothic"/>
                <a:ea typeface="+mn-ea"/>
                <a:cs typeface="+mn-cs"/>
              </a:rPr>
              <a:t>Certain languages are prone to certain types of attacks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dirty="0">
                <a:ln>
                  <a:noFill/>
                </a:ln>
                <a:solidFill>
                  <a:srgbClr val="111111"/>
                </a:solidFill>
                <a:effectLst/>
                <a:uLnTx/>
                <a:uFillTx/>
                <a:latin typeface="Century Gothic"/>
                <a:ea typeface="+mn-ea"/>
                <a:cs typeface="+mn-cs"/>
              </a:rPr>
              <a:t>In lower-level languages (like C) use of safe memory allocation and string manipulation </a:t>
            </a:r>
            <a:r>
              <a:rPr kumimoji="0" sz="2700" b="1" i="0" u="none" strike="noStrike" kern="1200" cap="none" spc="0" normalizeH="0" baseline="0" noProof="0" dirty="0">
                <a:ln>
                  <a:noFill/>
                </a:ln>
                <a:solidFill>
                  <a:srgbClr val="111111"/>
                </a:solidFill>
                <a:effectLst/>
                <a:uLnTx/>
                <a:uFillTx/>
                <a:latin typeface="Century Gothic"/>
                <a:ea typeface="+mn-ea"/>
                <a:cs typeface="+mn-cs"/>
              </a:rPr>
              <a:t>libraries</a:t>
            </a:r>
            <a:r>
              <a:rPr kumimoji="0" sz="2700" b="0" i="0" u="none" strike="noStrike" kern="1200" cap="none" spc="0" normalizeH="0" baseline="0" noProof="0" dirty="0">
                <a:ln>
                  <a:noFill/>
                </a:ln>
                <a:solidFill>
                  <a:srgbClr val="111111"/>
                </a:solidFill>
                <a:effectLst/>
                <a:uLnTx/>
                <a:uFillTx/>
                <a:latin typeface="Century Gothic"/>
                <a:ea typeface="+mn-ea"/>
                <a:cs typeface="+mn-cs"/>
              </a:rPr>
              <a:t> can reduce risk of buffer overflow attacks</a:t>
            </a:r>
          </a:p>
        </p:txBody>
      </p:sp>
      <p:sp>
        <p:nvSpPr>
          <p:cNvPr id="7" name="TextBox 6"/>
          <p:cNvSpPr txBox="1"/>
          <p:nvPr/>
        </p:nvSpPr>
        <p:spPr>
          <a:xfrm>
            <a:off x="548640" y="5791200"/>
            <a:ext cx="11155680" cy="6400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dirty="0">
                <a:ln>
                  <a:noFill/>
                </a:ln>
                <a:solidFill>
                  <a:srgbClr val="FF1818"/>
                </a:solidFill>
                <a:effectLst/>
                <a:uLnTx/>
                <a:uFillTx/>
                <a:latin typeface="Segoe Print"/>
                <a:ea typeface="+mn-ea"/>
                <a:cs typeface="+mn-cs"/>
              </a:rPr>
              <a:t>others? encryption, handling secrets, bulk data transfer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DEVOPS AND DEVSECOPS</a:t>
            </a:r>
          </a:p>
        </p:txBody>
      </p:sp>
      <p:sp>
        <p:nvSpPr>
          <p:cNvPr id="4" name="TextBox 3"/>
          <p:cNvSpPr txBox="1"/>
          <p:nvPr/>
        </p:nvSpPr>
        <p:spPr>
          <a:xfrm>
            <a:off x="365760" y="2651760"/>
            <a:ext cx="2834640" cy="8229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4200" b="1" i="0" u="none" strike="noStrike" kern="1200" cap="none" spc="0" normalizeH="0" baseline="0" noProof="0">
                <a:ln w="9525">
                  <a:solidFill>
                    <a:srgbClr val="444444"/>
                  </a:solidFill>
                </a:ln>
                <a:solidFill>
                  <a:srgbClr val="00E5F2"/>
                </a:solidFill>
                <a:effectLst/>
                <a:uLnTx/>
                <a:uFillTx/>
                <a:latin typeface="Century Gothic"/>
                <a:ea typeface="+mn-ea"/>
                <a:cs typeface="+mn-cs"/>
              </a:rPr>
              <a:t>Runtime</a:t>
            </a:r>
          </a:p>
        </p:txBody>
      </p:sp>
      <p:sp>
        <p:nvSpPr>
          <p:cNvPr id="5" name="Rectangle 4"/>
          <p:cNvSpPr/>
          <p:nvPr/>
        </p:nvSpPr>
        <p:spPr>
          <a:xfrm>
            <a:off x="3200400" y="1691640"/>
            <a:ext cx="54864" cy="283464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3429000" y="1691640"/>
            <a:ext cx="8138160" cy="283464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describes the period of time during which a software program is running</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this is when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dynamic application security testing</a:t>
            </a:r>
            <a:r>
              <a:rPr kumimoji="0" sz="2500" b="0" i="0" u="none" strike="noStrike" kern="1200" cap="none" spc="0" normalizeH="0" baseline="0" noProof="0">
                <a:ln>
                  <a:noFill/>
                </a:ln>
                <a:solidFill>
                  <a:srgbClr val="111111"/>
                </a:solidFill>
                <a:effectLst/>
                <a:uLnTx/>
                <a:uFillTx/>
                <a:latin typeface="Century Gothic"/>
                <a:ea typeface="+mn-ea"/>
                <a:cs typeface="+mn-cs"/>
              </a:rPr>
              <a:t> (DAST) evaluates security of an application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assessing software security at runtime is generally the only option for purchased software</a:t>
            </a:r>
          </a:p>
        </p:txBody>
      </p:sp>
      <p:cxnSp>
        <p:nvCxnSpPr>
          <p:cNvPr id="7" name="Connector 6"/>
          <p:cNvCxnSpPr>
            <a:cxnSpLocks/>
          </p:cNvCxnSpPr>
          <p:nvPr/>
        </p:nvCxnSpPr>
        <p:spPr>
          <a:xfrm>
            <a:off x="6705600" y="2662428"/>
            <a:ext cx="914400" cy="0"/>
          </a:xfrm>
          <a:prstGeom prst="line">
            <a:avLst/>
          </a:prstGeom>
          <a:ln w="31750">
            <a:solidFill>
              <a:srgbClr val="FF181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173855" y="4343400"/>
            <a:ext cx="1691640" cy="36576"/>
          </a:xfrm>
          <a:prstGeom prst="line">
            <a:avLst/>
          </a:prstGeom>
          <a:ln w="31750">
            <a:solidFill>
              <a:srgbClr val="FF181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4892040"/>
            <a:ext cx="11338560" cy="5486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FF1818"/>
                </a:solidFill>
                <a:effectLst/>
                <a:uLnTx/>
                <a:uFillTx/>
                <a:latin typeface="Segoe Print"/>
                <a:ea typeface="+mn-ea"/>
                <a:cs typeface="+mn-cs"/>
              </a:rPr>
              <a:t>both source code and runtime scan is a best practice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DEVOPS AND DEVSECOPS</a:t>
            </a:r>
          </a:p>
        </p:txBody>
      </p:sp>
      <p:sp>
        <p:nvSpPr>
          <p:cNvPr id="4" name="TextBox 3"/>
          <p:cNvSpPr txBox="1"/>
          <p:nvPr/>
        </p:nvSpPr>
        <p:spPr>
          <a:xfrm>
            <a:off x="274320" y="2880360"/>
            <a:ext cx="3840480" cy="91440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6600" b="1" i="0" u="none" strike="noStrike" kern="1200" cap="none" spc="0" normalizeH="0" baseline="0" noProof="0">
                <a:ln w="9525">
                  <a:solidFill>
                    <a:srgbClr val="444444"/>
                  </a:solidFill>
                </a:ln>
                <a:solidFill>
                  <a:srgbClr val="00E5F2"/>
                </a:solidFill>
                <a:effectLst/>
                <a:uLnTx/>
                <a:uFillTx/>
                <a:latin typeface="Century Gothic"/>
                <a:ea typeface="+mn-ea"/>
                <a:cs typeface="+mn-cs"/>
              </a:rPr>
              <a:t>CI/CD</a:t>
            </a:r>
          </a:p>
        </p:txBody>
      </p:sp>
      <p:sp>
        <p:nvSpPr>
          <p:cNvPr id="5" name="TextBox 4"/>
          <p:cNvSpPr txBox="1"/>
          <p:nvPr/>
        </p:nvSpPr>
        <p:spPr>
          <a:xfrm>
            <a:off x="274320" y="3886200"/>
            <a:ext cx="3840480" cy="8229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a:ln>
                  <a:noFill/>
                </a:ln>
                <a:solidFill>
                  <a:srgbClr val="111111"/>
                </a:solidFill>
                <a:effectLst/>
                <a:uLnTx/>
                <a:uFillTx/>
                <a:latin typeface="Century Gothic"/>
                <a:ea typeface="+mn-ea"/>
                <a:cs typeface="+mn-cs"/>
              </a:rPr>
              <a:t>Continuous Integration,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a:ln>
                  <a:noFill/>
                </a:ln>
                <a:solidFill>
                  <a:srgbClr val="111111"/>
                </a:solidFill>
                <a:effectLst/>
                <a:uLnTx/>
                <a:uFillTx/>
                <a:latin typeface="Century Gothic"/>
                <a:ea typeface="+mn-ea"/>
                <a:cs typeface="+mn-cs"/>
              </a:rPr>
              <a:t>Continuous Delivery</a:t>
            </a:r>
          </a:p>
        </p:txBody>
      </p:sp>
      <p:sp>
        <p:nvSpPr>
          <p:cNvPr id="6" name="Rectangle 5"/>
          <p:cNvSpPr/>
          <p:nvPr/>
        </p:nvSpPr>
        <p:spPr>
          <a:xfrm>
            <a:off x="4343400" y="1691640"/>
            <a:ext cx="54864" cy="44805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4663440" y="1691640"/>
            <a:ext cx="7223760" cy="448056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implement identity and access management (including MFA)</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store secrets securely</a:t>
            </a:r>
            <a:r>
              <a:rPr kumimoji="0" sz="2500" b="0" i="0" u="none" strike="noStrike" kern="1200" cap="none" spc="0" normalizeH="0" baseline="0" noProof="0">
                <a:ln>
                  <a:noFill/>
                </a:ln>
                <a:solidFill>
                  <a:srgbClr val="111111"/>
                </a:solidFill>
                <a:effectLst/>
                <a:uLnTx/>
                <a:uFillTx/>
                <a:latin typeface="Century Gothic"/>
                <a:ea typeface="+mn-ea"/>
                <a:cs typeface="+mn-cs"/>
              </a:rPr>
              <a:t> and scan code to ensure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no hard-coded secrets</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Implement role-based access control (and least privilege access) to the environment</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automate vulnerability scanning</a:t>
            </a:r>
            <a:r>
              <a:rPr kumimoji="0" sz="2500" b="0" i="0" u="none" strike="noStrike" kern="1200" cap="none" spc="0" normalizeH="0" baseline="0" noProof="0">
                <a:ln>
                  <a:noFill/>
                </a:ln>
                <a:solidFill>
                  <a:srgbClr val="111111"/>
                </a:solidFill>
                <a:effectLst/>
                <a:uLnTx/>
                <a:uFillTx/>
                <a:latin typeface="Century Gothic"/>
                <a:ea typeface="+mn-ea"/>
                <a:cs typeface="+mn-cs"/>
              </a:rPr>
              <a:t> in your CI/CD pipeline</a:t>
            </a:r>
          </a:p>
          <a:p>
            <a:pPr marL="0" marR="0" lvl="0" indent="0" algn="l" defTabSz="457200" rtl="0" eaLnBrk="1" fontAlgn="auto" latinLnBrk="0" hangingPunct="1">
              <a:lnSpc>
                <a:spcPct val="100000"/>
              </a:lnSpc>
              <a:spcBef>
                <a:spcPts val="0"/>
              </a:spcBef>
              <a:spcAft>
                <a:spcPts val="120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release versioning</a:t>
            </a:r>
            <a:r>
              <a:rPr kumimoji="0" sz="2500" b="0" i="0" u="none" strike="noStrike" kern="1200" cap="none" spc="0" normalizeH="0" baseline="0" noProof="0">
                <a:ln>
                  <a:noFill/>
                </a:ln>
                <a:solidFill>
                  <a:srgbClr val="111111"/>
                </a:solidFill>
                <a:effectLst/>
                <a:uLnTx/>
                <a:uFillTx/>
                <a:latin typeface="Century Gothic"/>
                <a:ea typeface="+mn-ea"/>
                <a:cs typeface="+mn-cs"/>
              </a:rPr>
              <a:t> will improve recoverability and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issues tracking</a:t>
            </a:r>
          </a:p>
        </p:txBody>
      </p:sp>
      <p:sp>
        <p:nvSpPr>
          <p:cNvPr id="8" name="Rounded Rectangle 7"/>
          <p:cNvSpPr/>
          <p:nvPr/>
        </p:nvSpPr>
        <p:spPr>
          <a:xfrm>
            <a:off x="6337935" y="1691640"/>
            <a:ext cx="5577840" cy="457200"/>
          </a:xfrm>
          <a:prstGeom prst="roundRect">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268224" y="60960"/>
            <a:ext cx="11704320" cy="829056"/>
          </a:xfrm>
          <a:prstGeom prst="rect">
            <a:avLst/>
          </a:prstGeom>
          <a:noFill/>
          <a:ln/>
        </p:spPr>
        <p:txBody>
          <a:bodyPr wrap="square" lIns="0" tIns="0" rIns="0" bIns="0" rtlCol="0" anchor="ctr"/>
          <a:lstStyle/>
          <a:p>
            <a:r>
              <a:rPr lang="en-US" dirty="0"/>
              <a:t>APPLICATION SECURITY TESTING</a:t>
            </a:r>
          </a:p>
        </p:txBody>
      </p:sp>
      <p:sp>
        <p:nvSpPr>
          <p:cNvPr id="4" name="Text 2"/>
          <p:cNvSpPr/>
          <p:nvPr/>
        </p:nvSpPr>
        <p:spPr>
          <a:xfrm>
            <a:off x="609600" y="1706880"/>
            <a:ext cx="3779520" cy="609600"/>
          </a:xfrm>
          <a:prstGeom prst="rect">
            <a:avLst/>
          </a:prstGeom>
          <a:noFill/>
          <a:ln/>
        </p:spPr>
        <p:txBody>
          <a:bodyPr wrap="square" lIns="0" tIns="0" rIns="0" bIns="0" rtlCol="0" anchor="ctr"/>
          <a:lstStyle/>
          <a:p>
            <a:pPr algn="ctr" defTabSz="1219170" fontAlgn="auto">
              <a:spcBef>
                <a:spcPts val="0"/>
              </a:spcBef>
              <a:spcAft>
                <a:spcPts val="0"/>
              </a:spcAft>
            </a:pPr>
            <a:r>
              <a:rPr lang="en-US" sz="4533" b="1" dirty="0">
                <a:ln w="12700">
                  <a:solidFill>
                    <a:srgbClr val="000000"/>
                  </a:solidFill>
                </a:ln>
                <a:solidFill>
                  <a:srgbClr val="18DFEF"/>
                </a:solidFill>
                <a:latin typeface="Century Gothic" pitchFamily="34" charset="0"/>
                <a:ea typeface="Century Gothic" pitchFamily="34" charset="-122"/>
                <a:cs typeface="Century Gothic" pitchFamily="34" charset="-120"/>
              </a:rPr>
              <a:t>IAST</a:t>
            </a:r>
            <a:endParaRPr lang="en-US" sz="4533" dirty="0">
              <a:solidFill>
                <a:prstClr val="black"/>
              </a:solidFill>
              <a:latin typeface="Calibri" panose="020F0502020204030204"/>
              <a:cs typeface="+mn-cs"/>
            </a:endParaRPr>
          </a:p>
        </p:txBody>
      </p:sp>
      <p:sp>
        <p:nvSpPr>
          <p:cNvPr id="5" name="Text 3"/>
          <p:cNvSpPr/>
          <p:nvPr/>
        </p:nvSpPr>
        <p:spPr>
          <a:xfrm>
            <a:off x="609600" y="2499360"/>
            <a:ext cx="3779520" cy="1097280"/>
          </a:xfrm>
          <a:prstGeom prst="rect">
            <a:avLst/>
          </a:prstGeom>
          <a:noFill/>
          <a:ln/>
        </p:spPr>
        <p:txBody>
          <a:bodyPr wrap="square" lIns="0" tIns="0" rIns="0" bIns="0" rtlCol="0" anchor="ctr"/>
          <a:lstStyle/>
          <a:p>
            <a:pPr algn="ctr" defTabSz="1219170" fontAlgn="auto">
              <a:spcBef>
                <a:spcPts val="0"/>
              </a:spcBef>
              <a:spcAft>
                <a:spcPts val="0"/>
              </a:spcAft>
            </a:pPr>
            <a:r>
              <a:rPr lang="en-US" sz="2133" dirty="0">
                <a:solidFill>
                  <a:srgbClr val="000000"/>
                </a:solidFill>
                <a:latin typeface="Century Gothic" pitchFamily="34" charset="0"/>
                <a:ea typeface="Century Gothic" pitchFamily="34" charset="-122"/>
                <a:cs typeface="Century Gothic" pitchFamily="34" charset="-120"/>
              </a:rPr>
              <a:t>Interactive</a:t>
            </a:r>
            <a:endParaRPr lang="en-US" sz="2133" dirty="0">
              <a:solidFill>
                <a:prstClr val="black"/>
              </a:solidFill>
              <a:latin typeface="Calibri" panose="020F0502020204030204"/>
              <a:cs typeface="+mn-cs"/>
            </a:endParaRPr>
          </a:p>
          <a:p>
            <a:pPr algn="ctr" defTabSz="1219170" fontAlgn="auto">
              <a:spcBef>
                <a:spcPts val="0"/>
              </a:spcBef>
              <a:spcAft>
                <a:spcPts val="0"/>
              </a:spcAft>
            </a:pPr>
            <a:r>
              <a:rPr lang="en-US" sz="2133" dirty="0">
                <a:solidFill>
                  <a:srgbClr val="000000"/>
                </a:solidFill>
                <a:latin typeface="Century Gothic" pitchFamily="34" charset="0"/>
                <a:ea typeface="Century Gothic" pitchFamily="34" charset="-122"/>
                <a:cs typeface="Century Gothic" pitchFamily="34" charset="-120"/>
              </a:rPr>
              <a:t>Application</a:t>
            </a:r>
            <a:endParaRPr lang="en-US" sz="2133" dirty="0">
              <a:solidFill>
                <a:prstClr val="black"/>
              </a:solidFill>
              <a:latin typeface="Calibri" panose="020F0502020204030204"/>
              <a:cs typeface="+mn-cs"/>
            </a:endParaRPr>
          </a:p>
          <a:p>
            <a:pPr algn="ctr" defTabSz="1219170" fontAlgn="auto">
              <a:spcBef>
                <a:spcPts val="0"/>
              </a:spcBef>
              <a:spcAft>
                <a:spcPts val="0"/>
              </a:spcAft>
            </a:pPr>
            <a:r>
              <a:rPr lang="en-US" sz="2133" dirty="0">
                <a:solidFill>
                  <a:srgbClr val="000000"/>
                </a:solidFill>
                <a:latin typeface="Century Gothic" pitchFamily="34" charset="0"/>
                <a:ea typeface="Century Gothic" pitchFamily="34" charset="-122"/>
                <a:cs typeface="Century Gothic" pitchFamily="34" charset="-120"/>
              </a:rPr>
              <a:t>Security Testing</a:t>
            </a:r>
            <a:endParaRPr lang="en-US" sz="2133" dirty="0">
              <a:solidFill>
                <a:prstClr val="black"/>
              </a:solidFill>
              <a:latin typeface="Calibri" panose="020F0502020204030204"/>
              <a:cs typeface="+mn-cs"/>
            </a:endParaRPr>
          </a:p>
        </p:txBody>
      </p:sp>
      <p:sp>
        <p:nvSpPr>
          <p:cNvPr id="6" name="accent bar">
            <a:extLst>
              <a:ext uri="{C183D7F6-B498-43B3-948B-1728B52AA6E4}">
                <adec:decorative xmlns:adec="http://schemas.microsoft.com/office/drawing/2017/decorative" val="1"/>
              </a:ext>
            </a:extLst>
          </p:cNvPr>
          <p:cNvSpPr/>
          <p:nvPr/>
        </p:nvSpPr>
        <p:spPr>
          <a:xfrm>
            <a:off x="4535424" y="1645920"/>
            <a:ext cx="73152" cy="2133600"/>
          </a:xfrm>
          <a:prstGeom prst="rect">
            <a:avLst/>
          </a:prstGeom>
          <a:solidFill>
            <a:srgbClr val="000000"/>
          </a:solidFill>
          <a:ln w="635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7" name="Text 5"/>
          <p:cNvSpPr/>
          <p:nvPr/>
        </p:nvSpPr>
        <p:spPr>
          <a:xfrm>
            <a:off x="4876800" y="1706880"/>
            <a:ext cx="6827520" cy="670560"/>
          </a:xfrm>
          <a:prstGeom prst="rect">
            <a:avLst/>
          </a:prstGeom>
          <a:noFill/>
          <a:ln/>
        </p:spPr>
        <p:txBody>
          <a:bodyPr wrap="square" lIns="0" tIns="0" rIns="0" bIns="0" rtlCol="0" anchor="ctr"/>
          <a:lstStyle/>
          <a:p>
            <a:pPr defTabSz="1219170" fontAlgn="auto">
              <a:spcBef>
                <a:spcPts val="0"/>
              </a:spcBef>
              <a:spcAft>
                <a:spcPts val="0"/>
              </a:spcAft>
            </a:pPr>
            <a:r>
              <a:rPr lang="en-US" sz="2267" dirty="0">
                <a:solidFill>
                  <a:srgbClr val="000000"/>
                </a:solidFill>
                <a:highlight>
                  <a:srgbClr val="FFFF66"/>
                </a:highlight>
                <a:latin typeface="Century Gothic" pitchFamily="34" charset="0"/>
                <a:ea typeface="Century Gothic" pitchFamily="34" charset="-122"/>
                <a:cs typeface="Century Gothic" pitchFamily="34" charset="-120"/>
              </a:rPr>
              <a:t>analyzes code for vulnerabilities</a:t>
            </a:r>
            <a:r>
              <a:rPr lang="en-US" sz="2267" dirty="0">
                <a:solidFill>
                  <a:srgbClr val="000000"/>
                </a:solidFill>
                <a:latin typeface="Century Gothic" pitchFamily="34" charset="0"/>
                <a:ea typeface="Century Gothic" pitchFamily="34" charset="-122"/>
                <a:cs typeface="Century Gothic" pitchFamily="34" charset="-120"/>
              </a:rPr>
              <a:t> while it's being used</a:t>
            </a:r>
            <a:endParaRPr lang="en-US" sz="2267" dirty="0">
              <a:solidFill>
                <a:prstClr val="black"/>
              </a:solidFill>
              <a:latin typeface="Calibri" panose="020F0502020204030204"/>
              <a:cs typeface="+mn-cs"/>
            </a:endParaRPr>
          </a:p>
        </p:txBody>
      </p:sp>
      <p:sp>
        <p:nvSpPr>
          <p:cNvPr id="8" name="Text 6"/>
          <p:cNvSpPr/>
          <p:nvPr/>
        </p:nvSpPr>
        <p:spPr>
          <a:xfrm>
            <a:off x="4876800" y="2865120"/>
            <a:ext cx="6827520" cy="731520"/>
          </a:xfrm>
          <a:prstGeom prst="rect">
            <a:avLst/>
          </a:prstGeom>
          <a:noFill/>
          <a:ln/>
        </p:spPr>
        <p:txBody>
          <a:bodyPr wrap="square" lIns="0" tIns="0" rIns="0" bIns="0" rtlCol="0" anchor="ctr"/>
          <a:lstStyle/>
          <a:p>
            <a:pPr defTabSz="1219170" fontAlgn="auto">
              <a:spcBef>
                <a:spcPts val="0"/>
              </a:spcBef>
              <a:spcAft>
                <a:spcPts val="0"/>
              </a:spcAft>
            </a:pPr>
            <a:r>
              <a:rPr lang="en-US" sz="2267" dirty="0">
                <a:solidFill>
                  <a:srgbClr val="000000"/>
                </a:solidFill>
                <a:latin typeface="Century Gothic" pitchFamily="34" charset="0"/>
                <a:ea typeface="Century Gothic" pitchFamily="34" charset="-122"/>
                <a:cs typeface="Century Gothic" pitchFamily="34" charset="-120"/>
              </a:rPr>
              <a:t>focuses on real time reporting to optimize testing and analysis process</a:t>
            </a:r>
            <a:endParaRPr lang="en-US" sz="2267" dirty="0">
              <a:solidFill>
                <a:prstClr val="black"/>
              </a:solidFill>
              <a:latin typeface="Calibri" panose="020F0502020204030204"/>
              <a:cs typeface="+mn-cs"/>
            </a:endParaRPr>
          </a:p>
        </p:txBody>
      </p:sp>
      <p:sp>
        <p:nvSpPr>
          <p:cNvPr id="9" name="Text 7"/>
          <p:cNvSpPr/>
          <p:nvPr/>
        </p:nvSpPr>
        <p:spPr>
          <a:xfrm>
            <a:off x="2057400" y="4084320"/>
            <a:ext cx="8534400" cy="414528"/>
          </a:xfrm>
          <a:prstGeom prst="rect">
            <a:avLst/>
          </a:prstGeom>
          <a:noFill/>
          <a:ln/>
        </p:spPr>
        <p:txBody>
          <a:bodyPr wrap="square" lIns="0" tIns="0" rIns="0" bIns="0" rtlCol="0" anchor="ctr"/>
          <a:lstStyle/>
          <a:p>
            <a:pPr defTabSz="1219170" fontAlgn="auto">
              <a:spcBef>
                <a:spcPts val="0"/>
              </a:spcBef>
              <a:spcAft>
                <a:spcPts val="0"/>
              </a:spcAft>
            </a:pPr>
            <a:r>
              <a:rPr lang="en-US" sz="2000" dirty="0">
                <a:solidFill>
                  <a:srgbClr val="FF0000"/>
                </a:solidFill>
                <a:latin typeface="Segoe Print" pitchFamily="34" charset="0"/>
                <a:ea typeface="Segoe Print" pitchFamily="34" charset="-122"/>
                <a:cs typeface="Segoe Print" pitchFamily="34" charset="-120"/>
              </a:rPr>
              <a:t>Often built into CI/CD automated release testing</a:t>
            </a:r>
            <a:endParaRPr lang="en-US" sz="2000" dirty="0">
              <a:solidFill>
                <a:prstClr val="black"/>
              </a:solidFill>
              <a:latin typeface="Calibri" panose="020F0502020204030204"/>
              <a:cs typeface="+mn-cs"/>
            </a:endParaRPr>
          </a:p>
        </p:txBody>
      </p:sp>
      <p:sp>
        <p:nvSpPr>
          <p:cNvPr id="10" name="accent bar">
            <a:extLst>
              <a:ext uri="{C183D7F6-B498-43B3-948B-1728B52AA6E4}">
                <adec:decorative xmlns:adec="http://schemas.microsoft.com/office/drawing/2017/decorative" val="1"/>
              </a:ext>
            </a:extLst>
          </p:cNvPr>
          <p:cNvSpPr/>
          <p:nvPr/>
        </p:nvSpPr>
        <p:spPr>
          <a:xfrm>
            <a:off x="0" y="5120640"/>
            <a:ext cx="12192000" cy="1731264"/>
          </a:xfrm>
          <a:prstGeom prst="rect">
            <a:avLst/>
          </a:prstGeom>
          <a:solidFill>
            <a:srgbClr val="18DFEF"/>
          </a:solidFill>
          <a:ln w="6350">
            <a:solidFill>
              <a:srgbClr val="18DFEF"/>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1" name="tip bulb">
            <a:extLst>
              <a:ext uri="{C183D7F6-B498-43B3-948B-1728B52AA6E4}">
                <adec:decorative xmlns:adec="http://schemas.microsoft.com/office/drawing/2017/decorative" val="1"/>
              </a:ext>
            </a:extLst>
          </p:cNvPr>
          <p:cNvSpPr/>
          <p:nvPr/>
        </p:nvSpPr>
        <p:spPr>
          <a:xfrm>
            <a:off x="719328" y="5766816"/>
            <a:ext cx="316992" cy="316992"/>
          </a:xfrm>
          <a:prstGeom prst="ellipse">
            <a:avLst/>
          </a:prstGeom>
          <a:ln w="15875">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2" name="tip bulb base">
            <a:extLst>
              <a:ext uri="{C183D7F6-B498-43B3-948B-1728B52AA6E4}">
                <adec:decorative xmlns:adec="http://schemas.microsoft.com/office/drawing/2017/decorative" val="1"/>
              </a:ext>
            </a:extLst>
          </p:cNvPr>
          <p:cNvSpPr/>
          <p:nvPr/>
        </p:nvSpPr>
        <p:spPr>
          <a:xfrm>
            <a:off x="792480" y="6120384"/>
            <a:ext cx="170688" cy="0"/>
          </a:xfrm>
          <a:prstGeom prst="line">
            <a:avLst/>
          </a:prstGeom>
          <a:noFill/>
          <a:ln w="15875">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3" name="tip ray">
            <a:extLst>
              <a:ext uri="{C183D7F6-B498-43B3-948B-1728B52AA6E4}">
                <adec:decorative xmlns:adec="http://schemas.microsoft.com/office/drawing/2017/decorative" val="1"/>
              </a:ext>
            </a:extLst>
          </p:cNvPr>
          <p:cNvSpPr/>
          <p:nvPr/>
        </p:nvSpPr>
        <p:spPr>
          <a:xfrm>
            <a:off x="570585" y="594969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4" name="tip ray">
            <a:extLst>
              <a:ext uri="{C183D7F6-B498-43B3-948B-1728B52AA6E4}">
                <adec:decorative xmlns:adec="http://schemas.microsoft.com/office/drawing/2017/decorative" val="1"/>
              </a:ext>
            </a:extLst>
          </p:cNvPr>
          <p:cNvSpPr/>
          <p:nvPr/>
        </p:nvSpPr>
        <p:spPr>
          <a:xfrm rot="60000">
            <a:off x="1185063" y="594969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5" name="tip ray">
            <a:extLst>
              <a:ext uri="{C183D7F6-B498-43B3-948B-1728B52AA6E4}">
                <adec:decorative xmlns:adec="http://schemas.microsoft.com/office/drawing/2017/decorative" val="1"/>
              </a:ext>
            </a:extLst>
          </p:cNvPr>
          <p:cNvSpPr/>
          <p:nvPr/>
        </p:nvSpPr>
        <p:spPr>
          <a:xfrm rot="120000">
            <a:off x="658368" y="570585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6" name="tip ray">
            <a:extLst>
              <a:ext uri="{C183D7F6-B498-43B3-948B-1728B52AA6E4}">
                <adec:decorative xmlns:adec="http://schemas.microsoft.com/office/drawing/2017/decorative" val="1"/>
              </a:ext>
            </a:extLst>
          </p:cNvPr>
          <p:cNvSpPr/>
          <p:nvPr/>
        </p:nvSpPr>
        <p:spPr>
          <a:xfrm rot="180000">
            <a:off x="1097280" y="570585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7" name="tip ray">
            <a:extLst>
              <a:ext uri="{C183D7F6-B498-43B3-948B-1728B52AA6E4}">
                <adec:decorative xmlns:adec="http://schemas.microsoft.com/office/drawing/2017/decorative" val="1"/>
              </a:ext>
            </a:extLst>
          </p:cNvPr>
          <p:cNvSpPr/>
          <p:nvPr/>
        </p:nvSpPr>
        <p:spPr>
          <a:xfrm rot="240000">
            <a:off x="877824" y="5583936"/>
            <a:ext cx="109728" cy="0"/>
          </a:xfrm>
          <a:prstGeom prst="line">
            <a:avLst/>
          </a:prstGeom>
          <a:noFill/>
          <a:ln w="12700">
            <a:solidFill>
              <a:srgbClr val="000000"/>
            </a:solidFill>
            <a:prstDash val="solid"/>
          </a:ln>
        </p:spPr>
        <p:txBody>
          <a:bodyPr/>
          <a:lstStyle/>
          <a:p>
            <a:pPr defTabSz="1219170" fontAlgn="auto">
              <a:spcBef>
                <a:spcPts val="0"/>
              </a:spcBef>
              <a:spcAft>
                <a:spcPts val="0"/>
              </a:spcAft>
            </a:pPr>
            <a:endParaRPr lang="en-US" sz="2400">
              <a:solidFill>
                <a:prstClr val="black"/>
              </a:solidFill>
              <a:latin typeface="Calibri" panose="020F0502020204030204"/>
              <a:cs typeface="+mn-cs"/>
            </a:endParaRPr>
          </a:p>
        </p:txBody>
      </p:sp>
      <p:sp>
        <p:nvSpPr>
          <p:cNvPr id="18" name="Text 16"/>
          <p:cNvSpPr/>
          <p:nvPr/>
        </p:nvSpPr>
        <p:spPr>
          <a:xfrm>
            <a:off x="1645920" y="5242560"/>
            <a:ext cx="10241280" cy="1463040"/>
          </a:xfrm>
          <a:prstGeom prst="rect">
            <a:avLst/>
          </a:prstGeom>
          <a:noFill/>
          <a:ln/>
        </p:spPr>
        <p:txBody>
          <a:bodyPr wrap="square" lIns="0" tIns="0" rIns="0" bIns="0" rtlCol="0" anchor="ctr"/>
          <a:lstStyle/>
          <a:p>
            <a:pPr defTabSz="1219170" fontAlgn="auto">
              <a:spcBef>
                <a:spcPts val="0"/>
              </a:spcBef>
              <a:spcAft>
                <a:spcPts val="0"/>
              </a:spcAft>
            </a:pPr>
            <a:r>
              <a:rPr lang="en-US" sz="2267" dirty="0">
                <a:solidFill>
                  <a:srgbClr val="000000"/>
                </a:solidFill>
                <a:latin typeface="Century Gothic" pitchFamily="34" charset="0"/>
                <a:ea typeface="Century Gothic" pitchFamily="34" charset="-122"/>
                <a:cs typeface="Century Gothic" pitchFamily="34" charset="-120"/>
              </a:rPr>
              <a:t>Unlike static and dynamic testing, IAST analyzes the internal functions of the application while it is running</a:t>
            </a:r>
            <a:endParaRPr lang="en-US" sz="2267" dirty="0">
              <a:solidFill>
                <a:prstClr val="black"/>
              </a:solidFill>
              <a:latin typeface="Calibri" panose="020F0502020204030204"/>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ANTIVIRUS SOFTWARE</a:t>
            </a:r>
          </a:p>
        </p:txBody>
      </p:sp>
      <p:sp>
        <p:nvSpPr>
          <p:cNvPr id="4" name="TextBox 3"/>
          <p:cNvSpPr txBox="1"/>
          <p:nvPr/>
        </p:nvSpPr>
        <p:spPr>
          <a:xfrm>
            <a:off x="457200" y="1005840"/>
            <a:ext cx="11247120" cy="118872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5000" b="1" i="0" u="none" strike="noStrike" kern="1200" cap="none" spc="0" normalizeH="0" baseline="0" noProof="0">
                <a:ln w="9525">
                  <a:solidFill>
                    <a:srgbClr val="444444"/>
                  </a:solidFill>
                </a:ln>
                <a:solidFill>
                  <a:srgbClr val="00E5F2"/>
                </a:solidFill>
                <a:effectLst/>
                <a:uLnTx/>
                <a:uFillTx/>
                <a:latin typeface="Century Gothic"/>
                <a:ea typeface="+mn-ea"/>
                <a:cs typeface="+mn-cs"/>
              </a:rPr>
              <a:t>SOFTWARE TESTING</a:t>
            </a:r>
          </a:p>
        </p:txBody>
      </p:sp>
      <p:cxnSp>
        <p:nvCxnSpPr>
          <p:cNvPr id="5" name="Connector 4"/>
          <p:cNvCxnSpPr/>
          <p:nvPr/>
        </p:nvCxnSpPr>
        <p:spPr>
          <a:xfrm>
            <a:off x="2286000" y="2377440"/>
            <a:ext cx="7635240" cy="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7280" y="2651760"/>
            <a:ext cx="9966960" cy="21945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thoroughly test any software before distributing it internally (or releasing it to market). The programming team should develop special data sets that exercise all paths of the software to the fullest extent possible</a:t>
            </a:r>
          </a:p>
        </p:txBody>
      </p:sp>
      <p:sp>
        <p:nvSpPr>
          <p:cNvPr id="8" name="TextBox 7"/>
          <p:cNvSpPr txBox="1"/>
          <p:nvPr/>
        </p:nvSpPr>
        <p:spPr>
          <a:xfrm>
            <a:off x="1097280" y="5257800"/>
            <a:ext cx="9966960" cy="64008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FF1818"/>
                </a:solidFill>
                <a:effectLst/>
                <a:uLnTx/>
                <a:uFillTx/>
                <a:latin typeface="Segoe Print"/>
                <a:ea typeface="+mn-ea"/>
                <a:cs typeface="+mn-cs"/>
              </a:rPr>
              <a:t>some tests may be automated, and others manual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a:ln>
                  <a:noFill/>
                </a:ln>
                <a:solidFill>
                  <a:srgbClr val="4A4A4A"/>
                </a:solidFill>
                <a:effectLst/>
                <a:uLnTx/>
                <a:uFillTx/>
                <a:latin typeface="Impact"/>
                <a:ea typeface="+mn-ea"/>
                <a:cs typeface="+mn-cs"/>
              </a:rPr>
              <a:t>CHANGE AND CONFIGURATION MANAGEMENT</a:t>
            </a:r>
          </a:p>
        </p:txBody>
      </p:sp>
      <p:sp>
        <p:nvSpPr>
          <p:cNvPr id="4" name="Rectangle 3"/>
          <p:cNvSpPr/>
          <p:nvPr/>
        </p:nvSpPr>
        <p:spPr>
          <a:xfrm>
            <a:off x="0" y="1234440"/>
            <a:ext cx="6858000" cy="96012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Role of change and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management in software development</a:t>
            </a:r>
          </a:p>
        </p:txBody>
      </p:sp>
      <p:sp>
        <p:nvSpPr>
          <p:cNvPr id="5" name="TextBox 4"/>
          <p:cNvSpPr txBox="1"/>
          <p:nvPr/>
        </p:nvSpPr>
        <p:spPr>
          <a:xfrm>
            <a:off x="502920" y="2423160"/>
            <a:ext cx="11338560" cy="41148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120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Request Control</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2100" b="0" i="0" u="none" strike="noStrike" kern="1200" cap="none" spc="0" normalizeH="0" baseline="0" noProof="0">
                <a:ln>
                  <a:noFill/>
                </a:ln>
                <a:solidFill>
                  <a:srgbClr val="111111"/>
                </a:solidFill>
                <a:effectLst/>
                <a:uLnTx/>
                <a:uFillTx/>
                <a:latin typeface="Century Gothic"/>
                <a:ea typeface="+mn-ea"/>
                <a:cs typeface="+mn-cs"/>
              </a:rPr>
              <a:t>provides an organized framework within which users can request modifications, managers can conduct cost/benefit analysis, and developers can prioritize tasks.</a:t>
            </a:r>
          </a:p>
          <a:p>
            <a:pPr marL="0" marR="0" lvl="0" indent="0" algn="l" defTabSz="457200" rtl="0" eaLnBrk="1" fontAlgn="auto" latinLnBrk="0" hangingPunct="1">
              <a:lnSpc>
                <a:spcPct val="100000"/>
              </a:lnSpc>
              <a:spcBef>
                <a:spcPts val="120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Change Control</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2100" b="0" i="0" u="none" strike="noStrike" kern="1200" cap="none" spc="0" normalizeH="0" baseline="0" noProof="0">
                <a:ln>
                  <a:noFill/>
                </a:ln>
                <a:solidFill>
                  <a:srgbClr val="111111"/>
                </a:solidFill>
                <a:effectLst/>
                <a:uLnTx/>
                <a:uFillTx/>
                <a:latin typeface="Century Gothic"/>
                <a:ea typeface="+mn-ea"/>
                <a:cs typeface="+mn-cs"/>
              </a:rPr>
              <a:t>used by </a:t>
            </a:r>
            <a:r>
              <a:rPr kumimoji="0" sz="2100" b="0" i="0" u="none" strike="noStrike" kern="1200" cap="none" spc="0" normalizeH="0" baseline="0" noProof="0">
                <a:ln>
                  <a:noFill/>
                </a:ln>
                <a:solidFill>
                  <a:srgbClr val="111111"/>
                </a:solidFill>
                <a:effectLst/>
                <a:highlight>
                  <a:srgbClr val="FFF176"/>
                </a:highlight>
                <a:uLnTx/>
                <a:uFillTx/>
                <a:latin typeface="Century Gothic"/>
                <a:ea typeface="+mn-ea"/>
                <a:cs typeface="+mn-cs"/>
              </a:rPr>
              <a:t>developers to re-create the situation</a:t>
            </a:r>
            <a:r>
              <a:rPr kumimoji="0" sz="2100" b="0" i="0" u="none" strike="noStrike" kern="1200" cap="none" spc="0" normalizeH="0" baseline="0" noProof="0">
                <a:ln>
                  <a:noFill/>
                </a:ln>
                <a:solidFill>
                  <a:srgbClr val="111111"/>
                </a:solidFill>
                <a:effectLst/>
                <a:uLnTx/>
                <a:uFillTx/>
                <a:latin typeface="Century Gothic"/>
                <a:ea typeface="+mn-ea"/>
                <a:cs typeface="+mn-cs"/>
              </a:rPr>
              <a:t> encountered by the user and analyze the appropriate changes to remedy the situation.</a:t>
            </a:r>
          </a:p>
          <a:p>
            <a:pPr marL="0" marR="0" lvl="0" indent="0" algn="l" defTabSz="457200" rtl="0" eaLnBrk="1" fontAlgn="auto" latinLnBrk="0" hangingPunct="1">
              <a:lnSpc>
                <a:spcPct val="100000"/>
              </a:lnSpc>
              <a:spcBef>
                <a:spcPts val="120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Release Control</a:t>
            </a:r>
            <a:r>
              <a:rPr kumimoji="0" sz="2100" b="0" i="0" u="none" strike="noStrike" kern="1200" cap="none" spc="0" normalizeH="0" baseline="0" noProof="0">
                <a:ln>
                  <a:noFill/>
                </a:ln>
                <a:solidFill>
                  <a:srgbClr val="FF1818"/>
                </a:solidFill>
                <a:effectLst/>
                <a:uLnTx/>
                <a:uFillTx/>
                <a:latin typeface="Segoe Print"/>
                <a:ea typeface="+mn-ea"/>
                <a:cs typeface="+mn-cs"/>
              </a:rPr>
              <a:t>   changes = code changes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2100" b="0" i="0" u="none" strike="noStrike" kern="1200" cap="none" spc="0" normalizeH="0" baseline="0" noProof="0">
                <a:ln>
                  <a:noFill/>
                </a:ln>
                <a:solidFill>
                  <a:srgbClr val="111111"/>
                </a:solidFill>
                <a:effectLst/>
                <a:uLnTx/>
                <a:uFillTx/>
                <a:latin typeface="Century Gothic"/>
                <a:ea typeface="+mn-ea"/>
                <a:cs typeface="+mn-cs"/>
              </a:rPr>
              <a:t>Once the </a:t>
            </a:r>
            <a:r>
              <a:rPr kumimoji="0" sz="2100" b="0" i="0" u="none" strike="noStrike" kern="1200" cap="none" spc="0" normalizeH="0" baseline="0" noProof="0">
                <a:ln>
                  <a:noFill/>
                </a:ln>
                <a:solidFill>
                  <a:srgbClr val="111111"/>
                </a:solidFill>
                <a:effectLst/>
                <a:highlight>
                  <a:srgbClr val="FFF176"/>
                </a:highlight>
                <a:uLnTx/>
                <a:uFillTx/>
                <a:latin typeface="Century Gothic"/>
                <a:ea typeface="+mn-ea"/>
                <a:cs typeface="+mn-cs"/>
              </a:rPr>
              <a:t>changes</a:t>
            </a:r>
            <a:r>
              <a:rPr kumimoji="0" sz="2100" b="0" i="0" u="none" strike="noStrike" kern="1200" cap="none" spc="0" normalizeH="0" baseline="0" noProof="0">
                <a:ln>
                  <a:noFill/>
                </a:ln>
                <a:solidFill>
                  <a:srgbClr val="111111"/>
                </a:solidFill>
                <a:effectLst/>
                <a:uLnTx/>
                <a:uFillTx/>
                <a:latin typeface="Century Gothic"/>
                <a:ea typeface="+mn-ea"/>
                <a:cs typeface="+mn-cs"/>
              </a:rPr>
              <a:t> are finalized, they must be approved for release through the release control procedure. Should also include acceptance testing to ensure that any alterations are understood and functional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SW DEVELOPMENT MATURITY MODELS</a:t>
            </a:r>
          </a:p>
        </p:txBody>
      </p:sp>
      <p:sp>
        <p:nvSpPr>
          <p:cNvPr id="4" name="TextBox 3"/>
          <p:cNvSpPr txBox="1"/>
          <p:nvPr/>
        </p:nvSpPr>
        <p:spPr>
          <a:xfrm>
            <a:off x="548640" y="777240"/>
            <a:ext cx="11064240" cy="182880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5200" b="1" i="0" u="none" strike="noStrike" kern="1200" cap="none" spc="0" normalizeH="0" baseline="0" noProof="0">
                <a:ln w="9525">
                  <a:solidFill>
                    <a:srgbClr val="444444"/>
                  </a:solidFill>
                </a:ln>
                <a:solidFill>
                  <a:srgbClr val="00E5F2"/>
                </a:solidFill>
                <a:effectLst/>
                <a:uLnTx/>
                <a:uFillTx/>
                <a:latin typeface="Century Gothic"/>
                <a:ea typeface="+mn-ea"/>
                <a:cs typeface="+mn-cs"/>
              </a:rPr>
              <a:t>SOFTWARE DEVELOPMENT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5200" b="1" i="0" u="none" strike="noStrike" kern="1200" cap="none" spc="0" normalizeH="0" baseline="0" noProof="0">
                <a:ln w="9525">
                  <a:solidFill>
                    <a:srgbClr val="444444"/>
                  </a:solidFill>
                </a:ln>
                <a:solidFill>
                  <a:srgbClr val="00E5F2"/>
                </a:solidFill>
                <a:effectLst/>
                <a:uLnTx/>
                <a:uFillTx/>
                <a:latin typeface="Century Gothic"/>
                <a:ea typeface="+mn-ea"/>
                <a:cs typeface="+mn-cs"/>
              </a:rPr>
              <a:t>MATURITY MODELS</a:t>
            </a:r>
          </a:p>
        </p:txBody>
      </p:sp>
      <p:cxnSp>
        <p:nvCxnSpPr>
          <p:cNvPr id="5" name="Connector 4"/>
          <p:cNvCxnSpPr/>
          <p:nvPr/>
        </p:nvCxnSpPr>
        <p:spPr>
          <a:xfrm>
            <a:off x="2286000" y="2788920"/>
            <a:ext cx="7635240" cy="0"/>
          </a:xfrm>
          <a:prstGeom prst="line">
            <a:avLst/>
          </a:prstGeom>
          <a:ln w="50800">
            <a:solidFill>
              <a:srgbClr val="11111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5840" y="3063240"/>
            <a:ext cx="10149840" cy="219456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sz="2600" b="0" i="0" u="none" strike="noStrike" kern="1200" cap="none" spc="0" normalizeH="0" baseline="0" noProof="0">
                <a:ln>
                  <a:noFill/>
                </a:ln>
                <a:solidFill>
                  <a:srgbClr val="111111"/>
                </a:solidFill>
                <a:effectLst/>
                <a:uLnTx/>
                <a:uFillTx/>
                <a:latin typeface="Century Gothic"/>
                <a:ea typeface="+mn-ea"/>
                <a:cs typeface="+mn-cs"/>
              </a:rPr>
              <a:t>help software organizations </a:t>
            </a:r>
            <a:r>
              <a:rPr kumimoji="0" sz="2600" b="0" i="0" u="none" strike="noStrike" kern="1200" cap="none" spc="0" normalizeH="0" baseline="0" noProof="0">
                <a:ln>
                  <a:noFill/>
                </a:ln>
                <a:solidFill>
                  <a:srgbClr val="111111"/>
                </a:solidFill>
                <a:effectLst/>
                <a:highlight>
                  <a:srgbClr val="FFF176"/>
                </a:highlight>
                <a:uLnTx/>
                <a:uFillTx/>
                <a:latin typeface="Century Gothic"/>
                <a:ea typeface="+mn-ea"/>
                <a:cs typeface="+mn-cs"/>
              </a:rPr>
              <a:t>improve maturity and quality</a:t>
            </a:r>
            <a:r>
              <a:rPr kumimoji="0" sz="2600" b="0" i="0" u="none" strike="noStrike" kern="1200" cap="none" spc="0" normalizeH="0" baseline="0" noProof="0">
                <a:ln>
                  <a:noFill/>
                </a:ln>
                <a:solidFill>
                  <a:srgbClr val="111111"/>
                </a:solidFill>
                <a:effectLst/>
                <a:uLnTx/>
                <a:uFillTx/>
                <a:latin typeface="Century Gothic"/>
                <a:ea typeface="+mn-ea"/>
                <a:cs typeface="+mn-cs"/>
              </a:rPr>
              <a:t> of their software processes by implementing an evolutionary path from ad hoc, chaotic processes to mature, disciplined software processes</a:t>
            </a:r>
          </a:p>
        </p:txBody>
      </p:sp>
      <p:sp>
        <p:nvSpPr>
          <p:cNvPr id="8" name="TextBox 7"/>
          <p:cNvSpPr txBox="1"/>
          <p:nvPr/>
        </p:nvSpPr>
        <p:spPr>
          <a:xfrm>
            <a:off x="1005840" y="5257800"/>
            <a:ext cx="10149840" cy="64008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800" b="0" i="0" u="none" strike="noStrike" kern="1200" cap="none" spc="0" normalizeH="0" baseline="0" noProof="0">
                <a:ln>
                  <a:noFill/>
                </a:ln>
                <a:solidFill>
                  <a:srgbClr val="FF1818"/>
                </a:solidFill>
                <a:effectLst/>
                <a:uLnTx/>
                <a:uFillTx/>
                <a:latin typeface="Segoe Print"/>
                <a:ea typeface="+mn-ea"/>
                <a:cs typeface="+mn-cs"/>
              </a:rPr>
              <a:t>know SW-CMM and IDEAL models for the exam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CAPABILITY MATURITY MODEL (SW-CMM)</a:t>
            </a:r>
          </a:p>
        </p:txBody>
      </p:sp>
      <p:sp>
        <p:nvSpPr>
          <p:cNvPr id="4" name="Rectangle 3"/>
          <p:cNvSpPr/>
          <p:nvPr/>
        </p:nvSpPr>
        <p:spPr>
          <a:xfrm>
            <a:off x="0" y="1463040"/>
            <a:ext cx="9601200" cy="54864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a:ln>
                  <a:noFill/>
                </a:ln>
                <a:solidFill>
                  <a:srgbClr val="111111"/>
                </a:solidFill>
                <a:effectLst/>
                <a:uLnTx/>
                <a:uFillTx/>
                <a:latin typeface="Century Gothic"/>
                <a:ea typeface="+mn-ea"/>
                <a:cs typeface="+mn-cs"/>
              </a:rPr>
              <a:t>a 5-step model for measuring software development orgs</a:t>
            </a:r>
          </a:p>
        </p:txBody>
      </p:sp>
      <p:sp>
        <p:nvSpPr>
          <p:cNvPr id="5" name="TextBox 4"/>
          <p:cNvSpPr txBox="1"/>
          <p:nvPr/>
        </p:nvSpPr>
        <p:spPr>
          <a:xfrm>
            <a:off x="502920" y="2194560"/>
            <a:ext cx="11247120" cy="42976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400"/>
              </a:spcBef>
              <a:spcAft>
                <a:spcPts val="0"/>
              </a:spcAft>
              <a:buClrTx/>
              <a:buSzTx/>
              <a:buFontTx/>
              <a:buNone/>
              <a:tabLst/>
              <a:defRPr/>
            </a:pPr>
            <a:r>
              <a:rPr kumimoji="0" sz="2800" b="1" i="0" u="none" strike="noStrike" kern="1200" cap="none" spc="0" normalizeH="0" baseline="0" noProof="0" dirty="0">
                <a:ln>
                  <a:noFill/>
                </a:ln>
                <a:solidFill>
                  <a:srgbClr val="111111"/>
                </a:solidFill>
                <a:effectLst/>
                <a:uLnTx/>
                <a:uFillTx/>
                <a:latin typeface="Century Gothic"/>
                <a:ea typeface="+mn-ea"/>
                <a:cs typeface="+mn-cs"/>
              </a:rPr>
              <a:t>Level 1: Initial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dirty="0">
                <a:ln>
                  <a:noFill/>
                </a:ln>
                <a:solidFill>
                  <a:srgbClr val="111111"/>
                </a:solidFill>
                <a:effectLst/>
                <a:uLnTx/>
                <a:uFillTx/>
                <a:latin typeface="Century Gothic"/>
                <a:ea typeface="+mn-ea"/>
                <a:cs typeface="+mn-cs"/>
              </a:rPr>
              <a:t>No plan.</a:t>
            </a:r>
          </a:p>
          <a:p>
            <a:pPr marL="0" marR="0" lvl="0" indent="0" algn="l" defTabSz="457200" rtl="0" eaLnBrk="1" fontAlgn="auto" latinLnBrk="0" hangingPunct="1">
              <a:lnSpc>
                <a:spcPct val="100000"/>
              </a:lnSpc>
              <a:spcBef>
                <a:spcPts val="400"/>
              </a:spcBef>
              <a:spcAft>
                <a:spcPts val="0"/>
              </a:spcAft>
              <a:buClrTx/>
              <a:buSzTx/>
              <a:buFontTx/>
              <a:buNone/>
              <a:tabLst/>
              <a:defRPr/>
            </a:pPr>
            <a:r>
              <a:rPr kumimoji="0" sz="2800" b="1" i="0" u="none" strike="noStrike" kern="1200" cap="none" spc="0" normalizeH="0" baseline="0" noProof="0" dirty="0">
                <a:ln>
                  <a:noFill/>
                </a:ln>
                <a:solidFill>
                  <a:srgbClr val="111111"/>
                </a:solidFill>
                <a:effectLst/>
                <a:uLnTx/>
                <a:uFillTx/>
                <a:latin typeface="Century Gothic"/>
                <a:ea typeface="+mn-ea"/>
                <a:cs typeface="+mn-cs"/>
              </a:rPr>
              <a:t>Level 2: Repeatable.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dirty="0">
                <a:ln>
                  <a:noFill/>
                </a:ln>
                <a:solidFill>
                  <a:srgbClr val="111111"/>
                </a:solidFill>
                <a:effectLst/>
                <a:uLnTx/>
                <a:uFillTx/>
                <a:latin typeface="Century Gothic"/>
                <a:ea typeface="+mn-ea"/>
                <a:cs typeface="+mn-cs"/>
              </a:rPr>
              <a:t>Basic </a:t>
            </a:r>
            <a:r>
              <a:rPr kumimoji="0" sz="2100" b="0" i="0" u="none" strike="noStrike" kern="1200" cap="none" spc="0" normalizeH="0" baseline="0" noProof="0" dirty="0">
                <a:ln>
                  <a:noFill/>
                </a:ln>
                <a:solidFill>
                  <a:srgbClr val="111111"/>
                </a:solidFill>
                <a:effectLst/>
                <a:highlight>
                  <a:srgbClr val="FFF176"/>
                </a:highlight>
                <a:uLnTx/>
                <a:uFillTx/>
                <a:latin typeface="Century Gothic"/>
                <a:ea typeface="+mn-ea"/>
                <a:cs typeface="+mn-cs"/>
              </a:rPr>
              <a:t>lifecycle mgmt</a:t>
            </a:r>
            <a:r>
              <a:rPr kumimoji="0" sz="2100" b="0" i="0" u="none" strike="noStrike" kern="1200" cap="none" spc="0" normalizeH="0" baseline="0" noProof="0" dirty="0">
                <a:ln>
                  <a:noFill/>
                </a:ln>
                <a:solidFill>
                  <a:srgbClr val="111111"/>
                </a:solidFill>
                <a:effectLst/>
                <a:uLnTx/>
                <a:uFillTx/>
                <a:latin typeface="Century Gothic"/>
                <a:ea typeface="+mn-ea"/>
                <a:cs typeface="+mn-cs"/>
              </a:rPr>
              <a:t>.</a:t>
            </a:r>
          </a:p>
          <a:p>
            <a:pPr marL="0" marR="0" lvl="0" indent="0" algn="l" defTabSz="457200" rtl="0" eaLnBrk="1" fontAlgn="auto" latinLnBrk="0" hangingPunct="1">
              <a:lnSpc>
                <a:spcPct val="100000"/>
              </a:lnSpc>
              <a:spcBef>
                <a:spcPts val="400"/>
              </a:spcBef>
              <a:spcAft>
                <a:spcPts val="0"/>
              </a:spcAft>
              <a:buClrTx/>
              <a:buSzTx/>
              <a:buFontTx/>
              <a:buNone/>
              <a:tabLst/>
              <a:defRPr/>
            </a:pPr>
            <a:r>
              <a:rPr kumimoji="0" sz="2800" b="1" i="0" u="none" strike="noStrike" kern="1200" cap="none" spc="0" normalizeH="0" baseline="0" noProof="0" dirty="0">
                <a:ln>
                  <a:noFill/>
                </a:ln>
                <a:solidFill>
                  <a:srgbClr val="111111"/>
                </a:solidFill>
                <a:effectLst/>
                <a:uLnTx/>
                <a:uFillTx/>
                <a:latin typeface="Century Gothic"/>
                <a:ea typeface="+mn-ea"/>
                <a:cs typeface="+mn-cs"/>
              </a:rPr>
              <a:t>Level 3: Defined.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dirty="0">
                <a:ln>
                  <a:noFill/>
                </a:ln>
                <a:solidFill>
                  <a:srgbClr val="111111"/>
                </a:solidFill>
                <a:effectLst/>
                <a:uLnTx/>
                <a:uFillTx/>
                <a:latin typeface="Century Gothic"/>
                <a:ea typeface="+mn-ea"/>
                <a:cs typeface="+mn-cs"/>
              </a:rPr>
              <a:t>Formal, documented SW development processes.</a:t>
            </a:r>
          </a:p>
          <a:p>
            <a:pPr marL="0" marR="0" lvl="0" indent="0" algn="l" defTabSz="457200" rtl="0" eaLnBrk="1" fontAlgn="auto" latinLnBrk="0" hangingPunct="1">
              <a:lnSpc>
                <a:spcPct val="100000"/>
              </a:lnSpc>
              <a:spcBef>
                <a:spcPts val="400"/>
              </a:spcBef>
              <a:spcAft>
                <a:spcPts val="0"/>
              </a:spcAft>
              <a:buClrTx/>
              <a:buSzTx/>
              <a:buFontTx/>
              <a:buNone/>
              <a:tabLst/>
              <a:defRPr/>
            </a:pPr>
            <a:r>
              <a:rPr kumimoji="0" sz="2800" b="1" i="0" u="none" strike="noStrike" kern="1200" cap="none" spc="0" normalizeH="0" baseline="0" noProof="0" dirty="0">
                <a:ln>
                  <a:noFill/>
                </a:ln>
                <a:solidFill>
                  <a:srgbClr val="111111"/>
                </a:solidFill>
                <a:effectLst/>
                <a:uLnTx/>
                <a:uFillTx/>
                <a:latin typeface="Century Gothic"/>
                <a:ea typeface="+mn-ea"/>
                <a:cs typeface="+mn-cs"/>
              </a:rPr>
              <a:t>Level 4: Managed.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dirty="0">
                <a:ln>
                  <a:noFill/>
                </a:ln>
                <a:solidFill>
                  <a:srgbClr val="111111"/>
                </a:solidFill>
                <a:effectLst/>
                <a:uLnTx/>
                <a:uFillTx/>
                <a:latin typeface="Century Gothic"/>
                <a:ea typeface="+mn-ea"/>
                <a:cs typeface="+mn-cs"/>
              </a:rPr>
              <a:t>Quantitative measures to gain detailed understanding.</a:t>
            </a:r>
          </a:p>
          <a:p>
            <a:pPr marL="0" marR="0" lvl="0" indent="0" algn="l" defTabSz="457200" rtl="0" eaLnBrk="1" fontAlgn="auto" latinLnBrk="0" hangingPunct="1">
              <a:lnSpc>
                <a:spcPct val="100000"/>
              </a:lnSpc>
              <a:spcBef>
                <a:spcPts val="400"/>
              </a:spcBef>
              <a:spcAft>
                <a:spcPts val="0"/>
              </a:spcAft>
              <a:buClrTx/>
              <a:buSzTx/>
              <a:buFontTx/>
              <a:buNone/>
              <a:tabLst/>
              <a:defRPr/>
            </a:pPr>
            <a:r>
              <a:rPr kumimoji="0" sz="2800" b="1" i="0" u="none" strike="noStrike" kern="1200" cap="none" spc="0" normalizeH="0" baseline="0" noProof="0" dirty="0">
                <a:ln>
                  <a:noFill/>
                </a:ln>
                <a:solidFill>
                  <a:srgbClr val="111111"/>
                </a:solidFill>
                <a:effectLst/>
                <a:uLnTx/>
                <a:uFillTx/>
                <a:latin typeface="Century Gothic"/>
                <a:ea typeface="+mn-ea"/>
                <a:cs typeface="+mn-cs"/>
              </a:rPr>
              <a:t>Level 5: Optimized.</a:t>
            </a:r>
            <a:r>
              <a:rPr kumimoji="0" sz="2200" b="0" i="0" u="none" strike="noStrike" kern="1200" cap="none" spc="0" normalizeH="0" baseline="0" noProof="0" dirty="0">
                <a:ln>
                  <a:noFill/>
                </a:ln>
                <a:solidFill>
                  <a:srgbClr val="FF1818"/>
                </a:solidFill>
                <a:effectLst/>
                <a:uLnTx/>
                <a:uFillTx/>
                <a:latin typeface="Segoe Print"/>
                <a:ea typeface="+mn-ea"/>
                <a:cs typeface="+mn-cs"/>
              </a:rPr>
              <a:t>  CI/CD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dirty="0">
                <a:ln>
                  <a:noFill/>
                </a:ln>
                <a:solidFill>
                  <a:srgbClr val="111111"/>
                </a:solidFill>
                <a:effectLst/>
                <a:highlight>
                  <a:srgbClr val="FFF176"/>
                </a:highlight>
                <a:uLnTx/>
                <a:uFillTx/>
                <a:latin typeface="Century Gothic"/>
                <a:ea typeface="+mn-ea"/>
                <a:cs typeface="+mn-cs"/>
              </a:rPr>
              <a:t>Continuous development</a:t>
            </a:r>
            <a:r>
              <a:rPr kumimoji="0" sz="2100" b="0" i="0" u="none" strike="noStrike" kern="1200" cap="none" spc="0" normalizeH="0" baseline="0" noProof="0" dirty="0">
                <a:ln>
                  <a:noFill/>
                </a:ln>
                <a:solidFill>
                  <a:srgbClr val="111111"/>
                </a:solidFill>
                <a:effectLst/>
                <a:uLnTx/>
                <a:uFillTx/>
                <a:latin typeface="Century Gothic"/>
                <a:ea typeface="+mn-ea"/>
                <a:cs typeface="+mn-cs"/>
              </a:rPr>
              <a:t> process, w/ feedback loops.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IDEAL MODEL</a:t>
            </a:r>
          </a:p>
        </p:txBody>
      </p:sp>
      <p:sp>
        <p:nvSpPr>
          <p:cNvPr id="4" name="Rectangle 3"/>
          <p:cNvSpPr/>
          <p:nvPr/>
        </p:nvSpPr>
        <p:spPr>
          <a:xfrm>
            <a:off x="0" y="1325880"/>
            <a:ext cx="7863840" cy="96012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model for software development which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implements many of the SW-CMM attributes</a:t>
            </a:r>
          </a:p>
        </p:txBody>
      </p:sp>
      <p:sp>
        <p:nvSpPr>
          <p:cNvPr id="5" name="TextBox 4"/>
          <p:cNvSpPr txBox="1"/>
          <p:nvPr/>
        </p:nvSpPr>
        <p:spPr>
          <a:xfrm>
            <a:off x="457200" y="2468880"/>
            <a:ext cx="8778240" cy="42062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500"/>
              </a:spcAft>
              <a:buClrTx/>
              <a:buSzTx/>
              <a:buFontTx/>
              <a:buNone/>
              <a:tabLst/>
              <a:defRPr/>
            </a:pPr>
            <a:r>
              <a:rPr kumimoji="0" sz="2000" b="1" i="0" u="none" strike="noStrike" kern="1200" cap="none" spc="0" normalizeH="0" baseline="0" noProof="0">
                <a:ln>
                  <a:noFill/>
                </a:ln>
                <a:solidFill>
                  <a:srgbClr val="FF1818"/>
                </a:solidFill>
                <a:effectLst/>
                <a:uLnTx/>
                <a:uFillTx/>
                <a:latin typeface="Century Gothic"/>
                <a:ea typeface="+mn-ea"/>
                <a:cs typeface="+mn-cs"/>
              </a:rPr>
              <a:t>I</a:t>
            </a:r>
            <a:r>
              <a:rPr kumimoji="0" sz="2000" b="1" i="0" u="none" strike="noStrike" kern="1200" cap="none" spc="0" normalizeH="0" baseline="0" noProof="0">
                <a:ln>
                  <a:noFill/>
                </a:ln>
                <a:solidFill>
                  <a:srgbClr val="111111"/>
                </a:solidFill>
                <a:effectLst/>
                <a:uLnTx/>
                <a:uFillTx/>
                <a:latin typeface="Century Gothic"/>
                <a:ea typeface="+mn-ea"/>
                <a:cs typeface="+mn-cs"/>
              </a:rPr>
              <a:t>nitiating</a:t>
            </a:r>
            <a:r>
              <a:rPr kumimoji="0" sz="2000" b="0" i="0" u="none" strike="noStrike" kern="1200" cap="none" spc="0" normalizeH="0" baseline="0" noProof="0">
                <a:ln>
                  <a:noFill/>
                </a:ln>
                <a:solidFill>
                  <a:srgbClr val="111111"/>
                </a:solidFill>
                <a:effectLst/>
                <a:uLnTx/>
                <a:uFillTx/>
                <a:latin typeface="Century Gothic"/>
                <a:ea typeface="+mn-ea"/>
                <a:cs typeface="+mn-cs"/>
              </a:rPr>
              <a:t>. Business reasons outlined, support &amp; infrastructure for initiative put in place.</a:t>
            </a:r>
          </a:p>
          <a:p>
            <a:pPr marL="0" marR="0" lvl="0" indent="0" algn="l" defTabSz="457200" rtl="0" eaLnBrk="1" fontAlgn="auto" latinLnBrk="0" hangingPunct="1">
              <a:lnSpc>
                <a:spcPct val="100000"/>
              </a:lnSpc>
              <a:spcBef>
                <a:spcPts val="0"/>
              </a:spcBef>
              <a:spcAft>
                <a:spcPts val="500"/>
              </a:spcAft>
              <a:buClrTx/>
              <a:buSzTx/>
              <a:buFontTx/>
              <a:buNone/>
              <a:tabLst/>
              <a:defRPr/>
            </a:pPr>
            <a:r>
              <a:rPr kumimoji="0" sz="2000" b="1" i="0" u="none" strike="noStrike" kern="1200" cap="none" spc="0" normalizeH="0" baseline="0" noProof="0">
                <a:ln>
                  <a:noFill/>
                </a:ln>
                <a:solidFill>
                  <a:srgbClr val="FF1818"/>
                </a:solidFill>
                <a:effectLst/>
                <a:uLnTx/>
                <a:uFillTx/>
                <a:latin typeface="Century Gothic"/>
                <a:ea typeface="+mn-ea"/>
                <a:cs typeface="+mn-cs"/>
              </a:rPr>
              <a:t>D</a:t>
            </a:r>
            <a:r>
              <a:rPr kumimoji="0" sz="2000" b="1" i="0" u="none" strike="noStrike" kern="1200" cap="none" spc="0" normalizeH="0" baseline="0" noProof="0">
                <a:ln>
                  <a:noFill/>
                </a:ln>
                <a:solidFill>
                  <a:srgbClr val="111111"/>
                </a:solidFill>
                <a:effectLst/>
                <a:uLnTx/>
                <a:uFillTx/>
                <a:latin typeface="Century Gothic"/>
                <a:ea typeface="+mn-ea"/>
                <a:cs typeface="+mn-cs"/>
              </a:rPr>
              <a:t>iagnosing</a:t>
            </a:r>
            <a:r>
              <a:rPr kumimoji="0" sz="2000" b="0" i="0" u="none" strike="noStrike" kern="1200" cap="none" spc="0" normalizeH="0" baseline="0" noProof="0">
                <a:ln>
                  <a:noFill/>
                </a:ln>
                <a:solidFill>
                  <a:srgbClr val="111111"/>
                </a:solidFill>
                <a:effectLst/>
                <a:uLnTx/>
                <a:uFillTx/>
                <a:latin typeface="Century Gothic"/>
                <a:ea typeface="+mn-ea"/>
                <a:cs typeface="+mn-cs"/>
              </a:rPr>
              <a:t>. Engineers analyze current state of org &amp; make recommendations for change.</a:t>
            </a:r>
          </a:p>
          <a:p>
            <a:pPr marL="0" marR="0" lvl="0" indent="0" algn="l" defTabSz="457200" rtl="0" eaLnBrk="1" fontAlgn="auto" latinLnBrk="0" hangingPunct="1">
              <a:lnSpc>
                <a:spcPct val="100000"/>
              </a:lnSpc>
              <a:spcBef>
                <a:spcPts val="0"/>
              </a:spcBef>
              <a:spcAft>
                <a:spcPts val="500"/>
              </a:spcAft>
              <a:buClrTx/>
              <a:buSzTx/>
              <a:buFontTx/>
              <a:buNone/>
              <a:tabLst/>
              <a:defRPr/>
            </a:pPr>
            <a:r>
              <a:rPr kumimoji="0" sz="2000" b="1" i="0" u="none" strike="noStrike" kern="1200" cap="none" spc="0" normalizeH="0" baseline="0" noProof="0">
                <a:ln>
                  <a:noFill/>
                </a:ln>
                <a:solidFill>
                  <a:srgbClr val="FF1818"/>
                </a:solidFill>
                <a:effectLst/>
                <a:uLnTx/>
                <a:uFillTx/>
                <a:latin typeface="Century Gothic"/>
                <a:ea typeface="+mn-ea"/>
                <a:cs typeface="+mn-cs"/>
              </a:rPr>
              <a:t>E</a:t>
            </a:r>
            <a:r>
              <a:rPr kumimoji="0" sz="2000" b="1" i="0" u="none" strike="noStrike" kern="1200" cap="none" spc="0" normalizeH="0" baseline="0" noProof="0">
                <a:ln>
                  <a:noFill/>
                </a:ln>
                <a:solidFill>
                  <a:srgbClr val="111111"/>
                </a:solidFill>
                <a:effectLst/>
                <a:uLnTx/>
                <a:uFillTx/>
                <a:latin typeface="Century Gothic"/>
                <a:ea typeface="+mn-ea"/>
                <a:cs typeface="+mn-cs"/>
              </a:rPr>
              <a:t>stablishing</a:t>
            </a:r>
            <a:r>
              <a:rPr kumimoji="0" sz="2000" b="0" i="0" u="none" strike="noStrike" kern="1200" cap="none" spc="0" normalizeH="0" baseline="0" noProof="0">
                <a:ln>
                  <a:noFill/>
                </a:ln>
                <a:solidFill>
                  <a:srgbClr val="111111"/>
                </a:solidFill>
                <a:effectLst/>
                <a:uLnTx/>
                <a:uFillTx/>
                <a:latin typeface="Century Gothic"/>
                <a:ea typeface="+mn-ea"/>
                <a:cs typeface="+mn-cs"/>
              </a:rPr>
              <a:t>. Org takes recommendations &amp; develops plan to achieve those changes.</a:t>
            </a:r>
          </a:p>
          <a:p>
            <a:pPr marL="0" marR="0" lvl="0" indent="0" algn="l" defTabSz="457200" rtl="0" eaLnBrk="1" fontAlgn="auto" latinLnBrk="0" hangingPunct="1">
              <a:lnSpc>
                <a:spcPct val="100000"/>
              </a:lnSpc>
              <a:spcBef>
                <a:spcPts val="0"/>
              </a:spcBef>
              <a:spcAft>
                <a:spcPts val="500"/>
              </a:spcAft>
              <a:buClrTx/>
              <a:buSzTx/>
              <a:buFontTx/>
              <a:buNone/>
              <a:tabLst/>
              <a:defRPr/>
            </a:pPr>
            <a:r>
              <a:rPr kumimoji="0" sz="2000" b="1" i="0" u="none" strike="noStrike" kern="1200" cap="none" spc="0" normalizeH="0" baseline="0" noProof="0">
                <a:ln>
                  <a:noFill/>
                </a:ln>
                <a:solidFill>
                  <a:srgbClr val="FF1818"/>
                </a:solidFill>
                <a:effectLst/>
                <a:uLnTx/>
                <a:uFillTx/>
                <a:latin typeface="Century Gothic"/>
                <a:ea typeface="+mn-ea"/>
                <a:cs typeface="+mn-cs"/>
              </a:rPr>
              <a:t>A</a:t>
            </a:r>
            <a:r>
              <a:rPr kumimoji="0" sz="2000" b="1" i="0" u="none" strike="noStrike" kern="1200" cap="none" spc="0" normalizeH="0" baseline="0" noProof="0">
                <a:ln>
                  <a:noFill/>
                </a:ln>
                <a:solidFill>
                  <a:srgbClr val="111111"/>
                </a:solidFill>
                <a:effectLst/>
                <a:uLnTx/>
                <a:uFillTx/>
                <a:latin typeface="Century Gothic"/>
                <a:ea typeface="+mn-ea"/>
                <a:cs typeface="+mn-cs"/>
              </a:rPr>
              <a:t>cting</a:t>
            </a:r>
            <a:r>
              <a:rPr kumimoji="0" sz="2000" b="0" i="0" u="none" strike="noStrike" kern="1200" cap="none" spc="0" normalizeH="0" baseline="0" noProof="0">
                <a:ln>
                  <a:noFill/>
                </a:ln>
                <a:solidFill>
                  <a:srgbClr val="111111"/>
                </a:solidFill>
                <a:effectLst/>
                <a:uLnTx/>
                <a:uFillTx/>
                <a:latin typeface="Century Gothic"/>
                <a:ea typeface="+mn-ea"/>
                <a:cs typeface="+mn-cs"/>
              </a:rPr>
              <a:t>. Plan put into action. Org develops solutions, tests, refines &amp; implements</a:t>
            </a:r>
          </a:p>
          <a:p>
            <a:pPr marL="0" marR="0" lvl="0" indent="0" algn="l" defTabSz="457200" rtl="0" eaLnBrk="1" fontAlgn="auto" latinLnBrk="0" hangingPunct="1">
              <a:lnSpc>
                <a:spcPct val="100000"/>
              </a:lnSpc>
              <a:spcBef>
                <a:spcPts val="0"/>
              </a:spcBef>
              <a:spcAft>
                <a:spcPts val="500"/>
              </a:spcAft>
              <a:buClrTx/>
              <a:buSzTx/>
              <a:buFontTx/>
              <a:buNone/>
              <a:tabLst/>
              <a:defRPr/>
            </a:pPr>
            <a:r>
              <a:rPr kumimoji="0" sz="2000" b="1" i="0" u="none" strike="noStrike" kern="1200" cap="none" spc="0" normalizeH="0" baseline="0" noProof="0">
                <a:ln>
                  <a:noFill/>
                </a:ln>
                <a:solidFill>
                  <a:srgbClr val="FF1818"/>
                </a:solidFill>
                <a:effectLst/>
                <a:uLnTx/>
                <a:uFillTx/>
                <a:latin typeface="Century Gothic"/>
                <a:ea typeface="+mn-ea"/>
                <a:cs typeface="+mn-cs"/>
              </a:rPr>
              <a:t>L</a:t>
            </a:r>
            <a:r>
              <a:rPr kumimoji="0" sz="2000" b="1" i="0" u="none" strike="noStrike" kern="1200" cap="none" spc="0" normalizeH="0" baseline="0" noProof="0">
                <a:ln>
                  <a:noFill/>
                </a:ln>
                <a:solidFill>
                  <a:srgbClr val="111111"/>
                </a:solidFill>
                <a:effectLst/>
                <a:uLnTx/>
                <a:uFillTx/>
                <a:latin typeface="Century Gothic"/>
                <a:ea typeface="+mn-ea"/>
                <a:cs typeface="+mn-cs"/>
              </a:rPr>
              <a:t>earning</a:t>
            </a:r>
            <a:r>
              <a:rPr kumimoji="0" sz="2000" b="0" i="0" u="none" strike="noStrike" kern="1200" cap="none" spc="0" normalizeH="0" baseline="0" noProof="0">
                <a:ln>
                  <a:noFill/>
                </a:ln>
                <a:solidFill>
                  <a:srgbClr val="111111"/>
                </a:solidFill>
                <a:effectLst/>
                <a:uLnTx/>
                <a:uFillTx/>
                <a:latin typeface="Century Gothic"/>
                <a:ea typeface="+mn-ea"/>
                <a:cs typeface="+mn-cs"/>
              </a:rPr>
              <a:t>. Org continuously analyzes efforts and results, proposes new actions to drive better results.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RELATIONAL DATABASE MGMT SYSTEMS</a:t>
            </a:r>
          </a:p>
        </p:txBody>
      </p:sp>
      <p:sp>
        <p:nvSpPr>
          <p:cNvPr id="4" name="Rectangle 3"/>
          <p:cNvSpPr/>
          <p:nvPr/>
        </p:nvSpPr>
        <p:spPr>
          <a:xfrm>
            <a:off x="0" y="868680"/>
            <a:ext cx="658368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know the basic architecture of RDBMS</a:t>
            </a:r>
          </a:p>
        </p:txBody>
      </p:sp>
      <p:sp>
        <p:nvSpPr>
          <p:cNvPr id="5" name="TextBox 4"/>
          <p:cNvSpPr txBox="1"/>
          <p:nvPr/>
        </p:nvSpPr>
        <p:spPr>
          <a:xfrm>
            <a:off x="502920" y="1600200"/>
            <a:ext cx="11247120" cy="42062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1000"/>
              </a:spcBef>
              <a:spcAft>
                <a:spcPts val="0"/>
              </a:spcAft>
              <a:buClrTx/>
              <a:buSzTx/>
              <a:buFontTx/>
              <a:buNone/>
              <a:tabLst/>
              <a:defRPr/>
            </a:pPr>
            <a:r>
              <a:rPr kumimoji="0" sz="3000" b="1" i="0" u="none" strike="noStrike" kern="1200" cap="none" spc="0" normalizeH="0" baseline="0" noProof="0">
                <a:ln>
                  <a:noFill/>
                </a:ln>
                <a:solidFill>
                  <a:srgbClr val="111111"/>
                </a:solidFill>
                <a:effectLst/>
                <a:uLnTx/>
                <a:uFillTx/>
                <a:latin typeface="Century Gothic"/>
                <a:ea typeface="+mn-ea"/>
                <a:cs typeface="+mn-cs"/>
              </a:rPr>
              <a:t>Tables</a:t>
            </a:r>
            <a:r>
              <a:rPr kumimoji="0" sz="2300" b="0" i="0" u="none" strike="noStrike" kern="1200" cap="none" spc="0" normalizeH="0" baseline="0" noProof="0">
                <a:ln>
                  <a:noFill/>
                </a:ln>
                <a:solidFill>
                  <a:srgbClr val="FF1818"/>
                </a:solidFill>
                <a:effectLst/>
                <a:uLnTx/>
                <a:uFillTx/>
                <a:latin typeface="Segoe Print"/>
                <a:ea typeface="+mn-ea"/>
                <a:cs typeface="+mn-cs"/>
              </a:rPr>
              <a:t>   (relations)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111111"/>
                </a:solidFill>
                <a:effectLst/>
                <a:uLnTx/>
                <a:uFillTx/>
                <a:latin typeface="Century Gothic"/>
                <a:ea typeface="+mn-ea"/>
                <a:cs typeface="+mn-cs"/>
              </a:rPr>
              <a:t>contains a number of attributes, or fields. Each attribute corresponds to a column in the table.</a:t>
            </a:r>
          </a:p>
          <a:p>
            <a:pPr marL="0" marR="0" lvl="0" indent="0" algn="l" defTabSz="457200" rtl="0" eaLnBrk="1" fontAlgn="auto" latinLnBrk="0" hangingPunct="1">
              <a:lnSpc>
                <a:spcPct val="100000"/>
              </a:lnSpc>
              <a:spcBef>
                <a:spcPts val="1000"/>
              </a:spcBef>
              <a:spcAft>
                <a:spcPts val="0"/>
              </a:spcAft>
              <a:buClrTx/>
              <a:buSzTx/>
              <a:buFontTx/>
              <a:buNone/>
              <a:tabLst/>
              <a:defRPr/>
            </a:pPr>
            <a:r>
              <a:rPr kumimoji="0" sz="3000" b="1" i="0" u="none" strike="noStrike" kern="1200" cap="none" spc="0" normalizeH="0" baseline="0" noProof="0">
                <a:ln>
                  <a:noFill/>
                </a:ln>
                <a:solidFill>
                  <a:srgbClr val="111111"/>
                </a:solidFill>
                <a:effectLst/>
                <a:uLnTx/>
                <a:uFillTx/>
                <a:latin typeface="Century Gothic"/>
                <a:ea typeface="+mn-ea"/>
                <a:cs typeface="+mn-cs"/>
              </a:rPr>
              <a:t>Rows</a:t>
            </a:r>
            <a:r>
              <a:rPr kumimoji="0" sz="2300" b="0" i="0" u="none" strike="noStrike" kern="1200" cap="none" spc="0" normalizeH="0" baseline="0" noProof="0">
                <a:ln>
                  <a:noFill/>
                </a:ln>
                <a:solidFill>
                  <a:srgbClr val="FF1818"/>
                </a:solidFill>
                <a:effectLst/>
                <a:uLnTx/>
                <a:uFillTx/>
                <a:latin typeface="Segoe Print"/>
                <a:ea typeface="+mn-ea"/>
                <a:cs typeface="+mn-cs"/>
              </a:rPr>
              <a:t>   (records/tuples)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111111"/>
                </a:solidFill>
                <a:effectLst/>
                <a:uLnTx/>
                <a:uFillTx/>
                <a:latin typeface="Century Gothic"/>
                <a:ea typeface="+mn-ea"/>
                <a:cs typeface="+mn-cs"/>
              </a:rPr>
              <a:t>a </a:t>
            </a:r>
            <a:r>
              <a:rPr kumimoji="0" sz="2300" b="0" i="0" u="none" strike="noStrike" kern="1200" cap="none" spc="0" normalizeH="0" baseline="0" noProof="0">
                <a:ln>
                  <a:noFill/>
                </a:ln>
                <a:solidFill>
                  <a:srgbClr val="111111"/>
                </a:solidFill>
                <a:effectLst/>
                <a:highlight>
                  <a:srgbClr val="FFF176"/>
                </a:highlight>
                <a:uLnTx/>
                <a:uFillTx/>
                <a:latin typeface="Century Gothic"/>
                <a:ea typeface="+mn-ea"/>
                <a:cs typeface="+mn-cs"/>
              </a:rPr>
              <a:t>data record</a:t>
            </a:r>
            <a:r>
              <a:rPr kumimoji="0" sz="2300" b="0" i="0" u="none" strike="noStrike" kern="1200" cap="none" spc="0" normalizeH="0" baseline="0" noProof="0">
                <a:ln>
                  <a:noFill/>
                </a:ln>
                <a:solidFill>
                  <a:srgbClr val="111111"/>
                </a:solidFill>
                <a:effectLst/>
                <a:uLnTx/>
                <a:uFillTx/>
                <a:latin typeface="Century Gothic"/>
                <a:ea typeface="+mn-ea"/>
                <a:cs typeface="+mn-cs"/>
              </a:rPr>
              <a:t> within a table. Each row, which represents a complete record of specific item data, holds different data within the same structure.</a:t>
            </a:r>
          </a:p>
          <a:p>
            <a:pPr marL="0" marR="0" lvl="0" indent="0" algn="l" defTabSz="457200" rtl="0" eaLnBrk="1" fontAlgn="auto" latinLnBrk="0" hangingPunct="1">
              <a:lnSpc>
                <a:spcPct val="100000"/>
              </a:lnSpc>
              <a:spcBef>
                <a:spcPts val="1000"/>
              </a:spcBef>
              <a:spcAft>
                <a:spcPts val="0"/>
              </a:spcAft>
              <a:buClrTx/>
              <a:buSzTx/>
              <a:buFontTx/>
              <a:buNone/>
              <a:tabLst/>
              <a:defRPr/>
            </a:pPr>
            <a:r>
              <a:rPr kumimoji="0" sz="3000" b="1" i="0" u="none" strike="noStrike" kern="1200" cap="none" spc="0" normalizeH="0" baseline="0" noProof="0">
                <a:ln>
                  <a:noFill/>
                </a:ln>
                <a:solidFill>
                  <a:srgbClr val="111111"/>
                </a:solidFill>
                <a:effectLst/>
                <a:uLnTx/>
                <a:uFillTx/>
                <a:latin typeface="Century Gothic"/>
                <a:ea typeface="+mn-ea"/>
                <a:cs typeface="+mn-cs"/>
              </a:rPr>
              <a:t>Columns</a:t>
            </a:r>
            <a:r>
              <a:rPr kumimoji="0" sz="2300" b="0" i="0" u="none" strike="noStrike" kern="1200" cap="none" spc="0" normalizeH="0" baseline="0" noProof="0">
                <a:ln>
                  <a:noFill/>
                </a:ln>
                <a:solidFill>
                  <a:srgbClr val="FF1818"/>
                </a:solidFill>
                <a:effectLst/>
                <a:uLnTx/>
                <a:uFillTx/>
                <a:latin typeface="Segoe Print"/>
                <a:ea typeface="+mn-ea"/>
                <a:cs typeface="+mn-cs"/>
              </a:rPr>
              <a:t>   (fields/attributes)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111111"/>
                </a:solidFill>
                <a:effectLst/>
                <a:uLnTx/>
                <a:uFillTx/>
                <a:latin typeface="Century Gothic"/>
                <a:ea typeface="+mn-ea"/>
                <a:cs typeface="+mn-cs"/>
              </a:rPr>
              <a:t>a set of data values of a particular type, one value for each row of the database.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RELATIONAL DATABASE MGMT SYSTEMS</a:t>
            </a:r>
          </a:p>
        </p:txBody>
      </p:sp>
      <p:sp>
        <p:nvSpPr>
          <p:cNvPr id="4" name="Rectangle 3"/>
          <p:cNvSpPr/>
          <p:nvPr/>
        </p:nvSpPr>
        <p:spPr>
          <a:xfrm>
            <a:off x="0" y="868680"/>
            <a:ext cx="658368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know the basic architecture of RDBMS</a:t>
            </a:r>
          </a:p>
        </p:txBody>
      </p:sp>
      <p:graphicFrame>
        <p:nvGraphicFramePr>
          <p:cNvPr id="5" name="Table 4"/>
          <p:cNvGraphicFramePr>
            <a:graphicFrameLocks noGrp="1"/>
          </p:cNvGraphicFramePr>
          <p:nvPr/>
        </p:nvGraphicFramePr>
        <p:xfrm>
          <a:off x="2148840" y="1600200"/>
          <a:ext cx="8686800" cy="987552"/>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658368">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246888">
                <a:tc>
                  <a:txBody>
                    <a:bodyPr/>
                    <a:lstStyle/>
                    <a:p>
                      <a:r>
                        <a:rPr sz="1000" b="1">
                          <a:solidFill>
                            <a:srgbClr val="FFFFFF"/>
                          </a:solidFill>
                          <a:latin typeface="Century Gothic"/>
                        </a:rPr>
                        <a:t>Company ID</a:t>
                      </a:r>
                    </a:p>
                  </a:txBody>
                  <a:tcPr marL="38100" marR="38100" anchor="ctr">
                    <a:solidFill>
                      <a:srgbClr val="000000"/>
                    </a:solidFill>
                  </a:tcPr>
                </a:tc>
                <a:tc>
                  <a:txBody>
                    <a:bodyPr/>
                    <a:lstStyle/>
                    <a:p>
                      <a:r>
                        <a:rPr sz="1000" b="1">
                          <a:solidFill>
                            <a:srgbClr val="FFFFFF"/>
                          </a:solidFill>
                          <a:latin typeface="Century Gothic"/>
                        </a:rPr>
                        <a:t>Company Name</a:t>
                      </a:r>
                    </a:p>
                  </a:txBody>
                  <a:tcPr marL="38100" marR="38100" anchor="ctr">
                    <a:solidFill>
                      <a:srgbClr val="000000"/>
                    </a:solidFill>
                  </a:tcPr>
                </a:tc>
                <a:tc>
                  <a:txBody>
                    <a:bodyPr/>
                    <a:lstStyle/>
                    <a:p>
                      <a:r>
                        <a:rPr sz="1000" b="1">
                          <a:solidFill>
                            <a:srgbClr val="FFFFFF"/>
                          </a:solidFill>
                          <a:latin typeface="Century Gothic"/>
                        </a:rPr>
                        <a:t>Address</a:t>
                      </a:r>
                    </a:p>
                  </a:txBody>
                  <a:tcPr marL="38100" marR="38100" anchor="ctr">
                    <a:solidFill>
                      <a:srgbClr val="000000"/>
                    </a:solidFill>
                  </a:tcPr>
                </a:tc>
                <a:tc>
                  <a:txBody>
                    <a:bodyPr/>
                    <a:lstStyle/>
                    <a:p>
                      <a:r>
                        <a:rPr sz="1000" b="1">
                          <a:solidFill>
                            <a:srgbClr val="FFFFFF"/>
                          </a:solidFill>
                          <a:latin typeface="Century Gothic"/>
                        </a:rPr>
                        <a:t>City</a:t>
                      </a:r>
                    </a:p>
                  </a:txBody>
                  <a:tcPr marL="38100" marR="38100" anchor="ctr">
                    <a:solidFill>
                      <a:srgbClr val="000000"/>
                    </a:solidFill>
                  </a:tcPr>
                </a:tc>
                <a:tc>
                  <a:txBody>
                    <a:bodyPr/>
                    <a:lstStyle/>
                    <a:p>
                      <a:r>
                        <a:rPr sz="1000" b="1">
                          <a:solidFill>
                            <a:srgbClr val="FFFFFF"/>
                          </a:solidFill>
                          <a:latin typeface="Century Gothic"/>
                        </a:rPr>
                        <a:t>State</a:t>
                      </a:r>
                    </a:p>
                  </a:txBody>
                  <a:tcPr marL="38100" marR="38100" anchor="ctr">
                    <a:solidFill>
                      <a:srgbClr val="000000"/>
                    </a:solidFill>
                  </a:tcPr>
                </a:tc>
                <a:tc>
                  <a:txBody>
                    <a:bodyPr/>
                    <a:lstStyle/>
                    <a:p>
                      <a:r>
                        <a:rPr sz="1000" b="1">
                          <a:solidFill>
                            <a:srgbClr val="FFFFFF"/>
                          </a:solidFill>
                          <a:latin typeface="Century Gothic"/>
                        </a:rPr>
                        <a:t>ZIP Code</a:t>
                      </a:r>
                    </a:p>
                  </a:txBody>
                  <a:tcPr marL="38100" marR="38100" anchor="ctr">
                    <a:solidFill>
                      <a:srgbClr val="000000"/>
                    </a:solidFill>
                  </a:tcPr>
                </a:tc>
                <a:tc>
                  <a:txBody>
                    <a:bodyPr/>
                    <a:lstStyle/>
                    <a:p>
                      <a:r>
                        <a:rPr sz="1000" b="1">
                          <a:solidFill>
                            <a:srgbClr val="FFFFFF"/>
                          </a:solidFill>
                          <a:latin typeface="Century Gothic"/>
                        </a:rPr>
                        <a:t>Telephone</a:t>
                      </a:r>
                    </a:p>
                  </a:txBody>
                  <a:tcPr marL="38100" marR="38100" anchor="ctr">
                    <a:solidFill>
                      <a:srgbClr val="000000"/>
                    </a:solidFill>
                  </a:tcPr>
                </a:tc>
                <a:tc>
                  <a:txBody>
                    <a:bodyPr/>
                    <a:lstStyle/>
                    <a:p>
                      <a:r>
                        <a:rPr sz="1000" b="1">
                          <a:solidFill>
                            <a:srgbClr val="FFFFFF"/>
                          </a:solidFill>
                          <a:latin typeface="Century Gothic"/>
                        </a:rPr>
                        <a:t>Sales Rep</a:t>
                      </a:r>
                    </a:p>
                  </a:txBody>
                  <a:tcPr marL="38100" marR="38100" anchor="ctr">
                    <a:solidFill>
                      <a:srgbClr val="000000"/>
                    </a:solidFill>
                  </a:tcPr>
                </a:tc>
                <a:extLst>
                  <a:ext uri="{0D108BD9-81ED-4DB2-BD59-A6C34878D82A}">
                    <a16:rowId xmlns:a16="http://schemas.microsoft.com/office/drawing/2014/main" val="10000"/>
                  </a:ext>
                </a:extLst>
              </a:tr>
              <a:tr h="246888">
                <a:tc>
                  <a:txBody>
                    <a:bodyPr/>
                    <a:lstStyle/>
                    <a:p>
                      <a:pPr algn="r"/>
                      <a:r>
                        <a:rPr sz="1000">
                          <a:solidFill>
                            <a:srgbClr val="111111"/>
                          </a:solidFill>
                          <a:latin typeface="Century Gothic"/>
                        </a:rPr>
                        <a:t>1</a:t>
                      </a:r>
                    </a:p>
                  </a:txBody>
                  <a:tcPr marL="38100" marR="38100" anchor="ctr">
                    <a:solidFill>
                      <a:srgbClr val="FFFFFF"/>
                    </a:solidFill>
                  </a:tcPr>
                </a:tc>
                <a:tc>
                  <a:txBody>
                    <a:bodyPr/>
                    <a:lstStyle/>
                    <a:p>
                      <a:pPr algn="l"/>
                      <a:r>
                        <a:rPr sz="1000">
                          <a:solidFill>
                            <a:srgbClr val="111111"/>
                          </a:solidFill>
                          <a:latin typeface="Century Gothic"/>
                        </a:rPr>
                        <a:t>Acme Widgets</a:t>
                      </a:r>
                    </a:p>
                  </a:txBody>
                  <a:tcPr marL="38100" marR="38100" anchor="ctr">
                    <a:solidFill>
                      <a:srgbClr val="FFFFFF"/>
                    </a:solidFill>
                  </a:tcPr>
                </a:tc>
                <a:tc>
                  <a:txBody>
                    <a:bodyPr/>
                    <a:lstStyle/>
                    <a:p>
                      <a:pPr algn="l"/>
                      <a:r>
                        <a:rPr sz="1000">
                          <a:solidFill>
                            <a:srgbClr val="111111"/>
                          </a:solidFill>
                          <a:latin typeface="Century Gothic"/>
                        </a:rPr>
                        <a:t>234 Main Street</a:t>
                      </a:r>
                    </a:p>
                  </a:txBody>
                  <a:tcPr marL="38100" marR="38100" anchor="ctr">
                    <a:solidFill>
                      <a:srgbClr val="FFFFFF"/>
                    </a:solidFill>
                  </a:tcPr>
                </a:tc>
                <a:tc>
                  <a:txBody>
                    <a:bodyPr/>
                    <a:lstStyle/>
                    <a:p>
                      <a:pPr algn="l"/>
                      <a:r>
                        <a:rPr sz="1000">
                          <a:solidFill>
                            <a:srgbClr val="111111"/>
                          </a:solidFill>
                          <a:latin typeface="Century Gothic"/>
                        </a:rPr>
                        <a:t>Columbia</a:t>
                      </a:r>
                    </a:p>
                  </a:txBody>
                  <a:tcPr marL="38100" marR="38100" anchor="ctr">
                    <a:solidFill>
                      <a:srgbClr val="FFFFFF"/>
                    </a:solidFill>
                  </a:tcPr>
                </a:tc>
                <a:tc>
                  <a:txBody>
                    <a:bodyPr/>
                    <a:lstStyle/>
                    <a:p>
                      <a:pPr algn="l"/>
                      <a:r>
                        <a:rPr sz="1000">
                          <a:solidFill>
                            <a:srgbClr val="111111"/>
                          </a:solidFill>
                          <a:latin typeface="Century Gothic"/>
                        </a:rPr>
                        <a:t>MD</a:t>
                      </a:r>
                    </a:p>
                  </a:txBody>
                  <a:tcPr marL="38100" marR="38100" anchor="ctr">
                    <a:solidFill>
                      <a:srgbClr val="FFFFFF"/>
                    </a:solidFill>
                  </a:tcPr>
                </a:tc>
                <a:tc>
                  <a:txBody>
                    <a:bodyPr/>
                    <a:lstStyle/>
                    <a:p>
                      <a:pPr algn="r"/>
                      <a:r>
                        <a:rPr sz="1000">
                          <a:solidFill>
                            <a:srgbClr val="111111"/>
                          </a:solidFill>
                          <a:latin typeface="Century Gothic"/>
                        </a:rPr>
                        <a:t>21040</a:t>
                      </a:r>
                    </a:p>
                  </a:txBody>
                  <a:tcPr marL="38100" marR="38100" anchor="ctr">
                    <a:solidFill>
                      <a:srgbClr val="FFFFFF"/>
                    </a:solidFill>
                  </a:tcPr>
                </a:tc>
                <a:tc>
                  <a:txBody>
                    <a:bodyPr/>
                    <a:lstStyle/>
                    <a:p>
                      <a:pPr algn="l"/>
                      <a:r>
                        <a:rPr sz="1000">
                          <a:solidFill>
                            <a:srgbClr val="111111"/>
                          </a:solidFill>
                          <a:latin typeface="Century Gothic"/>
                        </a:rPr>
                        <a:t>(301) 555-1212</a:t>
                      </a:r>
                    </a:p>
                  </a:txBody>
                  <a:tcPr marL="38100" marR="38100" anchor="ctr">
                    <a:solidFill>
                      <a:srgbClr val="FFFFFF"/>
                    </a:solidFill>
                  </a:tcPr>
                </a:tc>
                <a:tc>
                  <a:txBody>
                    <a:bodyPr/>
                    <a:lstStyle/>
                    <a:p>
                      <a:pPr algn="r"/>
                      <a:r>
                        <a:rPr sz="1000">
                          <a:solidFill>
                            <a:srgbClr val="111111"/>
                          </a:solidFill>
                          <a:latin typeface="Century Gothic"/>
                        </a:rPr>
                        <a:t>14</a:t>
                      </a:r>
                    </a:p>
                  </a:txBody>
                  <a:tcPr marL="38100" marR="38100" anchor="ctr">
                    <a:solidFill>
                      <a:srgbClr val="FFFFFF"/>
                    </a:solidFill>
                  </a:tcPr>
                </a:tc>
                <a:extLst>
                  <a:ext uri="{0D108BD9-81ED-4DB2-BD59-A6C34878D82A}">
                    <a16:rowId xmlns:a16="http://schemas.microsoft.com/office/drawing/2014/main" val="10001"/>
                  </a:ext>
                </a:extLst>
              </a:tr>
              <a:tr h="246888">
                <a:tc>
                  <a:txBody>
                    <a:bodyPr/>
                    <a:lstStyle/>
                    <a:p>
                      <a:pPr algn="r"/>
                      <a:r>
                        <a:rPr sz="1000">
                          <a:solidFill>
                            <a:srgbClr val="111111"/>
                          </a:solidFill>
                          <a:latin typeface="Century Gothic"/>
                        </a:rPr>
                        <a:t>2</a:t>
                      </a:r>
                    </a:p>
                  </a:txBody>
                  <a:tcPr marL="38100" marR="38100" anchor="ctr">
                    <a:solidFill>
                      <a:srgbClr val="FFFFFF"/>
                    </a:solidFill>
                  </a:tcPr>
                </a:tc>
                <a:tc>
                  <a:txBody>
                    <a:bodyPr/>
                    <a:lstStyle/>
                    <a:p>
                      <a:pPr algn="l"/>
                      <a:r>
                        <a:rPr sz="1000">
                          <a:solidFill>
                            <a:srgbClr val="111111"/>
                          </a:solidFill>
                          <a:latin typeface="Century Gothic"/>
                        </a:rPr>
                        <a:t>Abrams Consulting</a:t>
                      </a:r>
                    </a:p>
                  </a:txBody>
                  <a:tcPr marL="38100" marR="38100" anchor="ctr">
                    <a:solidFill>
                      <a:srgbClr val="FFFFFF"/>
                    </a:solidFill>
                  </a:tcPr>
                </a:tc>
                <a:tc>
                  <a:txBody>
                    <a:bodyPr/>
                    <a:lstStyle/>
                    <a:p>
                      <a:pPr algn="l"/>
                      <a:r>
                        <a:rPr sz="1000">
                          <a:solidFill>
                            <a:srgbClr val="111111"/>
                          </a:solidFill>
                          <a:latin typeface="Century Gothic"/>
                        </a:rPr>
                        <a:t>1024 Sample Street</a:t>
                      </a:r>
                    </a:p>
                  </a:txBody>
                  <a:tcPr marL="38100" marR="38100" anchor="ctr">
                    <a:solidFill>
                      <a:srgbClr val="FFFFFF"/>
                    </a:solidFill>
                  </a:tcPr>
                </a:tc>
                <a:tc>
                  <a:txBody>
                    <a:bodyPr/>
                    <a:lstStyle/>
                    <a:p>
                      <a:pPr algn="l"/>
                      <a:r>
                        <a:rPr sz="1000">
                          <a:solidFill>
                            <a:srgbClr val="111111"/>
                          </a:solidFill>
                          <a:latin typeface="Century Gothic"/>
                        </a:rPr>
                        <a:t>Miami</a:t>
                      </a:r>
                    </a:p>
                  </a:txBody>
                  <a:tcPr marL="38100" marR="38100" anchor="ctr">
                    <a:solidFill>
                      <a:srgbClr val="FFFFFF"/>
                    </a:solidFill>
                  </a:tcPr>
                </a:tc>
                <a:tc>
                  <a:txBody>
                    <a:bodyPr/>
                    <a:lstStyle/>
                    <a:p>
                      <a:pPr algn="l"/>
                      <a:r>
                        <a:rPr sz="1000">
                          <a:solidFill>
                            <a:srgbClr val="111111"/>
                          </a:solidFill>
                          <a:latin typeface="Century Gothic"/>
                        </a:rPr>
                        <a:t>FL</a:t>
                      </a:r>
                    </a:p>
                  </a:txBody>
                  <a:tcPr marL="38100" marR="38100" anchor="ctr">
                    <a:solidFill>
                      <a:srgbClr val="FFFFFF"/>
                    </a:solidFill>
                  </a:tcPr>
                </a:tc>
                <a:tc>
                  <a:txBody>
                    <a:bodyPr/>
                    <a:lstStyle/>
                    <a:p>
                      <a:pPr algn="r"/>
                      <a:r>
                        <a:rPr sz="1000">
                          <a:solidFill>
                            <a:srgbClr val="111111"/>
                          </a:solidFill>
                          <a:latin typeface="Century Gothic"/>
                        </a:rPr>
                        <a:t>33131</a:t>
                      </a:r>
                    </a:p>
                  </a:txBody>
                  <a:tcPr marL="38100" marR="38100" anchor="ctr">
                    <a:solidFill>
                      <a:srgbClr val="FFFFFF"/>
                    </a:solidFill>
                  </a:tcPr>
                </a:tc>
                <a:tc>
                  <a:txBody>
                    <a:bodyPr/>
                    <a:lstStyle/>
                    <a:p>
                      <a:pPr algn="l"/>
                      <a:r>
                        <a:rPr sz="1000">
                          <a:solidFill>
                            <a:srgbClr val="111111"/>
                          </a:solidFill>
                          <a:latin typeface="Century Gothic"/>
                        </a:rPr>
                        <a:t>(305) 555-1995</a:t>
                      </a:r>
                    </a:p>
                  </a:txBody>
                  <a:tcPr marL="38100" marR="38100" anchor="ctr">
                    <a:solidFill>
                      <a:srgbClr val="FFFFFF"/>
                    </a:solidFill>
                  </a:tcPr>
                </a:tc>
                <a:tc>
                  <a:txBody>
                    <a:bodyPr/>
                    <a:lstStyle/>
                    <a:p>
                      <a:pPr algn="r"/>
                      <a:r>
                        <a:rPr sz="1000">
                          <a:solidFill>
                            <a:srgbClr val="111111"/>
                          </a:solidFill>
                          <a:latin typeface="Century Gothic"/>
                        </a:rPr>
                        <a:t>14</a:t>
                      </a:r>
                    </a:p>
                  </a:txBody>
                  <a:tcPr marL="38100" marR="38100" anchor="ctr">
                    <a:solidFill>
                      <a:srgbClr val="FFFFFF"/>
                    </a:solidFill>
                  </a:tcPr>
                </a:tc>
                <a:extLst>
                  <a:ext uri="{0D108BD9-81ED-4DB2-BD59-A6C34878D82A}">
                    <a16:rowId xmlns:a16="http://schemas.microsoft.com/office/drawing/2014/main" val="10002"/>
                  </a:ext>
                </a:extLst>
              </a:tr>
              <a:tr h="246888">
                <a:tc>
                  <a:txBody>
                    <a:bodyPr/>
                    <a:lstStyle/>
                    <a:p>
                      <a:pPr algn="r"/>
                      <a:r>
                        <a:rPr sz="1000">
                          <a:solidFill>
                            <a:srgbClr val="111111"/>
                          </a:solidFill>
                          <a:latin typeface="Century Gothic"/>
                        </a:rPr>
                        <a:t>3</a:t>
                      </a:r>
                    </a:p>
                  </a:txBody>
                  <a:tcPr marL="38100" marR="38100" anchor="ctr">
                    <a:solidFill>
                      <a:srgbClr val="FFFFFF"/>
                    </a:solidFill>
                  </a:tcPr>
                </a:tc>
                <a:tc>
                  <a:txBody>
                    <a:bodyPr/>
                    <a:lstStyle/>
                    <a:p>
                      <a:pPr algn="l"/>
                      <a:r>
                        <a:rPr sz="1000">
                          <a:solidFill>
                            <a:srgbClr val="111111"/>
                          </a:solidFill>
                          <a:latin typeface="Century Gothic"/>
                        </a:rPr>
                        <a:t>Dome Widgets</a:t>
                      </a:r>
                    </a:p>
                  </a:txBody>
                  <a:tcPr marL="38100" marR="38100" anchor="ctr">
                    <a:solidFill>
                      <a:srgbClr val="FFFFFF"/>
                    </a:solidFill>
                  </a:tcPr>
                </a:tc>
                <a:tc>
                  <a:txBody>
                    <a:bodyPr/>
                    <a:lstStyle/>
                    <a:p>
                      <a:pPr algn="l"/>
                      <a:r>
                        <a:rPr sz="1000">
                          <a:solidFill>
                            <a:srgbClr val="111111"/>
                          </a:solidFill>
                          <a:latin typeface="Century Gothic"/>
                        </a:rPr>
                        <a:t>913 Sorin Street</a:t>
                      </a:r>
                    </a:p>
                  </a:txBody>
                  <a:tcPr marL="38100" marR="38100" anchor="ctr">
                    <a:solidFill>
                      <a:srgbClr val="FFFFFF"/>
                    </a:solidFill>
                  </a:tcPr>
                </a:tc>
                <a:tc>
                  <a:txBody>
                    <a:bodyPr/>
                    <a:lstStyle/>
                    <a:p>
                      <a:pPr algn="l"/>
                      <a:r>
                        <a:rPr sz="1000">
                          <a:solidFill>
                            <a:srgbClr val="111111"/>
                          </a:solidFill>
                          <a:latin typeface="Century Gothic"/>
                        </a:rPr>
                        <a:t>South Bend</a:t>
                      </a:r>
                    </a:p>
                  </a:txBody>
                  <a:tcPr marL="38100" marR="38100" anchor="ctr">
                    <a:solidFill>
                      <a:srgbClr val="FFFFFF"/>
                    </a:solidFill>
                  </a:tcPr>
                </a:tc>
                <a:tc>
                  <a:txBody>
                    <a:bodyPr/>
                    <a:lstStyle/>
                    <a:p>
                      <a:pPr algn="l"/>
                      <a:r>
                        <a:rPr sz="1000">
                          <a:solidFill>
                            <a:srgbClr val="111111"/>
                          </a:solidFill>
                          <a:latin typeface="Century Gothic"/>
                        </a:rPr>
                        <a:t>IN</a:t>
                      </a:r>
                    </a:p>
                  </a:txBody>
                  <a:tcPr marL="38100" marR="38100" anchor="ctr">
                    <a:solidFill>
                      <a:srgbClr val="FFFFFF"/>
                    </a:solidFill>
                  </a:tcPr>
                </a:tc>
                <a:tc>
                  <a:txBody>
                    <a:bodyPr/>
                    <a:lstStyle/>
                    <a:p>
                      <a:pPr algn="r"/>
                      <a:r>
                        <a:rPr sz="1000">
                          <a:solidFill>
                            <a:srgbClr val="111111"/>
                          </a:solidFill>
                          <a:latin typeface="Century Gothic"/>
                        </a:rPr>
                        <a:t>46556</a:t>
                      </a:r>
                    </a:p>
                  </a:txBody>
                  <a:tcPr marL="38100" marR="38100" anchor="ctr">
                    <a:solidFill>
                      <a:srgbClr val="FFFFFF"/>
                    </a:solidFill>
                  </a:tcPr>
                </a:tc>
                <a:tc>
                  <a:txBody>
                    <a:bodyPr/>
                    <a:lstStyle/>
                    <a:p>
                      <a:pPr algn="l"/>
                      <a:r>
                        <a:rPr sz="1000">
                          <a:solidFill>
                            <a:srgbClr val="111111"/>
                          </a:solidFill>
                          <a:latin typeface="Century Gothic"/>
                        </a:rPr>
                        <a:t>(574) 555-5863</a:t>
                      </a:r>
                    </a:p>
                  </a:txBody>
                  <a:tcPr marL="38100" marR="38100" anchor="ctr">
                    <a:solidFill>
                      <a:srgbClr val="FFFFFF"/>
                    </a:solidFill>
                  </a:tcPr>
                </a:tc>
                <a:tc>
                  <a:txBody>
                    <a:bodyPr/>
                    <a:lstStyle/>
                    <a:p>
                      <a:pPr algn="r"/>
                      <a:r>
                        <a:rPr sz="1000">
                          <a:solidFill>
                            <a:srgbClr val="111111"/>
                          </a:solidFill>
                          <a:latin typeface="Century Gothic"/>
                        </a:rPr>
                        <a:t>26</a:t>
                      </a:r>
                    </a:p>
                  </a:txBody>
                  <a:tcPr marL="38100" marR="3810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nvGraphicFramePr>
        <p:xfrm>
          <a:off x="2148840" y="3063240"/>
          <a:ext cx="8686800" cy="987552"/>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658368">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246888">
                <a:tc>
                  <a:txBody>
                    <a:bodyPr/>
                    <a:lstStyle/>
                    <a:p>
                      <a:r>
                        <a:rPr sz="1000" b="1">
                          <a:solidFill>
                            <a:srgbClr val="FFFFFF"/>
                          </a:solidFill>
                          <a:latin typeface="Century Gothic"/>
                        </a:rPr>
                        <a:t>Company ID</a:t>
                      </a:r>
                    </a:p>
                  </a:txBody>
                  <a:tcPr marL="38100" marR="38100" anchor="ctr">
                    <a:solidFill>
                      <a:srgbClr val="000000"/>
                    </a:solidFill>
                  </a:tcPr>
                </a:tc>
                <a:tc>
                  <a:txBody>
                    <a:bodyPr/>
                    <a:lstStyle/>
                    <a:p>
                      <a:r>
                        <a:rPr sz="1000" b="1">
                          <a:solidFill>
                            <a:srgbClr val="FFFFFF"/>
                          </a:solidFill>
                          <a:latin typeface="Century Gothic"/>
                        </a:rPr>
                        <a:t>Company Name</a:t>
                      </a:r>
                    </a:p>
                  </a:txBody>
                  <a:tcPr marL="38100" marR="38100" anchor="ctr">
                    <a:solidFill>
                      <a:srgbClr val="000000"/>
                    </a:solidFill>
                  </a:tcPr>
                </a:tc>
                <a:tc>
                  <a:txBody>
                    <a:bodyPr/>
                    <a:lstStyle/>
                    <a:p>
                      <a:r>
                        <a:rPr sz="1000" b="1">
                          <a:solidFill>
                            <a:srgbClr val="FFFFFF"/>
                          </a:solidFill>
                          <a:latin typeface="Century Gothic"/>
                        </a:rPr>
                        <a:t>Address</a:t>
                      </a:r>
                    </a:p>
                  </a:txBody>
                  <a:tcPr marL="38100" marR="38100" anchor="ctr">
                    <a:solidFill>
                      <a:srgbClr val="000000"/>
                    </a:solidFill>
                  </a:tcPr>
                </a:tc>
                <a:tc>
                  <a:txBody>
                    <a:bodyPr/>
                    <a:lstStyle/>
                    <a:p>
                      <a:r>
                        <a:rPr sz="1000" b="1">
                          <a:solidFill>
                            <a:srgbClr val="FFFFFF"/>
                          </a:solidFill>
                          <a:latin typeface="Century Gothic"/>
                        </a:rPr>
                        <a:t>City</a:t>
                      </a:r>
                    </a:p>
                  </a:txBody>
                  <a:tcPr marL="38100" marR="38100" anchor="ctr">
                    <a:solidFill>
                      <a:srgbClr val="000000"/>
                    </a:solidFill>
                  </a:tcPr>
                </a:tc>
                <a:tc>
                  <a:txBody>
                    <a:bodyPr/>
                    <a:lstStyle/>
                    <a:p>
                      <a:r>
                        <a:rPr sz="1000" b="1">
                          <a:solidFill>
                            <a:srgbClr val="FFFFFF"/>
                          </a:solidFill>
                          <a:latin typeface="Century Gothic"/>
                        </a:rPr>
                        <a:t>State</a:t>
                      </a:r>
                    </a:p>
                  </a:txBody>
                  <a:tcPr marL="38100" marR="38100" anchor="ctr">
                    <a:solidFill>
                      <a:srgbClr val="000000"/>
                    </a:solidFill>
                  </a:tcPr>
                </a:tc>
                <a:tc>
                  <a:txBody>
                    <a:bodyPr/>
                    <a:lstStyle/>
                    <a:p>
                      <a:r>
                        <a:rPr sz="1000" b="1">
                          <a:solidFill>
                            <a:srgbClr val="FFFFFF"/>
                          </a:solidFill>
                          <a:latin typeface="Century Gothic"/>
                        </a:rPr>
                        <a:t>ZIP Code</a:t>
                      </a:r>
                    </a:p>
                  </a:txBody>
                  <a:tcPr marL="38100" marR="38100" anchor="ctr">
                    <a:solidFill>
                      <a:srgbClr val="000000"/>
                    </a:solidFill>
                  </a:tcPr>
                </a:tc>
                <a:tc>
                  <a:txBody>
                    <a:bodyPr/>
                    <a:lstStyle/>
                    <a:p>
                      <a:r>
                        <a:rPr sz="1000" b="1">
                          <a:solidFill>
                            <a:srgbClr val="FFFFFF"/>
                          </a:solidFill>
                          <a:latin typeface="Century Gothic"/>
                        </a:rPr>
                        <a:t>Telephone</a:t>
                      </a:r>
                    </a:p>
                  </a:txBody>
                  <a:tcPr marL="38100" marR="38100" anchor="ctr">
                    <a:solidFill>
                      <a:srgbClr val="000000"/>
                    </a:solidFill>
                  </a:tcPr>
                </a:tc>
                <a:tc>
                  <a:txBody>
                    <a:bodyPr/>
                    <a:lstStyle/>
                    <a:p>
                      <a:r>
                        <a:rPr sz="1000" b="1">
                          <a:solidFill>
                            <a:srgbClr val="FFFFFF"/>
                          </a:solidFill>
                          <a:latin typeface="Century Gothic"/>
                        </a:rPr>
                        <a:t>Sales Rep</a:t>
                      </a:r>
                    </a:p>
                  </a:txBody>
                  <a:tcPr marL="38100" marR="38100" anchor="ctr">
                    <a:solidFill>
                      <a:srgbClr val="000000"/>
                    </a:solidFill>
                  </a:tcPr>
                </a:tc>
                <a:extLst>
                  <a:ext uri="{0D108BD9-81ED-4DB2-BD59-A6C34878D82A}">
                    <a16:rowId xmlns:a16="http://schemas.microsoft.com/office/drawing/2014/main" val="10000"/>
                  </a:ext>
                </a:extLst>
              </a:tr>
              <a:tr h="246888">
                <a:tc>
                  <a:txBody>
                    <a:bodyPr/>
                    <a:lstStyle/>
                    <a:p>
                      <a:pPr algn="r"/>
                      <a:r>
                        <a:rPr sz="1000">
                          <a:solidFill>
                            <a:srgbClr val="111111"/>
                          </a:solidFill>
                          <a:latin typeface="Century Gothic"/>
                        </a:rPr>
                        <a:t>1</a:t>
                      </a:r>
                    </a:p>
                  </a:txBody>
                  <a:tcPr marL="38100" marR="38100" anchor="ctr">
                    <a:solidFill>
                      <a:srgbClr val="FFFFFF"/>
                    </a:solidFill>
                  </a:tcPr>
                </a:tc>
                <a:tc>
                  <a:txBody>
                    <a:bodyPr/>
                    <a:lstStyle/>
                    <a:p>
                      <a:pPr algn="l"/>
                      <a:r>
                        <a:rPr sz="1000">
                          <a:solidFill>
                            <a:srgbClr val="111111"/>
                          </a:solidFill>
                          <a:latin typeface="Century Gothic"/>
                        </a:rPr>
                        <a:t>Acme Widgets</a:t>
                      </a:r>
                    </a:p>
                  </a:txBody>
                  <a:tcPr marL="38100" marR="38100" anchor="ctr">
                    <a:solidFill>
                      <a:srgbClr val="FFFFFF"/>
                    </a:solidFill>
                  </a:tcPr>
                </a:tc>
                <a:tc>
                  <a:txBody>
                    <a:bodyPr/>
                    <a:lstStyle/>
                    <a:p>
                      <a:pPr algn="l"/>
                      <a:r>
                        <a:rPr sz="1000">
                          <a:solidFill>
                            <a:srgbClr val="111111"/>
                          </a:solidFill>
                          <a:latin typeface="Century Gothic"/>
                        </a:rPr>
                        <a:t>234 Main Street</a:t>
                      </a:r>
                    </a:p>
                  </a:txBody>
                  <a:tcPr marL="38100" marR="38100" anchor="ctr">
                    <a:solidFill>
                      <a:srgbClr val="FFFFFF"/>
                    </a:solidFill>
                  </a:tcPr>
                </a:tc>
                <a:tc>
                  <a:txBody>
                    <a:bodyPr/>
                    <a:lstStyle/>
                    <a:p>
                      <a:pPr algn="l"/>
                      <a:r>
                        <a:rPr sz="1000">
                          <a:solidFill>
                            <a:srgbClr val="111111"/>
                          </a:solidFill>
                          <a:latin typeface="Century Gothic"/>
                        </a:rPr>
                        <a:t>Columbia</a:t>
                      </a:r>
                    </a:p>
                  </a:txBody>
                  <a:tcPr marL="38100" marR="38100" anchor="ctr">
                    <a:solidFill>
                      <a:srgbClr val="FFFFFF"/>
                    </a:solidFill>
                  </a:tcPr>
                </a:tc>
                <a:tc>
                  <a:txBody>
                    <a:bodyPr/>
                    <a:lstStyle/>
                    <a:p>
                      <a:pPr algn="l"/>
                      <a:r>
                        <a:rPr sz="1000">
                          <a:solidFill>
                            <a:srgbClr val="111111"/>
                          </a:solidFill>
                          <a:latin typeface="Century Gothic"/>
                        </a:rPr>
                        <a:t>MD</a:t>
                      </a:r>
                    </a:p>
                  </a:txBody>
                  <a:tcPr marL="38100" marR="38100" anchor="ctr">
                    <a:solidFill>
                      <a:srgbClr val="FFFFFF"/>
                    </a:solidFill>
                  </a:tcPr>
                </a:tc>
                <a:tc>
                  <a:txBody>
                    <a:bodyPr/>
                    <a:lstStyle/>
                    <a:p>
                      <a:pPr algn="r"/>
                      <a:r>
                        <a:rPr sz="1000">
                          <a:solidFill>
                            <a:srgbClr val="111111"/>
                          </a:solidFill>
                          <a:latin typeface="Century Gothic"/>
                        </a:rPr>
                        <a:t>21040</a:t>
                      </a:r>
                    </a:p>
                  </a:txBody>
                  <a:tcPr marL="38100" marR="38100" anchor="ctr">
                    <a:solidFill>
                      <a:srgbClr val="FFFFFF"/>
                    </a:solidFill>
                  </a:tcPr>
                </a:tc>
                <a:tc>
                  <a:txBody>
                    <a:bodyPr/>
                    <a:lstStyle/>
                    <a:p>
                      <a:pPr algn="l"/>
                      <a:r>
                        <a:rPr sz="1000">
                          <a:solidFill>
                            <a:srgbClr val="111111"/>
                          </a:solidFill>
                          <a:latin typeface="Century Gothic"/>
                        </a:rPr>
                        <a:t>(301) 555-1212</a:t>
                      </a:r>
                    </a:p>
                  </a:txBody>
                  <a:tcPr marL="38100" marR="38100" anchor="ctr">
                    <a:solidFill>
                      <a:srgbClr val="FFFFFF"/>
                    </a:solidFill>
                  </a:tcPr>
                </a:tc>
                <a:tc>
                  <a:txBody>
                    <a:bodyPr/>
                    <a:lstStyle/>
                    <a:p>
                      <a:pPr algn="r"/>
                      <a:r>
                        <a:rPr sz="1000">
                          <a:solidFill>
                            <a:srgbClr val="111111"/>
                          </a:solidFill>
                          <a:latin typeface="Century Gothic"/>
                        </a:rPr>
                        <a:t>14</a:t>
                      </a:r>
                    </a:p>
                  </a:txBody>
                  <a:tcPr marL="38100" marR="38100" anchor="ctr">
                    <a:solidFill>
                      <a:srgbClr val="FFFFFF"/>
                    </a:solidFill>
                  </a:tcPr>
                </a:tc>
                <a:extLst>
                  <a:ext uri="{0D108BD9-81ED-4DB2-BD59-A6C34878D82A}">
                    <a16:rowId xmlns:a16="http://schemas.microsoft.com/office/drawing/2014/main" val="10001"/>
                  </a:ext>
                </a:extLst>
              </a:tr>
              <a:tr h="246888">
                <a:tc>
                  <a:txBody>
                    <a:bodyPr/>
                    <a:lstStyle/>
                    <a:p>
                      <a:pPr algn="r"/>
                      <a:r>
                        <a:rPr sz="1000">
                          <a:solidFill>
                            <a:srgbClr val="111111"/>
                          </a:solidFill>
                          <a:latin typeface="Century Gothic"/>
                        </a:rPr>
                        <a:t>2</a:t>
                      </a:r>
                    </a:p>
                  </a:txBody>
                  <a:tcPr marL="38100" marR="38100" anchor="ctr">
                    <a:solidFill>
                      <a:srgbClr val="FFFFFF"/>
                    </a:solidFill>
                  </a:tcPr>
                </a:tc>
                <a:tc>
                  <a:txBody>
                    <a:bodyPr/>
                    <a:lstStyle/>
                    <a:p>
                      <a:pPr algn="l"/>
                      <a:r>
                        <a:rPr sz="1000">
                          <a:solidFill>
                            <a:srgbClr val="111111"/>
                          </a:solidFill>
                          <a:latin typeface="Century Gothic"/>
                        </a:rPr>
                        <a:t>Abrams Consulting</a:t>
                      </a:r>
                    </a:p>
                  </a:txBody>
                  <a:tcPr marL="38100" marR="38100" anchor="ctr">
                    <a:solidFill>
                      <a:srgbClr val="FFFFFF"/>
                    </a:solidFill>
                  </a:tcPr>
                </a:tc>
                <a:tc>
                  <a:txBody>
                    <a:bodyPr/>
                    <a:lstStyle/>
                    <a:p>
                      <a:pPr algn="l"/>
                      <a:r>
                        <a:rPr sz="1000">
                          <a:solidFill>
                            <a:srgbClr val="111111"/>
                          </a:solidFill>
                          <a:latin typeface="Century Gothic"/>
                        </a:rPr>
                        <a:t>1024 Sample Street</a:t>
                      </a:r>
                    </a:p>
                  </a:txBody>
                  <a:tcPr marL="38100" marR="38100" anchor="ctr">
                    <a:solidFill>
                      <a:srgbClr val="FFFFFF"/>
                    </a:solidFill>
                  </a:tcPr>
                </a:tc>
                <a:tc>
                  <a:txBody>
                    <a:bodyPr/>
                    <a:lstStyle/>
                    <a:p>
                      <a:pPr algn="l"/>
                      <a:r>
                        <a:rPr sz="1000">
                          <a:solidFill>
                            <a:srgbClr val="111111"/>
                          </a:solidFill>
                          <a:latin typeface="Century Gothic"/>
                        </a:rPr>
                        <a:t>Miami</a:t>
                      </a:r>
                    </a:p>
                  </a:txBody>
                  <a:tcPr marL="38100" marR="38100" anchor="ctr">
                    <a:solidFill>
                      <a:srgbClr val="FFFFFF"/>
                    </a:solidFill>
                  </a:tcPr>
                </a:tc>
                <a:tc>
                  <a:txBody>
                    <a:bodyPr/>
                    <a:lstStyle/>
                    <a:p>
                      <a:pPr algn="l"/>
                      <a:r>
                        <a:rPr sz="1000">
                          <a:solidFill>
                            <a:srgbClr val="111111"/>
                          </a:solidFill>
                          <a:latin typeface="Century Gothic"/>
                        </a:rPr>
                        <a:t>FL</a:t>
                      </a:r>
                    </a:p>
                  </a:txBody>
                  <a:tcPr marL="38100" marR="38100" anchor="ctr">
                    <a:solidFill>
                      <a:srgbClr val="FFFFFF"/>
                    </a:solidFill>
                  </a:tcPr>
                </a:tc>
                <a:tc>
                  <a:txBody>
                    <a:bodyPr/>
                    <a:lstStyle/>
                    <a:p>
                      <a:pPr algn="r"/>
                      <a:r>
                        <a:rPr sz="1000">
                          <a:solidFill>
                            <a:srgbClr val="111111"/>
                          </a:solidFill>
                          <a:latin typeface="Century Gothic"/>
                        </a:rPr>
                        <a:t>33131</a:t>
                      </a:r>
                    </a:p>
                  </a:txBody>
                  <a:tcPr marL="38100" marR="38100" anchor="ctr">
                    <a:solidFill>
                      <a:srgbClr val="FFFFFF"/>
                    </a:solidFill>
                  </a:tcPr>
                </a:tc>
                <a:tc>
                  <a:txBody>
                    <a:bodyPr/>
                    <a:lstStyle/>
                    <a:p>
                      <a:pPr algn="l"/>
                      <a:r>
                        <a:rPr sz="1000">
                          <a:solidFill>
                            <a:srgbClr val="111111"/>
                          </a:solidFill>
                          <a:latin typeface="Century Gothic"/>
                        </a:rPr>
                        <a:t>(305) 555-1995</a:t>
                      </a:r>
                    </a:p>
                  </a:txBody>
                  <a:tcPr marL="38100" marR="38100" anchor="ctr">
                    <a:solidFill>
                      <a:srgbClr val="FFFFFF"/>
                    </a:solidFill>
                  </a:tcPr>
                </a:tc>
                <a:tc>
                  <a:txBody>
                    <a:bodyPr/>
                    <a:lstStyle/>
                    <a:p>
                      <a:pPr algn="r"/>
                      <a:r>
                        <a:rPr sz="1000">
                          <a:solidFill>
                            <a:srgbClr val="111111"/>
                          </a:solidFill>
                          <a:latin typeface="Century Gothic"/>
                        </a:rPr>
                        <a:t>14</a:t>
                      </a:r>
                    </a:p>
                  </a:txBody>
                  <a:tcPr marL="38100" marR="38100" anchor="ctr">
                    <a:solidFill>
                      <a:srgbClr val="FFFFFF"/>
                    </a:solidFill>
                  </a:tcPr>
                </a:tc>
                <a:extLst>
                  <a:ext uri="{0D108BD9-81ED-4DB2-BD59-A6C34878D82A}">
                    <a16:rowId xmlns:a16="http://schemas.microsoft.com/office/drawing/2014/main" val="10002"/>
                  </a:ext>
                </a:extLst>
              </a:tr>
              <a:tr h="246888">
                <a:tc>
                  <a:txBody>
                    <a:bodyPr/>
                    <a:lstStyle/>
                    <a:p>
                      <a:pPr algn="r"/>
                      <a:r>
                        <a:rPr sz="1000">
                          <a:solidFill>
                            <a:srgbClr val="111111"/>
                          </a:solidFill>
                          <a:latin typeface="Century Gothic"/>
                        </a:rPr>
                        <a:t>3</a:t>
                      </a:r>
                    </a:p>
                  </a:txBody>
                  <a:tcPr marL="38100" marR="38100" anchor="ctr">
                    <a:solidFill>
                      <a:srgbClr val="FFFFFF"/>
                    </a:solidFill>
                  </a:tcPr>
                </a:tc>
                <a:tc>
                  <a:txBody>
                    <a:bodyPr/>
                    <a:lstStyle/>
                    <a:p>
                      <a:pPr algn="l"/>
                      <a:r>
                        <a:rPr sz="1000">
                          <a:solidFill>
                            <a:srgbClr val="111111"/>
                          </a:solidFill>
                          <a:latin typeface="Century Gothic"/>
                        </a:rPr>
                        <a:t>Dome Widgets</a:t>
                      </a:r>
                    </a:p>
                  </a:txBody>
                  <a:tcPr marL="38100" marR="38100" anchor="ctr">
                    <a:solidFill>
                      <a:srgbClr val="FFFFFF"/>
                    </a:solidFill>
                  </a:tcPr>
                </a:tc>
                <a:tc>
                  <a:txBody>
                    <a:bodyPr/>
                    <a:lstStyle/>
                    <a:p>
                      <a:pPr algn="l"/>
                      <a:r>
                        <a:rPr sz="1000">
                          <a:solidFill>
                            <a:srgbClr val="111111"/>
                          </a:solidFill>
                          <a:latin typeface="Century Gothic"/>
                        </a:rPr>
                        <a:t>913 Sorin Street</a:t>
                      </a:r>
                    </a:p>
                  </a:txBody>
                  <a:tcPr marL="38100" marR="38100" anchor="ctr">
                    <a:solidFill>
                      <a:srgbClr val="FFFFFF"/>
                    </a:solidFill>
                  </a:tcPr>
                </a:tc>
                <a:tc>
                  <a:txBody>
                    <a:bodyPr/>
                    <a:lstStyle/>
                    <a:p>
                      <a:pPr algn="l"/>
                      <a:r>
                        <a:rPr sz="1000">
                          <a:solidFill>
                            <a:srgbClr val="111111"/>
                          </a:solidFill>
                          <a:latin typeface="Century Gothic"/>
                        </a:rPr>
                        <a:t>South Bend</a:t>
                      </a:r>
                    </a:p>
                  </a:txBody>
                  <a:tcPr marL="38100" marR="38100" anchor="ctr">
                    <a:solidFill>
                      <a:srgbClr val="FFFFFF"/>
                    </a:solidFill>
                  </a:tcPr>
                </a:tc>
                <a:tc>
                  <a:txBody>
                    <a:bodyPr/>
                    <a:lstStyle/>
                    <a:p>
                      <a:pPr algn="l"/>
                      <a:r>
                        <a:rPr sz="1000">
                          <a:solidFill>
                            <a:srgbClr val="111111"/>
                          </a:solidFill>
                          <a:latin typeface="Century Gothic"/>
                        </a:rPr>
                        <a:t>IN</a:t>
                      </a:r>
                    </a:p>
                  </a:txBody>
                  <a:tcPr marL="38100" marR="38100" anchor="ctr">
                    <a:solidFill>
                      <a:srgbClr val="FFFFFF"/>
                    </a:solidFill>
                  </a:tcPr>
                </a:tc>
                <a:tc>
                  <a:txBody>
                    <a:bodyPr/>
                    <a:lstStyle/>
                    <a:p>
                      <a:pPr algn="r"/>
                      <a:r>
                        <a:rPr sz="1000">
                          <a:solidFill>
                            <a:srgbClr val="111111"/>
                          </a:solidFill>
                          <a:latin typeface="Century Gothic"/>
                        </a:rPr>
                        <a:t>46556</a:t>
                      </a:r>
                    </a:p>
                  </a:txBody>
                  <a:tcPr marL="38100" marR="38100" anchor="ctr">
                    <a:solidFill>
                      <a:srgbClr val="FFFFFF"/>
                    </a:solidFill>
                  </a:tcPr>
                </a:tc>
                <a:tc>
                  <a:txBody>
                    <a:bodyPr/>
                    <a:lstStyle/>
                    <a:p>
                      <a:pPr algn="l"/>
                      <a:r>
                        <a:rPr sz="1000">
                          <a:solidFill>
                            <a:srgbClr val="111111"/>
                          </a:solidFill>
                          <a:latin typeface="Century Gothic"/>
                        </a:rPr>
                        <a:t>(574) 555-5863</a:t>
                      </a:r>
                    </a:p>
                  </a:txBody>
                  <a:tcPr marL="38100" marR="38100" anchor="ctr">
                    <a:solidFill>
                      <a:srgbClr val="FFFFFF"/>
                    </a:solidFill>
                  </a:tcPr>
                </a:tc>
                <a:tc>
                  <a:txBody>
                    <a:bodyPr/>
                    <a:lstStyle/>
                    <a:p>
                      <a:pPr algn="r"/>
                      <a:r>
                        <a:rPr sz="1000">
                          <a:solidFill>
                            <a:srgbClr val="111111"/>
                          </a:solidFill>
                          <a:latin typeface="Century Gothic"/>
                        </a:rPr>
                        <a:t>26</a:t>
                      </a:r>
                    </a:p>
                  </a:txBody>
                  <a:tcPr marL="38100" marR="3810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nvGraphicFramePr>
        <p:xfrm>
          <a:off x="2148840" y="4526280"/>
          <a:ext cx="8686800" cy="987552"/>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658368">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246888">
                <a:tc>
                  <a:txBody>
                    <a:bodyPr/>
                    <a:lstStyle/>
                    <a:p>
                      <a:r>
                        <a:rPr sz="1000" b="1">
                          <a:solidFill>
                            <a:srgbClr val="FFFFFF"/>
                          </a:solidFill>
                          <a:latin typeface="Century Gothic"/>
                        </a:rPr>
                        <a:t>Company ID</a:t>
                      </a:r>
                    </a:p>
                  </a:txBody>
                  <a:tcPr marL="38100" marR="38100" anchor="ctr">
                    <a:solidFill>
                      <a:srgbClr val="000000"/>
                    </a:solidFill>
                  </a:tcPr>
                </a:tc>
                <a:tc>
                  <a:txBody>
                    <a:bodyPr/>
                    <a:lstStyle/>
                    <a:p>
                      <a:r>
                        <a:rPr sz="1000" b="1">
                          <a:solidFill>
                            <a:srgbClr val="FFFFFF"/>
                          </a:solidFill>
                          <a:latin typeface="Century Gothic"/>
                        </a:rPr>
                        <a:t>Company Name</a:t>
                      </a:r>
                    </a:p>
                  </a:txBody>
                  <a:tcPr marL="38100" marR="38100" anchor="ctr">
                    <a:solidFill>
                      <a:srgbClr val="000000"/>
                    </a:solidFill>
                  </a:tcPr>
                </a:tc>
                <a:tc>
                  <a:txBody>
                    <a:bodyPr/>
                    <a:lstStyle/>
                    <a:p>
                      <a:r>
                        <a:rPr sz="1000" b="1">
                          <a:solidFill>
                            <a:srgbClr val="FFFFFF"/>
                          </a:solidFill>
                          <a:latin typeface="Century Gothic"/>
                        </a:rPr>
                        <a:t>Address</a:t>
                      </a:r>
                    </a:p>
                  </a:txBody>
                  <a:tcPr marL="38100" marR="38100" anchor="ctr">
                    <a:solidFill>
                      <a:srgbClr val="000000"/>
                    </a:solidFill>
                  </a:tcPr>
                </a:tc>
                <a:tc>
                  <a:txBody>
                    <a:bodyPr/>
                    <a:lstStyle/>
                    <a:p>
                      <a:r>
                        <a:rPr sz="1000" b="1">
                          <a:solidFill>
                            <a:srgbClr val="FFFFFF"/>
                          </a:solidFill>
                          <a:latin typeface="Century Gothic"/>
                        </a:rPr>
                        <a:t>City</a:t>
                      </a:r>
                    </a:p>
                  </a:txBody>
                  <a:tcPr marL="38100" marR="38100" anchor="ctr">
                    <a:solidFill>
                      <a:srgbClr val="000000"/>
                    </a:solidFill>
                  </a:tcPr>
                </a:tc>
                <a:tc>
                  <a:txBody>
                    <a:bodyPr/>
                    <a:lstStyle/>
                    <a:p>
                      <a:r>
                        <a:rPr sz="1000" b="1">
                          <a:solidFill>
                            <a:srgbClr val="FFFFFF"/>
                          </a:solidFill>
                          <a:latin typeface="Century Gothic"/>
                        </a:rPr>
                        <a:t>State</a:t>
                      </a:r>
                    </a:p>
                  </a:txBody>
                  <a:tcPr marL="38100" marR="38100" anchor="ctr">
                    <a:solidFill>
                      <a:srgbClr val="000000"/>
                    </a:solidFill>
                  </a:tcPr>
                </a:tc>
                <a:tc>
                  <a:txBody>
                    <a:bodyPr/>
                    <a:lstStyle/>
                    <a:p>
                      <a:r>
                        <a:rPr sz="1000" b="1">
                          <a:solidFill>
                            <a:srgbClr val="FFFFFF"/>
                          </a:solidFill>
                          <a:latin typeface="Century Gothic"/>
                        </a:rPr>
                        <a:t>ZIP Code</a:t>
                      </a:r>
                    </a:p>
                  </a:txBody>
                  <a:tcPr marL="38100" marR="38100" anchor="ctr">
                    <a:solidFill>
                      <a:srgbClr val="000000"/>
                    </a:solidFill>
                  </a:tcPr>
                </a:tc>
                <a:tc>
                  <a:txBody>
                    <a:bodyPr/>
                    <a:lstStyle/>
                    <a:p>
                      <a:r>
                        <a:rPr sz="1000" b="1">
                          <a:solidFill>
                            <a:srgbClr val="FFFFFF"/>
                          </a:solidFill>
                          <a:latin typeface="Century Gothic"/>
                        </a:rPr>
                        <a:t>Telephone</a:t>
                      </a:r>
                    </a:p>
                  </a:txBody>
                  <a:tcPr marL="38100" marR="38100" anchor="ctr">
                    <a:solidFill>
                      <a:srgbClr val="000000"/>
                    </a:solidFill>
                  </a:tcPr>
                </a:tc>
                <a:tc>
                  <a:txBody>
                    <a:bodyPr/>
                    <a:lstStyle/>
                    <a:p>
                      <a:r>
                        <a:rPr sz="1000" b="1">
                          <a:solidFill>
                            <a:srgbClr val="FFFFFF"/>
                          </a:solidFill>
                          <a:latin typeface="Century Gothic"/>
                        </a:rPr>
                        <a:t>Sales Rep</a:t>
                      </a:r>
                    </a:p>
                  </a:txBody>
                  <a:tcPr marL="38100" marR="38100" anchor="ctr">
                    <a:solidFill>
                      <a:srgbClr val="000000"/>
                    </a:solidFill>
                  </a:tcPr>
                </a:tc>
                <a:extLst>
                  <a:ext uri="{0D108BD9-81ED-4DB2-BD59-A6C34878D82A}">
                    <a16:rowId xmlns:a16="http://schemas.microsoft.com/office/drawing/2014/main" val="10000"/>
                  </a:ext>
                </a:extLst>
              </a:tr>
              <a:tr h="246888">
                <a:tc>
                  <a:txBody>
                    <a:bodyPr/>
                    <a:lstStyle/>
                    <a:p>
                      <a:pPr algn="r"/>
                      <a:r>
                        <a:rPr sz="1000">
                          <a:solidFill>
                            <a:srgbClr val="111111"/>
                          </a:solidFill>
                          <a:latin typeface="Century Gothic"/>
                        </a:rPr>
                        <a:t>1</a:t>
                      </a:r>
                    </a:p>
                  </a:txBody>
                  <a:tcPr marL="38100" marR="38100" anchor="ctr">
                    <a:solidFill>
                      <a:srgbClr val="FFFFFF"/>
                    </a:solidFill>
                  </a:tcPr>
                </a:tc>
                <a:tc>
                  <a:txBody>
                    <a:bodyPr/>
                    <a:lstStyle/>
                    <a:p>
                      <a:pPr algn="l"/>
                      <a:r>
                        <a:rPr sz="1000">
                          <a:solidFill>
                            <a:srgbClr val="111111"/>
                          </a:solidFill>
                          <a:latin typeface="Century Gothic"/>
                        </a:rPr>
                        <a:t>Acme Widgets</a:t>
                      </a:r>
                    </a:p>
                  </a:txBody>
                  <a:tcPr marL="38100" marR="38100" anchor="ctr">
                    <a:solidFill>
                      <a:srgbClr val="FFFFFF"/>
                    </a:solidFill>
                  </a:tcPr>
                </a:tc>
                <a:tc>
                  <a:txBody>
                    <a:bodyPr/>
                    <a:lstStyle/>
                    <a:p>
                      <a:pPr algn="l"/>
                      <a:r>
                        <a:rPr sz="1000">
                          <a:solidFill>
                            <a:srgbClr val="111111"/>
                          </a:solidFill>
                          <a:latin typeface="Century Gothic"/>
                        </a:rPr>
                        <a:t>234 Main Street</a:t>
                      </a:r>
                    </a:p>
                  </a:txBody>
                  <a:tcPr marL="38100" marR="38100" anchor="ctr">
                    <a:solidFill>
                      <a:srgbClr val="FFFFFF"/>
                    </a:solidFill>
                  </a:tcPr>
                </a:tc>
                <a:tc>
                  <a:txBody>
                    <a:bodyPr/>
                    <a:lstStyle/>
                    <a:p>
                      <a:pPr algn="l"/>
                      <a:r>
                        <a:rPr sz="1000">
                          <a:solidFill>
                            <a:srgbClr val="111111"/>
                          </a:solidFill>
                          <a:latin typeface="Century Gothic"/>
                        </a:rPr>
                        <a:t>Columbia</a:t>
                      </a:r>
                    </a:p>
                  </a:txBody>
                  <a:tcPr marL="38100" marR="38100" anchor="ctr">
                    <a:solidFill>
                      <a:srgbClr val="FFFFFF"/>
                    </a:solidFill>
                  </a:tcPr>
                </a:tc>
                <a:tc>
                  <a:txBody>
                    <a:bodyPr/>
                    <a:lstStyle/>
                    <a:p>
                      <a:pPr algn="l"/>
                      <a:r>
                        <a:rPr sz="1000">
                          <a:solidFill>
                            <a:srgbClr val="111111"/>
                          </a:solidFill>
                          <a:latin typeface="Century Gothic"/>
                        </a:rPr>
                        <a:t>MD</a:t>
                      </a:r>
                    </a:p>
                  </a:txBody>
                  <a:tcPr marL="38100" marR="38100" anchor="ctr">
                    <a:solidFill>
                      <a:srgbClr val="FFFFFF"/>
                    </a:solidFill>
                  </a:tcPr>
                </a:tc>
                <a:tc>
                  <a:txBody>
                    <a:bodyPr/>
                    <a:lstStyle/>
                    <a:p>
                      <a:pPr algn="r"/>
                      <a:r>
                        <a:rPr sz="1000">
                          <a:solidFill>
                            <a:srgbClr val="111111"/>
                          </a:solidFill>
                          <a:latin typeface="Century Gothic"/>
                        </a:rPr>
                        <a:t>21040</a:t>
                      </a:r>
                    </a:p>
                  </a:txBody>
                  <a:tcPr marL="38100" marR="38100" anchor="ctr">
                    <a:solidFill>
                      <a:srgbClr val="FFFFFF"/>
                    </a:solidFill>
                  </a:tcPr>
                </a:tc>
                <a:tc>
                  <a:txBody>
                    <a:bodyPr/>
                    <a:lstStyle/>
                    <a:p>
                      <a:pPr algn="l"/>
                      <a:r>
                        <a:rPr sz="1000">
                          <a:solidFill>
                            <a:srgbClr val="111111"/>
                          </a:solidFill>
                          <a:latin typeface="Century Gothic"/>
                        </a:rPr>
                        <a:t>(301) 555-1212</a:t>
                      </a:r>
                    </a:p>
                  </a:txBody>
                  <a:tcPr marL="38100" marR="38100" anchor="ctr">
                    <a:solidFill>
                      <a:srgbClr val="FFFFFF"/>
                    </a:solidFill>
                  </a:tcPr>
                </a:tc>
                <a:tc>
                  <a:txBody>
                    <a:bodyPr/>
                    <a:lstStyle/>
                    <a:p>
                      <a:pPr algn="r"/>
                      <a:r>
                        <a:rPr sz="1000">
                          <a:solidFill>
                            <a:srgbClr val="111111"/>
                          </a:solidFill>
                          <a:latin typeface="Century Gothic"/>
                        </a:rPr>
                        <a:t>14</a:t>
                      </a:r>
                    </a:p>
                  </a:txBody>
                  <a:tcPr marL="38100" marR="38100" anchor="ctr">
                    <a:solidFill>
                      <a:srgbClr val="FFFFFF"/>
                    </a:solidFill>
                  </a:tcPr>
                </a:tc>
                <a:extLst>
                  <a:ext uri="{0D108BD9-81ED-4DB2-BD59-A6C34878D82A}">
                    <a16:rowId xmlns:a16="http://schemas.microsoft.com/office/drawing/2014/main" val="10001"/>
                  </a:ext>
                </a:extLst>
              </a:tr>
              <a:tr h="246888">
                <a:tc>
                  <a:txBody>
                    <a:bodyPr/>
                    <a:lstStyle/>
                    <a:p>
                      <a:pPr algn="r"/>
                      <a:r>
                        <a:rPr sz="1000">
                          <a:solidFill>
                            <a:srgbClr val="111111"/>
                          </a:solidFill>
                          <a:latin typeface="Century Gothic"/>
                        </a:rPr>
                        <a:t>2</a:t>
                      </a:r>
                    </a:p>
                  </a:txBody>
                  <a:tcPr marL="38100" marR="38100" anchor="ctr">
                    <a:solidFill>
                      <a:srgbClr val="FFFFFF"/>
                    </a:solidFill>
                  </a:tcPr>
                </a:tc>
                <a:tc>
                  <a:txBody>
                    <a:bodyPr/>
                    <a:lstStyle/>
                    <a:p>
                      <a:pPr algn="l"/>
                      <a:r>
                        <a:rPr sz="1000">
                          <a:solidFill>
                            <a:srgbClr val="111111"/>
                          </a:solidFill>
                          <a:latin typeface="Century Gothic"/>
                        </a:rPr>
                        <a:t>Abrams Consulting</a:t>
                      </a:r>
                    </a:p>
                  </a:txBody>
                  <a:tcPr marL="38100" marR="38100" anchor="ctr">
                    <a:solidFill>
                      <a:srgbClr val="FFFFFF"/>
                    </a:solidFill>
                  </a:tcPr>
                </a:tc>
                <a:tc>
                  <a:txBody>
                    <a:bodyPr/>
                    <a:lstStyle/>
                    <a:p>
                      <a:pPr algn="l"/>
                      <a:r>
                        <a:rPr sz="1000">
                          <a:solidFill>
                            <a:srgbClr val="111111"/>
                          </a:solidFill>
                          <a:latin typeface="Century Gothic"/>
                        </a:rPr>
                        <a:t>1024 Sample Street</a:t>
                      </a:r>
                    </a:p>
                  </a:txBody>
                  <a:tcPr marL="38100" marR="38100" anchor="ctr">
                    <a:solidFill>
                      <a:srgbClr val="FFFFFF"/>
                    </a:solidFill>
                  </a:tcPr>
                </a:tc>
                <a:tc>
                  <a:txBody>
                    <a:bodyPr/>
                    <a:lstStyle/>
                    <a:p>
                      <a:pPr algn="l"/>
                      <a:r>
                        <a:rPr sz="1000">
                          <a:solidFill>
                            <a:srgbClr val="111111"/>
                          </a:solidFill>
                          <a:latin typeface="Century Gothic"/>
                        </a:rPr>
                        <a:t>Miami</a:t>
                      </a:r>
                    </a:p>
                  </a:txBody>
                  <a:tcPr marL="38100" marR="38100" anchor="ctr">
                    <a:solidFill>
                      <a:srgbClr val="FFFFFF"/>
                    </a:solidFill>
                  </a:tcPr>
                </a:tc>
                <a:tc>
                  <a:txBody>
                    <a:bodyPr/>
                    <a:lstStyle/>
                    <a:p>
                      <a:pPr algn="l"/>
                      <a:r>
                        <a:rPr sz="1000">
                          <a:solidFill>
                            <a:srgbClr val="111111"/>
                          </a:solidFill>
                          <a:latin typeface="Century Gothic"/>
                        </a:rPr>
                        <a:t>FL</a:t>
                      </a:r>
                    </a:p>
                  </a:txBody>
                  <a:tcPr marL="38100" marR="38100" anchor="ctr">
                    <a:solidFill>
                      <a:srgbClr val="FFFFFF"/>
                    </a:solidFill>
                  </a:tcPr>
                </a:tc>
                <a:tc>
                  <a:txBody>
                    <a:bodyPr/>
                    <a:lstStyle/>
                    <a:p>
                      <a:pPr algn="r"/>
                      <a:r>
                        <a:rPr sz="1000">
                          <a:solidFill>
                            <a:srgbClr val="111111"/>
                          </a:solidFill>
                          <a:latin typeface="Century Gothic"/>
                        </a:rPr>
                        <a:t>33131</a:t>
                      </a:r>
                    </a:p>
                  </a:txBody>
                  <a:tcPr marL="38100" marR="38100" anchor="ctr">
                    <a:solidFill>
                      <a:srgbClr val="FFFFFF"/>
                    </a:solidFill>
                  </a:tcPr>
                </a:tc>
                <a:tc>
                  <a:txBody>
                    <a:bodyPr/>
                    <a:lstStyle/>
                    <a:p>
                      <a:pPr algn="l"/>
                      <a:r>
                        <a:rPr sz="1000">
                          <a:solidFill>
                            <a:srgbClr val="111111"/>
                          </a:solidFill>
                          <a:latin typeface="Century Gothic"/>
                        </a:rPr>
                        <a:t>(305) 555-1995</a:t>
                      </a:r>
                    </a:p>
                  </a:txBody>
                  <a:tcPr marL="38100" marR="38100" anchor="ctr">
                    <a:solidFill>
                      <a:srgbClr val="FFFFFF"/>
                    </a:solidFill>
                  </a:tcPr>
                </a:tc>
                <a:tc>
                  <a:txBody>
                    <a:bodyPr/>
                    <a:lstStyle/>
                    <a:p>
                      <a:pPr algn="r"/>
                      <a:r>
                        <a:rPr sz="1000">
                          <a:solidFill>
                            <a:srgbClr val="111111"/>
                          </a:solidFill>
                          <a:latin typeface="Century Gothic"/>
                        </a:rPr>
                        <a:t>14</a:t>
                      </a:r>
                    </a:p>
                  </a:txBody>
                  <a:tcPr marL="38100" marR="38100" anchor="ctr">
                    <a:solidFill>
                      <a:srgbClr val="FFFFFF"/>
                    </a:solidFill>
                  </a:tcPr>
                </a:tc>
                <a:extLst>
                  <a:ext uri="{0D108BD9-81ED-4DB2-BD59-A6C34878D82A}">
                    <a16:rowId xmlns:a16="http://schemas.microsoft.com/office/drawing/2014/main" val="10002"/>
                  </a:ext>
                </a:extLst>
              </a:tr>
              <a:tr h="246888">
                <a:tc>
                  <a:txBody>
                    <a:bodyPr/>
                    <a:lstStyle/>
                    <a:p>
                      <a:pPr algn="r"/>
                      <a:r>
                        <a:rPr sz="1000">
                          <a:solidFill>
                            <a:srgbClr val="111111"/>
                          </a:solidFill>
                          <a:latin typeface="Century Gothic"/>
                        </a:rPr>
                        <a:t>3</a:t>
                      </a:r>
                    </a:p>
                  </a:txBody>
                  <a:tcPr marL="38100" marR="38100" anchor="ctr">
                    <a:solidFill>
                      <a:srgbClr val="FFFFFF"/>
                    </a:solidFill>
                  </a:tcPr>
                </a:tc>
                <a:tc>
                  <a:txBody>
                    <a:bodyPr/>
                    <a:lstStyle/>
                    <a:p>
                      <a:pPr algn="l"/>
                      <a:r>
                        <a:rPr sz="1000">
                          <a:solidFill>
                            <a:srgbClr val="111111"/>
                          </a:solidFill>
                          <a:latin typeface="Century Gothic"/>
                        </a:rPr>
                        <a:t>Dome Widgets</a:t>
                      </a:r>
                    </a:p>
                  </a:txBody>
                  <a:tcPr marL="38100" marR="38100" anchor="ctr">
                    <a:solidFill>
                      <a:srgbClr val="FFFFFF"/>
                    </a:solidFill>
                  </a:tcPr>
                </a:tc>
                <a:tc>
                  <a:txBody>
                    <a:bodyPr/>
                    <a:lstStyle/>
                    <a:p>
                      <a:pPr algn="l"/>
                      <a:r>
                        <a:rPr sz="1000">
                          <a:solidFill>
                            <a:srgbClr val="111111"/>
                          </a:solidFill>
                          <a:latin typeface="Century Gothic"/>
                        </a:rPr>
                        <a:t>913 Sorin Street</a:t>
                      </a:r>
                    </a:p>
                  </a:txBody>
                  <a:tcPr marL="38100" marR="38100" anchor="ctr">
                    <a:solidFill>
                      <a:srgbClr val="FFFFFF"/>
                    </a:solidFill>
                  </a:tcPr>
                </a:tc>
                <a:tc>
                  <a:txBody>
                    <a:bodyPr/>
                    <a:lstStyle/>
                    <a:p>
                      <a:pPr algn="l"/>
                      <a:r>
                        <a:rPr sz="1000">
                          <a:solidFill>
                            <a:srgbClr val="111111"/>
                          </a:solidFill>
                          <a:latin typeface="Century Gothic"/>
                        </a:rPr>
                        <a:t>South Bend</a:t>
                      </a:r>
                    </a:p>
                  </a:txBody>
                  <a:tcPr marL="38100" marR="38100" anchor="ctr">
                    <a:solidFill>
                      <a:srgbClr val="FFFFFF"/>
                    </a:solidFill>
                  </a:tcPr>
                </a:tc>
                <a:tc>
                  <a:txBody>
                    <a:bodyPr/>
                    <a:lstStyle/>
                    <a:p>
                      <a:pPr algn="l"/>
                      <a:r>
                        <a:rPr sz="1000">
                          <a:solidFill>
                            <a:srgbClr val="111111"/>
                          </a:solidFill>
                          <a:latin typeface="Century Gothic"/>
                        </a:rPr>
                        <a:t>IN</a:t>
                      </a:r>
                    </a:p>
                  </a:txBody>
                  <a:tcPr marL="38100" marR="38100" anchor="ctr">
                    <a:solidFill>
                      <a:srgbClr val="FFFFFF"/>
                    </a:solidFill>
                  </a:tcPr>
                </a:tc>
                <a:tc>
                  <a:txBody>
                    <a:bodyPr/>
                    <a:lstStyle/>
                    <a:p>
                      <a:pPr algn="r"/>
                      <a:r>
                        <a:rPr sz="1000">
                          <a:solidFill>
                            <a:srgbClr val="111111"/>
                          </a:solidFill>
                          <a:latin typeface="Century Gothic"/>
                        </a:rPr>
                        <a:t>46556</a:t>
                      </a:r>
                    </a:p>
                  </a:txBody>
                  <a:tcPr marL="38100" marR="38100" anchor="ctr">
                    <a:solidFill>
                      <a:srgbClr val="FFFFFF"/>
                    </a:solidFill>
                  </a:tcPr>
                </a:tc>
                <a:tc>
                  <a:txBody>
                    <a:bodyPr/>
                    <a:lstStyle/>
                    <a:p>
                      <a:pPr algn="l"/>
                      <a:r>
                        <a:rPr sz="1000">
                          <a:solidFill>
                            <a:srgbClr val="111111"/>
                          </a:solidFill>
                          <a:latin typeface="Century Gothic"/>
                        </a:rPr>
                        <a:t>(574) 555-5863</a:t>
                      </a:r>
                    </a:p>
                  </a:txBody>
                  <a:tcPr marL="38100" marR="38100" anchor="ctr">
                    <a:solidFill>
                      <a:srgbClr val="FFFFFF"/>
                    </a:solidFill>
                  </a:tcPr>
                </a:tc>
                <a:tc>
                  <a:txBody>
                    <a:bodyPr/>
                    <a:lstStyle/>
                    <a:p>
                      <a:pPr algn="r"/>
                      <a:r>
                        <a:rPr sz="1000">
                          <a:solidFill>
                            <a:srgbClr val="111111"/>
                          </a:solidFill>
                          <a:latin typeface="Century Gothic"/>
                        </a:rPr>
                        <a:t>26</a:t>
                      </a:r>
                    </a:p>
                  </a:txBody>
                  <a:tcPr marL="38100" marR="3810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457200" y="1783080"/>
            <a:ext cx="1645920" cy="45720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FF1818"/>
                </a:solidFill>
                <a:effectLst/>
                <a:uLnTx/>
                <a:uFillTx/>
                <a:latin typeface="Segoe Print"/>
                <a:ea typeface="+mn-ea"/>
                <a:cs typeface="+mn-cs"/>
              </a:rPr>
              <a:t>table</a:t>
            </a:r>
          </a:p>
        </p:txBody>
      </p:sp>
      <p:sp>
        <p:nvSpPr>
          <p:cNvPr id="9" name="TextBox 8"/>
          <p:cNvSpPr txBox="1"/>
          <p:nvPr/>
        </p:nvSpPr>
        <p:spPr>
          <a:xfrm>
            <a:off x="457200" y="3337560"/>
            <a:ext cx="1645920" cy="45720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FF1818"/>
                </a:solidFill>
                <a:effectLst/>
                <a:uLnTx/>
                <a:uFillTx/>
                <a:latin typeface="Segoe Print"/>
                <a:ea typeface="+mn-ea"/>
                <a:cs typeface="+mn-cs"/>
              </a:rPr>
              <a:t>row</a:t>
            </a:r>
          </a:p>
        </p:txBody>
      </p:sp>
      <p:sp>
        <p:nvSpPr>
          <p:cNvPr id="10" name="TextBox 9"/>
          <p:cNvSpPr txBox="1"/>
          <p:nvPr/>
        </p:nvSpPr>
        <p:spPr>
          <a:xfrm>
            <a:off x="457200" y="4754880"/>
            <a:ext cx="1645920" cy="45720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FF1818"/>
                </a:solidFill>
                <a:effectLst/>
                <a:uLnTx/>
                <a:uFillTx/>
                <a:latin typeface="Segoe Print"/>
                <a:ea typeface="+mn-ea"/>
                <a:cs typeface="+mn-cs"/>
              </a:rPr>
              <a:t>column</a:t>
            </a:r>
          </a:p>
        </p:txBody>
      </p:sp>
      <p:sp>
        <p:nvSpPr>
          <p:cNvPr id="11" name="Rounded Rectangle 10"/>
          <p:cNvSpPr/>
          <p:nvPr/>
        </p:nvSpPr>
        <p:spPr>
          <a:xfrm>
            <a:off x="2057400" y="1536192"/>
            <a:ext cx="9006840" cy="1115568"/>
          </a:xfrm>
          <a:prstGeom prst="roundRect">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ounded Rectangle 11"/>
          <p:cNvSpPr/>
          <p:nvPr/>
        </p:nvSpPr>
        <p:spPr>
          <a:xfrm>
            <a:off x="2057400" y="3273552"/>
            <a:ext cx="9006840" cy="329184"/>
          </a:xfrm>
          <a:prstGeom prst="roundRect">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ounded Rectangle 12"/>
          <p:cNvSpPr/>
          <p:nvPr/>
        </p:nvSpPr>
        <p:spPr>
          <a:xfrm>
            <a:off x="2084831" y="4480560"/>
            <a:ext cx="1051560" cy="1097280"/>
          </a:xfrm>
          <a:prstGeom prst="roundRect">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RELATIONAL DATABASE MGMT SYSTEMS</a:t>
            </a:r>
          </a:p>
        </p:txBody>
      </p:sp>
      <p:sp>
        <p:nvSpPr>
          <p:cNvPr id="4" name="Rectangle 3"/>
          <p:cNvSpPr/>
          <p:nvPr/>
        </p:nvSpPr>
        <p:spPr>
          <a:xfrm>
            <a:off x="0" y="868680"/>
            <a:ext cx="658368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know the basic architecture of RDBMS</a:t>
            </a:r>
          </a:p>
        </p:txBody>
      </p:sp>
      <p:sp>
        <p:nvSpPr>
          <p:cNvPr id="5" name="TextBox 4"/>
          <p:cNvSpPr txBox="1"/>
          <p:nvPr/>
        </p:nvSpPr>
        <p:spPr>
          <a:xfrm>
            <a:off x="457200" y="1508760"/>
            <a:ext cx="11338560" cy="3749039"/>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sz="2600" b="1" i="0" u="none" strike="noStrike" kern="1200" cap="none" spc="0" normalizeH="0" baseline="0" noProof="0">
                <a:ln>
                  <a:noFill/>
                </a:ln>
                <a:solidFill>
                  <a:srgbClr val="111111"/>
                </a:solidFill>
                <a:effectLst/>
                <a:uLnTx/>
                <a:uFillTx/>
                <a:latin typeface="Century Gothic"/>
                <a:ea typeface="+mn-ea"/>
                <a:cs typeface="+mn-cs"/>
              </a:rPr>
              <a:t>Candidate Keys</a:t>
            </a:r>
            <a:r>
              <a:rPr kumimoji="0" sz="2000" b="0" i="0" u="none" strike="noStrike" kern="1200" cap="none" spc="0" normalizeH="0" baseline="0" noProof="0">
                <a:ln>
                  <a:noFill/>
                </a:ln>
                <a:solidFill>
                  <a:srgbClr val="FF1818"/>
                </a:solidFill>
                <a:effectLst/>
                <a:uLnTx/>
                <a:uFillTx/>
                <a:latin typeface="Segoe Print"/>
                <a:ea typeface="+mn-ea"/>
                <a:cs typeface="+mn-cs"/>
              </a:rPr>
              <a:t>   one or more per table</a:t>
            </a:r>
          </a:p>
          <a:p>
            <a:pPr marL="0" marR="0" lvl="0" indent="0" algn="l" defTabSz="457200" rtl="0" eaLnBrk="1" fontAlgn="auto" latinLnBrk="0" hangingPunct="1">
              <a:lnSpc>
                <a:spcPct val="95000"/>
              </a:lnSpc>
              <a:spcBef>
                <a:spcPts val="0"/>
              </a:spcBef>
              <a:spcAft>
                <a:spcPts val="20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a subset of attributes that can be used to </a:t>
            </a:r>
            <a:r>
              <a:rPr kumimoji="0" sz="1900" b="0" i="0" u="none" strike="noStrike" kern="1200" cap="none" spc="0" normalizeH="0" baseline="0" noProof="0">
                <a:ln>
                  <a:noFill/>
                </a:ln>
                <a:solidFill>
                  <a:srgbClr val="111111"/>
                </a:solidFill>
                <a:effectLst/>
                <a:highlight>
                  <a:srgbClr val="FFF176"/>
                </a:highlight>
                <a:uLnTx/>
                <a:uFillTx/>
                <a:latin typeface="Century Gothic"/>
                <a:ea typeface="+mn-ea"/>
                <a:cs typeface="+mn-cs"/>
              </a:rPr>
              <a:t>uniquely identify any record</a:t>
            </a:r>
            <a:r>
              <a:rPr kumimoji="0" sz="1900" b="0" i="0" u="none" strike="noStrike" kern="1200" cap="none" spc="0" normalizeH="0" baseline="0" noProof="0">
                <a:ln>
                  <a:noFill/>
                </a:ln>
                <a:solidFill>
                  <a:srgbClr val="111111"/>
                </a:solidFill>
                <a:effectLst/>
                <a:uLnTx/>
                <a:uFillTx/>
                <a:latin typeface="Century Gothic"/>
                <a:ea typeface="+mn-ea"/>
                <a:cs typeface="+mn-cs"/>
              </a:rPr>
              <a:t> in a table. No two records in the same table will ever contain the same values for all attributes composing a candidate key.</a:t>
            </a:r>
          </a:p>
          <a:p>
            <a:pPr marL="0" marR="0" lvl="0" indent="0" algn="l" defTabSz="457200" rtl="0" eaLnBrk="1" fontAlgn="auto" latinLnBrk="0" hangingPunct="1">
              <a:lnSpc>
                <a:spcPct val="100000"/>
              </a:lnSpc>
              <a:spcBef>
                <a:spcPts val="200"/>
              </a:spcBef>
              <a:spcAft>
                <a:spcPts val="0"/>
              </a:spcAft>
              <a:buClrTx/>
              <a:buSzTx/>
              <a:buFontTx/>
              <a:buNone/>
              <a:tabLst/>
              <a:defRPr/>
            </a:pPr>
            <a:r>
              <a:rPr kumimoji="0" sz="2600" b="1" i="0" u="none" strike="noStrike" kern="1200" cap="none" spc="0" normalizeH="0" baseline="0" noProof="0">
                <a:ln>
                  <a:noFill/>
                </a:ln>
                <a:solidFill>
                  <a:srgbClr val="111111"/>
                </a:solidFill>
                <a:effectLst/>
                <a:uLnTx/>
                <a:uFillTx/>
                <a:latin typeface="Century Gothic"/>
                <a:ea typeface="+mn-ea"/>
                <a:cs typeface="+mn-cs"/>
              </a:rPr>
              <a:t>Primary Keys</a:t>
            </a:r>
            <a:r>
              <a:rPr kumimoji="0" sz="2000" b="0" i="0" u="none" strike="noStrike" kern="1200" cap="none" spc="0" normalizeH="0" baseline="0" noProof="0">
                <a:ln>
                  <a:noFill/>
                </a:ln>
                <a:solidFill>
                  <a:srgbClr val="FF1818"/>
                </a:solidFill>
                <a:effectLst/>
                <a:uLnTx/>
                <a:uFillTx/>
                <a:latin typeface="Segoe Print"/>
                <a:ea typeface="+mn-ea"/>
                <a:cs typeface="+mn-cs"/>
              </a:rPr>
              <a:t>   one per table, set by designer</a:t>
            </a:r>
          </a:p>
          <a:p>
            <a:pPr marL="0" marR="0" lvl="0" indent="0" algn="l" defTabSz="457200" rtl="0" eaLnBrk="1" fontAlgn="auto" latinLnBrk="0" hangingPunct="1">
              <a:lnSpc>
                <a:spcPct val="95000"/>
              </a:lnSpc>
              <a:spcBef>
                <a:spcPts val="0"/>
              </a:spcBef>
              <a:spcAft>
                <a:spcPts val="20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selected from the set of candidate keys for a table to be used to uniquely identify the records in a table. Each table has only one primary key, selected by the database designer from the set of candidate keys.</a:t>
            </a:r>
          </a:p>
          <a:p>
            <a:pPr marL="0" marR="0" lvl="0" indent="0" algn="l" defTabSz="457200" rtl="0" eaLnBrk="1" fontAlgn="auto" latinLnBrk="0" hangingPunct="1">
              <a:lnSpc>
                <a:spcPct val="100000"/>
              </a:lnSpc>
              <a:spcBef>
                <a:spcPts val="200"/>
              </a:spcBef>
              <a:spcAft>
                <a:spcPts val="0"/>
              </a:spcAft>
              <a:buClrTx/>
              <a:buSzTx/>
              <a:buFontTx/>
              <a:buNone/>
              <a:tabLst/>
              <a:defRPr/>
            </a:pPr>
            <a:r>
              <a:rPr kumimoji="0" sz="2600" b="1" i="0" u="none" strike="noStrike" kern="1200" cap="none" spc="0" normalizeH="0" baseline="0" noProof="0">
                <a:ln>
                  <a:noFill/>
                </a:ln>
                <a:solidFill>
                  <a:srgbClr val="111111"/>
                </a:solidFill>
                <a:effectLst/>
                <a:uLnTx/>
                <a:uFillTx/>
                <a:latin typeface="Century Gothic"/>
                <a:ea typeface="+mn-ea"/>
                <a:cs typeface="+mn-cs"/>
              </a:rPr>
              <a:t>Foreign Keys</a:t>
            </a:r>
          </a:p>
          <a:p>
            <a:pPr marL="0" marR="0" lvl="0" indent="0" algn="l" defTabSz="457200" rtl="0" eaLnBrk="1" fontAlgn="auto" latinLnBrk="0" hangingPunct="1">
              <a:lnSpc>
                <a:spcPct val="95000"/>
              </a:lnSpc>
              <a:spcBef>
                <a:spcPts val="0"/>
              </a:spcBef>
              <a:spcAft>
                <a:spcPts val="20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used to enforce relationships between two tables, also known as </a:t>
            </a:r>
            <a:r>
              <a:rPr kumimoji="0" sz="1900" b="1" i="1" u="none" strike="noStrike" kern="1200" cap="none" spc="0" normalizeH="0" baseline="0" noProof="0">
                <a:ln>
                  <a:noFill/>
                </a:ln>
                <a:solidFill>
                  <a:srgbClr val="111111"/>
                </a:solidFill>
                <a:effectLst/>
                <a:uLnTx/>
                <a:uFillTx/>
                <a:latin typeface="Century Gothic"/>
                <a:ea typeface="+mn-ea"/>
                <a:cs typeface="+mn-cs"/>
              </a:rPr>
              <a:t>referential integrity.</a:t>
            </a:r>
            <a:r>
              <a:rPr kumimoji="0" sz="1900" b="0" i="0" u="none" strike="noStrike" kern="1200" cap="none" spc="0" normalizeH="0" baseline="0" noProof="0">
                <a:ln>
                  <a:noFill/>
                </a:ln>
                <a:solidFill>
                  <a:srgbClr val="111111"/>
                </a:solidFill>
                <a:effectLst/>
                <a:uLnTx/>
                <a:uFillTx/>
                <a:latin typeface="Century Gothic"/>
                <a:ea typeface="+mn-ea"/>
                <a:cs typeface="+mn-cs"/>
              </a:rPr>
              <a:t> Referential integrity ensures that if one table contains a foreign key, it corresponds to a still-existing primary key in the other table in the relationship.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RELATIONAL DATABASE MGMT SYSTEMS</a:t>
            </a:r>
          </a:p>
        </p:txBody>
      </p:sp>
      <p:sp>
        <p:nvSpPr>
          <p:cNvPr id="4" name="Rectangle 3"/>
          <p:cNvSpPr/>
          <p:nvPr/>
        </p:nvSpPr>
        <p:spPr>
          <a:xfrm>
            <a:off x="0" y="868680"/>
            <a:ext cx="658368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know the basic architecture of RDBMS</a:t>
            </a:r>
          </a:p>
        </p:txBody>
      </p:sp>
      <p:sp>
        <p:nvSpPr>
          <p:cNvPr id="5" name="TextBox 4"/>
          <p:cNvSpPr txBox="1"/>
          <p:nvPr/>
        </p:nvSpPr>
        <p:spPr>
          <a:xfrm>
            <a:off x="457200" y="1508760"/>
            <a:ext cx="11338560" cy="3749039"/>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sz="2300" b="1" i="0" u="none" strike="noStrike" kern="1200" cap="none" spc="0" normalizeH="0" baseline="0" noProof="0">
                <a:ln>
                  <a:noFill/>
                </a:ln>
                <a:solidFill>
                  <a:srgbClr val="111111"/>
                </a:solidFill>
                <a:effectLst/>
                <a:uLnTx/>
                <a:uFillTx/>
                <a:latin typeface="Century Gothic"/>
                <a:ea typeface="+mn-ea"/>
                <a:cs typeface="+mn-cs"/>
              </a:rPr>
              <a:t>Candidate Keys</a:t>
            </a:r>
            <a:r>
              <a:rPr kumimoji="0" sz="1700" b="0" i="0" u="none" strike="noStrike" kern="1200" cap="none" spc="0" normalizeH="0" baseline="0" noProof="0">
                <a:ln>
                  <a:noFill/>
                </a:ln>
                <a:solidFill>
                  <a:srgbClr val="FF1818"/>
                </a:solidFill>
                <a:effectLst/>
                <a:uLnTx/>
                <a:uFillTx/>
                <a:latin typeface="Segoe Print"/>
                <a:ea typeface="+mn-ea"/>
                <a:cs typeface="+mn-cs"/>
              </a:rPr>
              <a:t>   one or more per table</a:t>
            </a:r>
          </a:p>
          <a:p>
            <a:pPr marL="0" marR="0" lvl="0" indent="0" algn="l" defTabSz="457200" rtl="0" eaLnBrk="1" fontAlgn="auto" latinLnBrk="0" hangingPunct="1">
              <a:lnSpc>
                <a:spcPct val="95000"/>
              </a:lnSpc>
              <a:spcBef>
                <a:spcPts val="0"/>
              </a:spcBef>
              <a:spcAft>
                <a:spcPts val="200"/>
              </a:spcAft>
              <a:buClrTx/>
              <a:buSzTx/>
              <a:buFontTx/>
              <a:buNone/>
              <a:tabLst/>
              <a:defRPr/>
            </a:pPr>
            <a:r>
              <a:rPr kumimoji="0" sz="1600" b="0" i="0" u="none" strike="noStrike" kern="1200" cap="none" spc="0" normalizeH="0" baseline="0" noProof="0">
                <a:ln>
                  <a:noFill/>
                </a:ln>
                <a:solidFill>
                  <a:srgbClr val="111111"/>
                </a:solidFill>
                <a:effectLst/>
                <a:uLnTx/>
                <a:uFillTx/>
                <a:latin typeface="Century Gothic"/>
                <a:ea typeface="+mn-ea"/>
                <a:cs typeface="+mn-cs"/>
              </a:rPr>
              <a:t>a subset of attributes that can be used to </a:t>
            </a:r>
            <a:r>
              <a:rPr kumimoji="0" sz="1600" b="0" i="0" u="none" strike="noStrike" kern="1200" cap="none" spc="0" normalizeH="0" baseline="0" noProof="0">
                <a:ln>
                  <a:noFill/>
                </a:ln>
                <a:solidFill>
                  <a:srgbClr val="111111"/>
                </a:solidFill>
                <a:effectLst/>
                <a:highlight>
                  <a:srgbClr val="FFF176"/>
                </a:highlight>
                <a:uLnTx/>
                <a:uFillTx/>
                <a:latin typeface="Century Gothic"/>
                <a:ea typeface="+mn-ea"/>
                <a:cs typeface="+mn-cs"/>
              </a:rPr>
              <a:t>uniquely identify any record</a:t>
            </a:r>
            <a:r>
              <a:rPr kumimoji="0" sz="1600" b="0" i="0" u="none" strike="noStrike" kern="1200" cap="none" spc="0" normalizeH="0" baseline="0" noProof="0">
                <a:ln>
                  <a:noFill/>
                </a:ln>
                <a:solidFill>
                  <a:srgbClr val="111111"/>
                </a:solidFill>
                <a:effectLst/>
                <a:uLnTx/>
                <a:uFillTx/>
                <a:latin typeface="Century Gothic"/>
                <a:ea typeface="+mn-ea"/>
                <a:cs typeface="+mn-cs"/>
              </a:rPr>
              <a:t> in a table. No two records in the same table will ever contain the same values for all attributes composing a candidate key.</a:t>
            </a:r>
          </a:p>
          <a:p>
            <a:pPr marL="0" marR="0" lvl="0" indent="0" algn="l" defTabSz="457200" rtl="0" eaLnBrk="1" fontAlgn="auto" latinLnBrk="0" hangingPunct="1">
              <a:lnSpc>
                <a:spcPct val="100000"/>
              </a:lnSpc>
              <a:spcBef>
                <a:spcPts val="200"/>
              </a:spcBef>
              <a:spcAft>
                <a:spcPts val="0"/>
              </a:spcAft>
              <a:buClrTx/>
              <a:buSzTx/>
              <a:buFontTx/>
              <a:buNone/>
              <a:tabLst/>
              <a:defRPr/>
            </a:pPr>
            <a:r>
              <a:rPr kumimoji="0" sz="2300" b="1" i="0" u="none" strike="noStrike" kern="1200" cap="none" spc="0" normalizeH="0" baseline="0" noProof="0">
                <a:ln>
                  <a:noFill/>
                </a:ln>
                <a:solidFill>
                  <a:srgbClr val="111111"/>
                </a:solidFill>
                <a:effectLst/>
                <a:uLnTx/>
                <a:uFillTx/>
                <a:latin typeface="Century Gothic"/>
                <a:ea typeface="+mn-ea"/>
                <a:cs typeface="+mn-cs"/>
              </a:rPr>
              <a:t>Primary Keys</a:t>
            </a:r>
            <a:r>
              <a:rPr kumimoji="0" sz="1700" b="0" i="0" u="none" strike="noStrike" kern="1200" cap="none" spc="0" normalizeH="0" baseline="0" noProof="0">
                <a:ln>
                  <a:noFill/>
                </a:ln>
                <a:solidFill>
                  <a:srgbClr val="FF1818"/>
                </a:solidFill>
                <a:effectLst/>
                <a:uLnTx/>
                <a:uFillTx/>
                <a:latin typeface="Segoe Print"/>
                <a:ea typeface="+mn-ea"/>
                <a:cs typeface="+mn-cs"/>
              </a:rPr>
              <a:t>   one per table, set by designer</a:t>
            </a:r>
          </a:p>
          <a:p>
            <a:pPr marL="0" marR="0" lvl="0" indent="0" algn="l" defTabSz="457200" rtl="0" eaLnBrk="1" fontAlgn="auto" latinLnBrk="0" hangingPunct="1">
              <a:lnSpc>
                <a:spcPct val="95000"/>
              </a:lnSpc>
              <a:spcBef>
                <a:spcPts val="0"/>
              </a:spcBef>
              <a:spcAft>
                <a:spcPts val="200"/>
              </a:spcAft>
              <a:buClrTx/>
              <a:buSzTx/>
              <a:buFontTx/>
              <a:buNone/>
              <a:tabLst/>
              <a:defRPr/>
            </a:pPr>
            <a:r>
              <a:rPr kumimoji="0" sz="1600" b="0" i="0" u="none" strike="noStrike" kern="1200" cap="none" spc="0" normalizeH="0" baseline="0" noProof="0">
                <a:ln>
                  <a:noFill/>
                </a:ln>
                <a:solidFill>
                  <a:srgbClr val="111111"/>
                </a:solidFill>
                <a:effectLst/>
                <a:uLnTx/>
                <a:uFillTx/>
                <a:latin typeface="Century Gothic"/>
                <a:ea typeface="+mn-ea"/>
                <a:cs typeface="+mn-cs"/>
              </a:rPr>
              <a:t>selected from the set of candidate keys for a table to be used to uniquely identify the records in a table. Each table has only one primary key, selected by the database designer from the set of candidate keys.</a:t>
            </a:r>
          </a:p>
          <a:p>
            <a:pPr marL="0" marR="0" lvl="0" indent="0" algn="l" defTabSz="457200" rtl="0" eaLnBrk="1" fontAlgn="auto" latinLnBrk="0" hangingPunct="1">
              <a:lnSpc>
                <a:spcPct val="100000"/>
              </a:lnSpc>
              <a:spcBef>
                <a:spcPts val="200"/>
              </a:spcBef>
              <a:spcAft>
                <a:spcPts val="0"/>
              </a:spcAft>
              <a:buClrTx/>
              <a:buSzTx/>
              <a:buFontTx/>
              <a:buNone/>
              <a:tabLst/>
              <a:defRPr/>
            </a:pPr>
            <a:r>
              <a:rPr kumimoji="0" sz="2300" b="1" i="0" u="none" strike="noStrike" kern="1200" cap="none" spc="0" normalizeH="0" baseline="0" noProof="0">
                <a:ln>
                  <a:noFill/>
                </a:ln>
                <a:solidFill>
                  <a:srgbClr val="111111"/>
                </a:solidFill>
                <a:effectLst/>
                <a:uLnTx/>
                <a:uFillTx/>
                <a:latin typeface="Century Gothic"/>
                <a:ea typeface="+mn-ea"/>
                <a:cs typeface="+mn-cs"/>
              </a:rPr>
              <a:t>Foreign Keys</a:t>
            </a:r>
          </a:p>
          <a:p>
            <a:pPr marL="0" marR="0" lvl="0" indent="0" algn="l" defTabSz="457200" rtl="0" eaLnBrk="1" fontAlgn="auto" latinLnBrk="0" hangingPunct="1">
              <a:lnSpc>
                <a:spcPct val="95000"/>
              </a:lnSpc>
              <a:spcBef>
                <a:spcPts val="0"/>
              </a:spcBef>
              <a:spcAft>
                <a:spcPts val="200"/>
              </a:spcAft>
              <a:buClrTx/>
              <a:buSzTx/>
              <a:buFontTx/>
              <a:buNone/>
              <a:tabLst/>
              <a:defRPr/>
            </a:pPr>
            <a:r>
              <a:rPr kumimoji="0" sz="1600" b="0" i="0" u="none" strike="noStrike" kern="1200" cap="none" spc="0" normalizeH="0" baseline="0" noProof="0">
                <a:ln>
                  <a:noFill/>
                </a:ln>
                <a:solidFill>
                  <a:srgbClr val="111111"/>
                </a:solidFill>
                <a:effectLst/>
                <a:uLnTx/>
                <a:uFillTx/>
                <a:latin typeface="Century Gothic"/>
                <a:ea typeface="+mn-ea"/>
                <a:cs typeface="+mn-cs"/>
              </a:rPr>
              <a:t>used to enforce relationships between two tables, also known as </a:t>
            </a:r>
            <a:r>
              <a:rPr kumimoji="0" sz="1600" b="1" i="1" u="none" strike="noStrike" kern="1200" cap="none" spc="0" normalizeH="0" baseline="0" noProof="0">
                <a:ln>
                  <a:noFill/>
                </a:ln>
                <a:solidFill>
                  <a:srgbClr val="111111"/>
                </a:solidFill>
                <a:effectLst/>
                <a:uLnTx/>
                <a:uFillTx/>
                <a:latin typeface="Century Gothic"/>
                <a:ea typeface="+mn-ea"/>
                <a:cs typeface="+mn-cs"/>
              </a:rPr>
              <a:t>referential integrity.</a:t>
            </a:r>
            <a:r>
              <a:rPr kumimoji="0" sz="1600" b="0" i="0" u="none" strike="noStrike" kern="1200" cap="none" spc="0" normalizeH="0" baseline="0" noProof="0">
                <a:ln>
                  <a:noFill/>
                </a:ln>
                <a:solidFill>
                  <a:srgbClr val="111111"/>
                </a:solidFill>
                <a:effectLst/>
                <a:uLnTx/>
                <a:uFillTx/>
                <a:latin typeface="Century Gothic"/>
                <a:ea typeface="+mn-ea"/>
                <a:cs typeface="+mn-cs"/>
              </a:rPr>
              <a:t> Referential integrity ensures that if one table contains a foreign key, it corresponds to a still-existing primary key in the other table in the relationship.</a:t>
            </a:r>
          </a:p>
        </p:txBody>
      </p:sp>
      <p:sp>
        <p:nvSpPr>
          <p:cNvPr id="7" name="Rectangle 6"/>
          <p:cNvSpPr/>
          <p:nvPr/>
        </p:nvSpPr>
        <p:spPr>
          <a:xfrm>
            <a:off x="0" y="5486400"/>
            <a:ext cx="12191695" cy="137160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594360" y="5788152"/>
            <a:ext cx="502920" cy="502920"/>
          </a:xfrm>
          <a:prstGeom prst="ellipse">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760323" y="6250838"/>
            <a:ext cx="170992" cy="80467"/>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1463040" y="5596128"/>
            <a:ext cx="10424160" cy="1152144"/>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Common RDBMS threats include </a:t>
            </a:r>
            <a:r>
              <a:rPr kumimoji="0" sz="2700" b="1" i="0" u="none" strike="noStrike" kern="1200" cap="none" spc="0" normalizeH="0" baseline="0" noProof="0">
                <a:ln>
                  <a:noFill/>
                </a:ln>
                <a:solidFill>
                  <a:srgbClr val="111111"/>
                </a:solidFill>
                <a:effectLst/>
                <a:uLnTx/>
                <a:uFillTx/>
                <a:latin typeface="Century Gothic"/>
                <a:ea typeface="+mn-ea"/>
                <a:cs typeface="+mn-cs"/>
              </a:rPr>
              <a:t>aggregation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0" i="0" u="none" strike="noStrike" kern="1200" cap="none" spc="0" normalizeH="0" baseline="0" noProof="0">
                <a:ln>
                  <a:noFill/>
                </a:ln>
                <a:solidFill>
                  <a:srgbClr val="111111"/>
                </a:solidFill>
                <a:effectLst/>
                <a:uLnTx/>
                <a:uFillTx/>
                <a:latin typeface="Century Gothic"/>
                <a:ea typeface="+mn-ea"/>
                <a:cs typeface="+mn-cs"/>
              </a:rPr>
              <a:t>and </a:t>
            </a:r>
            <a:r>
              <a:rPr kumimoji="0" sz="2700" b="1" i="0" u="none" strike="noStrike" kern="1200" cap="none" spc="0" normalizeH="0" baseline="0" noProof="0">
                <a:ln>
                  <a:noFill/>
                </a:ln>
                <a:solidFill>
                  <a:srgbClr val="111111"/>
                </a:solidFill>
                <a:effectLst/>
                <a:uLnTx/>
                <a:uFillTx/>
                <a:latin typeface="Century Gothic"/>
                <a:ea typeface="+mn-ea"/>
                <a:cs typeface="+mn-cs"/>
              </a:rPr>
              <a:t>inference</a:t>
            </a:r>
            <a:r>
              <a:rPr kumimoji="0" sz="2700" b="0" i="0" u="none" strike="noStrike" kern="1200" cap="none" spc="0" normalizeH="0" baseline="0" noProof="0">
                <a:ln>
                  <a:noFill/>
                </a:ln>
                <a:solidFill>
                  <a:srgbClr val="111111"/>
                </a:solidFill>
                <a:effectLst/>
                <a:uLnTx/>
                <a:uFillTx/>
                <a:latin typeface="Century Gothic"/>
                <a:ea typeface="+mn-ea"/>
                <a:cs typeface="+mn-cs"/>
              </a:rPr>
              <a:t> attacks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RELATIONAL DATABASE MGMT SYSTEMS</a:t>
            </a:r>
          </a:p>
        </p:txBody>
      </p:sp>
      <p:sp>
        <p:nvSpPr>
          <p:cNvPr id="4" name="Rectangle 3"/>
          <p:cNvSpPr/>
          <p:nvPr/>
        </p:nvSpPr>
        <p:spPr>
          <a:xfrm>
            <a:off x="0" y="868680"/>
            <a:ext cx="658368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know the basic architecture of RDBMS</a:t>
            </a:r>
          </a:p>
        </p:txBody>
      </p:sp>
      <p:sp>
        <p:nvSpPr>
          <p:cNvPr id="5" name="TextBox 4"/>
          <p:cNvSpPr txBox="1"/>
          <p:nvPr/>
        </p:nvSpPr>
        <p:spPr>
          <a:xfrm>
            <a:off x="457200" y="2834640"/>
            <a:ext cx="3108960" cy="10972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0" i="0" u="none" strike="noStrike" kern="1200" cap="none" spc="0" normalizeH="0" baseline="0" noProof="0">
                <a:ln>
                  <a:noFill/>
                </a:ln>
                <a:solidFill>
                  <a:srgbClr val="111111"/>
                </a:solidFill>
                <a:effectLst/>
                <a:uLnTx/>
                <a:uFillTx/>
                <a:latin typeface="Century Gothic"/>
                <a:ea typeface="+mn-ea"/>
                <a:cs typeface="+mn-cs"/>
              </a:rPr>
              <a:t>Foreign Key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0" i="0" u="none" strike="noStrike" kern="1200" cap="none" spc="0" normalizeH="0" baseline="0" noProof="0">
                <a:ln>
                  <a:noFill/>
                </a:ln>
                <a:solidFill>
                  <a:srgbClr val="111111"/>
                </a:solidFill>
                <a:effectLst/>
                <a:uLnTx/>
                <a:uFillTx/>
                <a:latin typeface="Century Gothic"/>
                <a:ea typeface="+mn-ea"/>
                <a:cs typeface="+mn-cs"/>
              </a:rPr>
              <a:t>(example)</a:t>
            </a:r>
          </a:p>
        </p:txBody>
      </p:sp>
      <p:sp>
        <p:nvSpPr>
          <p:cNvPr id="6" name="Rectangle 5"/>
          <p:cNvSpPr/>
          <p:nvPr/>
        </p:nvSpPr>
        <p:spPr>
          <a:xfrm>
            <a:off x="3840480" y="2148840"/>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Century Gothic"/>
                <a:ea typeface="+mn-ea"/>
                <a:cs typeface="+mn-cs"/>
              </a:rPr>
              <a:t>customer</a:t>
            </a:r>
          </a:p>
        </p:txBody>
      </p:sp>
      <p:sp>
        <p:nvSpPr>
          <p:cNvPr id="7" name="Rectangle 6"/>
          <p:cNvSpPr/>
          <p:nvPr/>
        </p:nvSpPr>
        <p:spPr>
          <a:xfrm>
            <a:off x="3840480" y="2372868"/>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PK     ID</a:t>
            </a:r>
          </a:p>
        </p:txBody>
      </p:sp>
      <p:sp>
        <p:nvSpPr>
          <p:cNvPr id="8" name="Rectangle 7"/>
          <p:cNvSpPr/>
          <p:nvPr/>
        </p:nvSpPr>
        <p:spPr>
          <a:xfrm>
            <a:off x="3840480" y="2596896"/>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Customer_Name</a:t>
            </a:r>
          </a:p>
        </p:txBody>
      </p:sp>
      <p:sp>
        <p:nvSpPr>
          <p:cNvPr id="9" name="Rectangle 8"/>
          <p:cNvSpPr/>
          <p:nvPr/>
        </p:nvSpPr>
        <p:spPr>
          <a:xfrm>
            <a:off x="3840480" y="2820924"/>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Password</a:t>
            </a:r>
          </a:p>
        </p:txBody>
      </p:sp>
      <p:sp>
        <p:nvSpPr>
          <p:cNvPr id="10" name="Rectangle 9"/>
          <p:cNvSpPr/>
          <p:nvPr/>
        </p:nvSpPr>
        <p:spPr>
          <a:xfrm>
            <a:off x="3840480" y="3044952"/>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Mobile</a:t>
            </a:r>
          </a:p>
        </p:txBody>
      </p:sp>
      <p:sp>
        <p:nvSpPr>
          <p:cNvPr id="11" name="Rectangle 10"/>
          <p:cNvSpPr/>
          <p:nvPr/>
        </p:nvSpPr>
        <p:spPr>
          <a:xfrm>
            <a:off x="3840480" y="3268980"/>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Address</a:t>
            </a:r>
          </a:p>
        </p:txBody>
      </p:sp>
      <p:sp>
        <p:nvSpPr>
          <p:cNvPr id="12" name="Rectangle 11"/>
          <p:cNvSpPr/>
          <p:nvPr/>
        </p:nvSpPr>
        <p:spPr>
          <a:xfrm>
            <a:off x="3840480" y="3493008"/>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E-mail</a:t>
            </a:r>
          </a:p>
        </p:txBody>
      </p:sp>
      <p:sp>
        <p:nvSpPr>
          <p:cNvPr id="13" name="Rectangle 12"/>
          <p:cNvSpPr/>
          <p:nvPr/>
        </p:nvSpPr>
        <p:spPr>
          <a:xfrm>
            <a:off x="3840480" y="3717035"/>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Credit_No</a:t>
            </a:r>
          </a:p>
        </p:txBody>
      </p:sp>
      <p:sp>
        <p:nvSpPr>
          <p:cNvPr id="14" name="Rectangle 13"/>
          <p:cNvSpPr/>
          <p:nvPr/>
        </p:nvSpPr>
        <p:spPr>
          <a:xfrm>
            <a:off x="3840480" y="3941064"/>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Credit_Balance</a:t>
            </a:r>
          </a:p>
        </p:txBody>
      </p:sp>
      <p:sp>
        <p:nvSpPr>
          <p:cNvPr id="15" name="Rectangle 14"/>
          <p:cNvSpPr/>
          <p:nvPr/>
        </p:nvSpPr>
        <p:spPr>
          <a:xfrm>
            <a:off x="3840480" y="4165091"/>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Status</a:t>
            </a:r>
          </a:p>
        </p:txBody>
      </p:sp>
      <p:sp>
        <p:nvSpPr>
          <p:cNvPr id="16" name="Rectangle 15"/>
          <p:cNvSpPr/>
          <p:nvPr/>
        </p:nvSpPr>
        <p:spPr>
          <a:xfrm>
            <a:off x="3840480" y="4389120"/>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Confirm_Code</a:t>
            </a:r>
          </a:p>
        </p:txBody>
      </p:sp>
      <p:sp>
        <p:nvSpPr>
          <p:cNvPr id="17" name="Rectangle 16"/>
          <p:cNvSpPr/>
          <p:nvPr/>
        </p:nvSpPr>
        <p:spPr>
          <a:xfrm>
            <a:off x="3840480" y="4613148"/>
            <a:ext cx="19202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a:t>
            </a:r>
            <a:r>
              <a:rPr kumimoji="0" sz="1000" b="1" i="0" u="none" strike="noStrike" kern="1200" cap="none" spc="0" normalizeH="0" baseline="0" noProof="0">
                <a:ln>
                  <a:noFill/>
                </a:ln>
                <a:solidFill>
                  <a:srgbClr val="111111"/>
                </a:solidFill>
                <a:effectLst/>
                <a:uLnTx/>
                <a:uFillTx/>
                <a:latin typeface="Century Gothic"/>
                <a:ea typeface="+mn-ea"/>
                <a:cs typeface="+mn-cs"/>
              </a:rPr>
              <a:t>Customer_Point</a:t>
            </a:r>
          </a:p>
        </p:txBody>
      </p:sp>
      <p:sp>
        <p:nvSpPr>
          <p:cNvPr id="18" name="Rectangle 17"/>
          <p:cNvSpPr/>
          <p:nvPr/>
        </p:nvSpPr>
        <p:spPr>
          <a:xfrm>
            <a:off x="9006840" y="3337560"/>
            <a:ext cx="16916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111111"/>
                </a:solidFill>
                <a:effectLst/>
                <a:uLnTx/>
                <a:uFillTx/>
                <a:latin typeface="Century Gothic"/>
                <a:ea typeface="+mn-ea"/>
                <a:cs typeface="+mn-cs"/>
              </a:rPr>
              <a:t>gift</a:t>
            </a:r>
          </a:p>
        </p:txBody>
      </p:sp>
      <p:sp>
        <p:nvSpPr>
          <p:cNvPr id="19" name="Rectangle 18"/>
          <p:cNvSpPr/>
          <p:nvPr/>
        </p:nvSpPr>
        <p:spPr>
          <a:xfrm>
            <a:off x="9006840" y="3561588"/>
            <a:ext cx="16916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PK     Gift_ID</a:t>
            </a:r>
          </a:p>
        </p:txBody>
      </p:sp>
      <p:sp>
        <p:nvSpPr>
          <p:cNvPr id="20" name="Rectangle 19"/>
          <p:cNvSpPr/>
          <p:nvPr/>
        </p:nvSpPr>
        <p:spPr>
          <a:xfrm>
            <a:off x="9006840" y="3785615"/>
            <a:ext cx="16916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FK     Customer_ID</a:t>
            </a:r>
          </a:p>
        </p:txBody>
      </p:sp>
      <p:sp>
        <p:nvSpPr>
          <p:cNvPr id="21" name="Rectangle 20"/>
          <p:cNvSpPr/>
          <p:nvPr/>
        </p:nvSpPr>
        <p:spPr>
          <a:xfrm>
            <a:off x="9006840" y="4009644"/>
            <a:ext cx="16916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FK     Receiver_ID</a:t>
            </a:r>
          </a:p>
        </p:txBody>
      </p:sp>
      <p:sp>
        <p:nvSpPr>
          <p:cNvPr id="22" name="Rectangle 21"/>
          <p:cNvSpPr/>
          <p:nvPr/>
        </p:nvSpPr>
        <p:spPr>
          <a:xfrm>
            <a:off x="9006840" y="4233672"/>
            <a:ext cx="16916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Shipping_Address</a:t>
            </a:r>
          </a:p>
        </p:txBody>
      </p:sp>
      <p:sp>
        <p:nvSpPr>
          <p:cNvPr id="23" name="Rectangle 22"/>
          <p:cNvSpPr/>
          <p:nvPr/>
        </p:nvSpPr>
        <p:spPr>
          <a:xfrm>
            <a:off x="9006840" y="4457700"/>
            <a:ext cx="1691640" cy="224028"/>
          </a:xfrm>
          <a:prstGeom prst="rect">
            <a:avLst/>
          </a:prstGeom>
          <a:solidFill>
            <a:srgbClr val="D9D9D9"/>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111111"/>
                </a:solidFill>
                <a:effectLst/>
                <a:uLnTx/>
                <a:uFillTx/>
                <a:latin typeface="Century Gothic"/>
                <a:ea typeface="+mn-ea"/>
                <a:cs typeface="+mn-cs"/>
              </a:rPr>
              <a:t>     Total_cost</a:t>
            </a:r>
          </a:p>
        </p:txBody>
      </p:sp>
      <p:cxnSp>
        <p:nvCxnSpPr>
          <p:cNvPr id="24" name="Connector 23"/>
          <p:cNvCxnSpPr/>
          <p:nvPr/>
        </p:nvCxnSpPr>
        <p:spPr>
          <a:xfrm flipH="1">
            <a:off x="3566160" y="2377440"/>
            <a:ext cx="274320" cy="0"/>
          </a:xfrm>
          <a:prstGeom prst="line">
            <a:avLst/>
          </a:prstGeom>
          <a:ln w="19050">
            <a:solidFill>
              <a:srgbClr val="6B3FA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66160" y="2377440"/>
            <a:ext cx="0" cy="3154680"/>
          </a:xfrm>
          <a:prstGeom prst="line">
            <a:avLst/>
          </a:prstGeom>
          <a:ln w="19050">
            <a:solidFill>
              <a:srgbClr val="6B3FA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66160" y="5532120"/>
            <a:ext cx="4892040" cy="0"/>
          </a:xfrm>
          <a:prstGeom prst="line">
            <a:avLst/>
          </a:prstGeom>
          <a:ln w="19050">
            <a:solidFill>
              <a:srgbClr val="6B3F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458200" y="4206240"/>
            <a:ext cx="0" cy="1325880"/>
          </a:xfrm>
          <a:prstGeom prst="line">
            <a:avLst/>
          </a:prstGeom>
          <a:ln w="19050">
            <a:solidFill>
              <a:srgbClr val="6B3F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60720" y="2377440"/>
            <a:ext cx="411480" cy="0"/>
          </a:xfrm>
          <a:prstGeom prst="line">
            <a:avLst/>
          </a:prstGeom>
          <a:ln w="19050">
            <a:solidFill>
              <a:srgbClr val="6B3F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72200" y="2377440"/>
            <a:ext cx="0" cy="1600199"/>
          </a:xfrm>
          <a:prstGeom prst="line">
            <a:avLst/>
          </a:prstGeom>
          <a:ln w="19050">
            <a:solidFill>
              <a:srgbClr val="6B3F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72200" y="3977639"/>
            <a:ext cx="2834640" cy="0"/>
          </a:xfrm>
          <a:prstGeom prst="line">
            <a:avLst/>
          </a:prstGeom>
          <a:ln w="19050">
            <a:solidFill>
              <a:srgbClr val="6B3FA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0" y="3749039"/>
            <a:ext cx="1097280" cy="36576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111111"/>
                </a:solidFill>
                <a:effectLst/>
                <a:uLnTx/>
                <a:uFillTx/>
                <a:latin typeface="Century Gothic"/>
                <a:ea typeface="+mn-ea"/>
                <a:cs typeface="+mn-cs"/>
              </a:rPr>
              <a:t>gives</a:t>
            </a:r>
          </a:p>
        </p:txBody>
      </p:sp>
      <p:sp>
        <p:nvSpPr>
          <p:cNvPr id="32" name="TextBox 31"/>
          <p:cNvSpPr txBox="1"/>
          <p:nvPr/>
        </p:nvSpPr>
        <p:spPr>
          <a:xfrm>
            <a:off x="3246120" y="5257800"/>
            <a:ext cx="1280160" cy="36576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111111"/>
                </a:solidFill>
                <a:effectLst/>
                <a:uLnTx/>
                <a:uFillTx/>
                <a:latin typeface="Century Gothic"/>
                <a:ea typeface="+mn-ea"/>
                <a:cs typeface="+mn-cs"/>
              </a:rPr>
              <a:t>receives</a:t>
            </a:r>
          </a:p>
        </p:txBody>
      </p:sp>
      <p:sp>
        <p:nvSpPr>
          <p:cNvPr id="33" name="Oval 32"/>
          <p:cNvSpPr/>
          <p:nvPr/>
        </p:nvSpPr>
        <p:spPr>
          <a:xfrm rot="21360000">
            <a:off x="3703320" y="2084831"/>
            <a:ext cx="2194560" cy="566928"/>
          </a:xfrm>
          <a:prstGeom prst="ellipse">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Oval 33"/>
          <p:cNvSpPr/>
          <p:nvPr/>
        </p:nvSpPr>
        <p:spPr>
          <a:xfrm rot="21420000">
            <a:off x="8778240" y="3566160"/>
            <a:ext cx="2148840" cy="621792"/>
          </a:xfrm>
          <a:prstGeom prst="ellipse">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4"/>
          <p:cNvSpPr txBox="1"/>
          <p:nvPr/>
        </p:nvSpPr>
        <p:spPr>
          <a:xfrm>
            <a:off x="7863840" y="6263640"/>
            <a:ext cx="4114800" cy="457200"/>
          </a:xfrm>
          <a:prstGeom prst="rect">
            <a:avLst/>
          </a:prstGeom>
          <a:noFill/>
        </p:spPr>
        <p:txBody>
          <a:bodyPr wrap="square" lIns="25400" tIns="12700" rIns="25400" bIns="1270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B0B0B0"/>
                </a:solidFill>
                <a:effectLst/>
                <a:uLnTx/>
                <a:uFillTx/>
                <a:latin typeface="Century Gothic"/>
                <a:ea typeface="+mn-ea"/>
                <a:cs typeface="+mn-cs"/>
              </a:rPr>
              <a:t>image credit: stackoverflow.com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RDBMS THREATS AND VULNERABILITIES</a:t>
            </a:r>
          </a:p>
        </p:txBody>
      </p:sp>
      <p:sp>
        <p:nvSpPr>
          <p:cNvPr id="4" name="TextBox 3"/>
          <p:cNvSpPr txBox="1"/>
          <p:nvPr/>
        </p:nvSpPr>
        <p:spPr>
          <a:xfrm>
            <a:off x="320040" y="1737360"/>
            <a:ext cx="3017520" cy="8229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w="9525">
                  <a:solidFill>
                    <a:srgbClr val="444444"/>
                  </a:solidFill>
                </a:ln>
                <a:solidFill>
                  <a:srgbClr val="00E5F2"/>
                </a:solidFill>
                <a:effectLst/>
                <a:uLnTx/>
                <a:uFillTx/>
                <a:latin typeface="Century Gothic"/>
                <a:ea typeface="+mn-ea"/>
                <a:cs typeface="+mn-cs"/>
              </a:rPr>
              <a:t>Aggregation</a:t>
            </a:r>
          </a:p>
        </p:txBody>
      </p:sp>
      <p:sp>
        <p:nvSpPr>
          <p:cNvPr id="5" name="Rectangle 4"/>
          <p:cNvSpPr/>
          <p:nvPr/>
        </p:nvSpPr>
        <p:spPr>
          <a:xfrm>
            <a:off x="3291840" y="1508760"/>
            <a:ext cx="54864" cy="123444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3520440" y="1508760"/>
            <a:ext cx="8046720" cy="123444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the ability to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create sensitive information</a:t>
            </a:r>
            <a:r>
              <a:rPr kumimoji="0" sz="2500" b="0" i="0" u="none" strike="noStrike" kern="1200" cap="none" spc="0" normalizeH="0" baseline="0" noProof="0">
                <a:ln>
                  <a:noFill/>
                </a:ln>
                <a:solidFill>
                  <a:srgbClr val="111111"/>
                </a:solidFill>
                <a:effectLst/>
                <a:uLnTx/>
                <a:uFillTx/>
                <a:latin typeface="Century Gothic"/>
                <a:ea typeface="+mn-ea"/>
                <a:cs typeface="+mn-cs"/>
              </a:rPr>
              <a:t> by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combining</a:t>
            </a:r>
            <a:r>
              <a:rPr kumimoji="0" sz="2500" b="0" i="0" u="none" strike="noStrike" kern="1200" cap="none" spc="0" normalizeH="0" baseline="0" noProof="0">
                <a:ln>
                  <a:noFill/>
                </a:ln>
                <a:solidFill>
                  <a:srgbClr val="111111"/>
                </a:solidFill>
                <a:effectLst/>
                <a:uLnTx/>
                <a:uFillTx/>
                <a:latin typeface="Century Gothic"/>
                <a:ea typeface="+mn-ea"/>
                <a:cs typeface="+mn-cs"/>
              </a:rPr>
              <a:t> non-sensitive data from separate sources.</a:t>
            </a:r>
          </a:p>
        </p:txBody>
      </p:sp>
      <p:sp>
        <p:nvSpPr>
          <p:cNvPr id="9" name="TextBox 8"/>
          <p:cNvSpPr txBox="1"/>
          <p:nvPr/>
        </p:nvSpPr>
        <p:spPr>
          <a:xfrm>
            <a:off x="1205653" y="2852928"/>
            <a:ext cx="10058400" cy="5486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dirty="0">
                <a:ln>
                  <a:noFill/>
                </a:ln>
                <a:solidFill>
                  <a:srgbClr val="FF1818"/>
                </a:solidFill>
                <a:effectLst/>
                <a:uLnTx/>
                <a:uFillTx/>
                <a:latin typeface="Segoe Print"/>
                <a:ea typeface="+mn-ea"/>
                <a:cs typeface="+mn-cs"/>
              </a:rPr>
              <a:t>Need-to-know, and least privilege can prevent this attack</a:t>
            </a:r>
          </a:p>
        </p:txBody>
      </p:sp>
      <p:sp>
        <p:nvSpPr>
          <p:cNvPr id="10" name="TextBox 9"/>
          <p:cNvSpPr txBox="1"/>
          <p:nvPr/>
        </p:nvSpPr>
        <p:spPr>
          <a:xfrm>
            <a:off x="320040" y="3886200"/>
            <a:ext cx="3017520" cy="8229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w="9525">
                  <a:solidFill>
                    <a:srgbClr val="444444"/>
                  </a:solidFill>
                </a:ln>
                <a:solidFill>
                  <a:srgbClr val="00E5F2"/>
                </a:solidFill>
                <a:effectLst/>
                <a:uLnTx/>
                <a:uFillTx/>
                <a:latin typeface="Century Gothic"/>
                <a:ea typeface="+mn-ea"/>
                <a:cs typeface="+mn-cs"/>
              </a:rPr>
              <a:t>Inference</a:t>
            </a:r>
          </a:p>
        </p:txBody>
      </p:sp>
      <p:sp>
        <p:nvSpPr>
          <p:cNvPr id="11" name="Rectangle 10"/>
          <p:cNvSpPr/>
          <p:nvPr/>
        </p:nvSpPr>
        <p:spPr>
          <a:xfrm>
            <a:off x="3291840" y="3611880"/>
            <a:ext cx="54864" cy="123444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520440" y="3611880"/>
            <a:ext cx="8046720" cy="123444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the ability to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deduce or assume</a:t>
            </a:r>
            <a:r>
              <a:rPr kumimoji="0" sz="2500" b="0" i="0" u="none" strike="noStrike" kern="1200" cap="none" spc="0" normalizeH="0" baseline="0" noProof="0">
                <a:ln>
                  <a:noFill/>
                </a:ln>
                <a:solidFill>
                  <a:srgbClr val="111111"/>
                </a:solidFill>
                <a:effectLst/>
                <a:uLnTx/>
                <a:uFillTx/>
                <a:latin typeface="Century Gothic"/>
                <a:ea typeface="+mn-ea"/>
                <a:cs typeface="+mn-cs"/>
              </a:rPr>
              <a:t> sensitive information from observing non-sensitive pieces of information.</a:t>
            </a:r>
          </a:p>
        </p:txBody>
      </p:sp>
      <p:cxnSp>
        <p:nvCxnSpPr>
          <p:cNvPr id="13" name="Connector 12"/>
          <p:cNvCxnSpPr/>
          <p:nvPr/>
        </p:nvCxnSpPr>
        <p:spPr>
          <a:xfrm>
            <a:off x="7955279" y="4434840"/>
            <a:ext cx="1691640" cy="36576"/>
          </a:xfrm>
          <a:prstGeom prst="line">
            <a:avLst/>
          </a:prstGeom>
          <a:ln w="31750">
            <a:solidFill>
              <a:srgbClr val="FF181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88720" y="4956048"/>
            <a:ext cx="10058400" cy="5486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FF1818"/>
                </a:solidFill>
                <a:effectLst/>
                <a:uLnTx/>
                <a:uFillTx/>
                <a:latin typeface="Segoe Print"/>
                <a:ea typeface="+mn-ea"/>
                <a:cs typeface="+mn-cs"/>
              </a:rPr>
              <a:t>Blurring data and database partitioning may prevent this attack</a:t>
            </a:r>
          </a:p>
        </p:txBody>
      </p:sp>
      <p:sp>
        <p:nvSpPr>
          <p:cNvPr id="15" name="Rectangle 14"/>
          <p:cNvSpPr/>
          <p:nvPr/>
        </p:nvSpPr>
        <p:spPr>
          <a:xfrm>
            <a:off x="0" y="5577840"/>
            <a:ext cx="12191695" cy="128016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p:cNvSpPr/>
          <p:nvPr/>
        </p:nvSpPr>
        <p:spPr>
          <a:xfrm>
            <a:off x="594360" y="5833872"/>
            <a:ext cx="502920" cy="502920"/>
          </a:xfrm>
          <a:prstGeom prst="ellipse">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760323" y="6296558"/>
            <a:ext cx="170992" cy="80467"/>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1463040" y="5687568"/>
            <a:ext cx="10424160" cy="1060704"/>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600" b="0" i="0" u="none" strike="noStrike" kern="1200" cap="none" spc="0" normalizeH="0" baseline="0" noProof="0">
                <a:ln>
                  <a:noFill/>
                </a:ln>
                <a:solidFill>
                  <a:srgbClr val="111111"/>
                </a:solidFill>
                <a:effectLst/>
                <a:uLnTx/>
                <a:uFillTx/>
                <a:latin typeface="Century Gothic"/>
                <a:ea typeface="+mn-ea"/>
                <a:cs typeface="+mn-cs"/>
              </a:rPr>
              <a:t>Other attacks on RDBMS (discussed previously)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600" b="0" i="0" u="none" strike="noStrike" kern="1200" cap="none" spc="0" normalizeH="0" baseline="0" noProof="0">
                <a:ln>
                  <a:noFill/>
                </a:ln>
                <a:solidFill>
                  <a:srgbClr val="111111"/>
                </a:solidFill>
                <a:effectLst/>
                <a:uLnTx/>
                <a:uFillTx/>
                <a:latin typeface="Century Gothic"/>
                <a:ea typeface="+mn-ea"/>
                <a:cs typeface="+mn-cs"/>
              </a:rPr>
              <a:t>include </a:t>
            </a:r>
            <a:r>
              <a:rPr kumimoji="0" sz="2600" b="1" i="0" u="none" strike="noStrike" kern="1200" cap="none" spc="0" normalizeH="0" baseline="0" noProof="0">
                <a:ln>
                  <a:noFill/>
                </a:ln>
                <a:solidFill>
                  <a:srgbClr val="111111"/>
                </a:solidFill>
                <a:effectLst/>
                <a:uLnTx/>
                <a:uFillTx/>
                <a:latin typeface="Century Gothic"/>
                <a:ea typeface="+mn-ea"/>
                <a:cs typeface="+mn-cs"/>
              </a:rPr>
              <a:t>SQL injection, TOC/TOU, backdoor</a:t>
            </a:r>
            <a:r>
              <a:rPr kumimoji="0" sz="2600" b="0" i="0" u="none" strike="noStrike" kern="1200" cap="none" spc="0" normalizeH="0" baseline="0" noProof="0">
                <a:ln>
                  <a:noFill/>
                </a:ln>
                <a:solidFill>
                  <a:srgbClr val="111111"/>
                </a:solidFill>
                <a:effectLst/>
                <a:uLnTx/>
                <a:uFillTx/>
                <a:latin typeface="Century Gothic"/>
                <a:ea typeface="+mn-ea"/>
                <a:cs typeface="+mn-cs"/>
              </a:rPr>
              <a:t>, and </a:t>
            </a:r>
            <a:r>
              <a:rPr kumimoji="0" sz="2600" b="1" i="0" u="none" strike="noStrike" kern="1200" cap="none" spc="0" normalizeH="0" baseline="0" noProof="0">
                <a:ln>
                  <a:noFill/>
                </a:ln>
                <a:solidFill>
                  <a:srgbClr val="111111"/>
                </a:solidFill>
                <a:effectLst/>
                <a:uLnTx/>
                <a:uFillTx/>
                <a:latin typeface="Century Gothic"/>
                <a:ea typeface="+mn-ea"/>
                <a:cs typeface="+mn-cs"/>
              </a:rPr>
              <a:t>DoS</a:t>
            </a:r>
            <a:r>
              <a:rPr kumimoji="0" sz="2600" b="0" i="0" u="none" strike="noStrike" kern="1200" cap="none" spc="0" normalizeH="0" baseline="0" noProof="0">
                <a:ln>
                  <a:noFill/>
                </a:ln>
                <a:solidFill>
                  <a:srgbClr val="111111"/>
                </a:solidFill>
                <a:effectLst/>
                <a:uLnTx/>
                <a:uFillTx/>
                <a:latin typeface="Century Gothic"/>
                <a:ea typeface="+mn-ea"/>
                <a:cs typeface="+mn-cs"/>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464B62-6DC8-8937-5025-2B009E730774}"/>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80976F-12A9-DDFA-30E9-D7858597CFAF}"/>
              </a:ext>
            </a:extLst>
          </p:cNvPr>
          <p:cNvSpPr>
            <a:spLocks noGrp="1"/>
          </p:cNvSpPr>
          <p:nvPr>
            <p:ph type="title"/>
          </p:nvPr>
        </p:nvSpPr>
        <p:spPr>
          <a:xfrm>
            <a:off x="838200" y="365125"/>
            <a:ext cx="10515600" cy="1325563"/>
          </a:xfrm>
        </p:spPr>
        <p:txBody>
          <a:bodyPr>
            <a:normAutofit/>
          </a:bodyPr>
          <a:lstStyle/>
          <a:p>
            <a:r>
              <a:rPr lang="en-US" sz="5400"/>
              <a:t>Aggregation and Inference</a:t>
            </a:r>
          </a:p>
        </p:txBody>
      </p:sp>
      <p:sp>
        <p:nvSpPr>
          <p:cNvPr id="2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672F0E9-96F7-417E-9736-F06DF5548F27}"/>
              </a:ext>
            </a:extLst>
          </p:cNvPr>
          <p:cNvSpPr>
            <a:spLocks noGrp="1"/>
          </p:cNvSpPr>
          <p:nvPr>
            <p:ph idx="1"/>
          </p:nvPr>
        </p:nvSpPr>
        <p:spPr>
          <a:xfrm>
            <a:off x="838200" y="1929384"/>
            <a:ext cx="10515600" cy="4251960"/>
          </a:xfrm>
        </p:spPr>
        <p:txBody>
          <a:bodyPr>
            <a:noAutofit/>
          </a:bodyPr>
          <a:lstStyle/>
          <a:p>
            <a:pPr marR="0" rtl="0"/>
            <a:r>
              <a:rPr lang="en-US" sz="2000" dirty="0">
                <a:latin typeface="Times New Roman" panose="02020603050405020304" pitchFamily="18" charset="0"/>
              </a:rPr>
              <a:t>Aggregation is when you add together data (usually non-sensitive) from multiple sources/queries and combine them to form a complete picture (that is often at a higher classification level)</a:t>
            </a:r>
            <a:br>
              <a:rPr lang="en-US" sz="2000" dirty="0">
                <a:latin typeface="Times New Roman" panose="02020603050405020304" pitchFamily="18" charset="0"/>
              </a:rPr>
            </a:br>
            <a:endParaRPr lang="en-US" sz="2000" dirty="0">
              <a:latin typeface="Times New Roman" panose="02020603050405020304" pitchFamily="18" charset="0"/>
            </a:endParaRPr>
          </a:p>
          <a:p>
            <a:pPr marR="0" rtl="0"/>
            <a:r>
              <a:rPr lang="en-US" sz="2000" dirty="0">
                <a:latin typeface="Times New Roman" panose="02020603050405020304" pitchFamily="18" charset="0"/>
              </a:rPr>
              <a:t>Or if someone was able to get the first part of someone's credit card number from one database and the last part from another, they have aggregated two queries to obtain sensitive information.</a:t>
            </a:r>
          </a:p>
          <a:p>
            <a:pPr marR="0" rtl="0"/>
            <a:endParaRPr lang="en-US" sz="2000" dirty="0">
              <a:latin typeface="Times New Roman" panose="02020603050405020304" pitchFamily="18" charset="0"/>
            </a:endParaRPr>
          </a:p>
          <a:p>
            <a:pPr marR="0" rtl="0"/>
            <a:r>
              <a:rPr lang="en-US" sz="2000" dirty="0">
                <a:latin typeface="Times New Roman" panose="02020603050405020304" pitchFamily="18" charset="0"/>
              </a:rPr>
              <a:t>It is like putting together the pieces of jigsaw puzzle</a:t>
            </a:r>
          </a:p>
          <a:p>
            <a:pPr marR="0" rtl="0"/>
            <a:endParaRPr lang="en-US" sz="2000" dirty="0">
              <a:latin typeface="Times New Roman" panose="02020603050405020304" pitchFamily="18" charset="0"/>
            </a:endParaRPr>
          </a:p>
          <a:p>
            <a:pPr marR="0" rtl="0"/>
            <a:r>
              <a:rPr lang="en-US" sz="2000" dirty="0">
                <a:latin typeface="Times New Roman" panose="02020603050405020304" pitchFamily="18" charset="0"/>
              </a:rPr>
              <a:t>There is no deduction required.  You are just assembling pieces of information to see a larger picture.</a:t>
            </a:r>
            <a:br>
              <a:rPr lang="en-US" sz="2000" dirty="0">
                <a:latin typeface="Times New Roman" panose="02020603050405020304" pitchFamily="18" charset="0"/>
              </a:rPr>
            </a:br>
            <a:endParaRPr lang="en-US" sz="2000" dirty="0">
              <a:latin typeface="Times New Roman" panose="02020603050405020304" pitchFamily="18" charset="0"/>
            </a:endParaRPr>
          </a:p>
          <a:p>
            <a:pPr marR="0" rtl="0"/>
            <a:r>
              <a:rPr lang="en-US" sz="2000" dirty="0">
                <a:latin typeface="Times New Roman" panose="02020603050405020304" pitchFamily="18" charset="0"/>
              </a:rPr>
              <a:t>Anyone who aggregated the same information together would get the same result</a:t>
            </a:r>
            <a:br>
              <a:rPr lang="en-US" sz="2000" dirty="0">
                <a:latin typeface="Times New Roman" panose="02020603050405020304" pitchFamily="18" charset="0"/>
              </a:rPr>
            </a:br>
            <a:endParaRPr lang="en-US" sz="2000" dirty="0">
              <a:latin typeface="Times New Roman" panose="02020603050405020304" pitchFamily="18" charset="0"/>
            </a:endParaRPr>
          </a:p>
          <a:p>
            <a:pPr marL="0" marR="0" indent="0" rtl="0">
              <a:buNone/>
            </a:pPr>
            <a:br>
              <a:rPr lang="en-US" sz="2000" b="0" i="0" u="none" strike="noStrike" baseline="0" dirty="0">
                <a:latin typeface="Times New Roman" panose="02020603050405020304" pitchFamily="18" charset="0"/>
              </a:rPr>
            </a:br>
            <a:br>
              <a:rPr lang="en-US" sz="2000" dirty="0">
                <a:latin typeface="Times New Roman" panose="02020603050405020304" pitchFamily="18" charset="0"/>
              </a:rPr>
            </a:br>
            <a:endParaRPr lang="en-US" sz="2000" dirty="0">
              <a:latin typeface="Times New Roman" panose="02020603050405020304" pitchFamily="18" charset="0"/>
            </a:endParaRPr>
          </a:p>
          <a:p>
            <a:pPr marR="0" rtl="0"/>
            <a:endParaRPr lang="en-US" sz="2000" b="0" i="0" u="none" strike="noStrike" baseline="0" dirty="0">
              <a:latin typeface="Times New Roman" panose="02020603050405020304" pitchFamily="18" charset="0"/>
            </a:endParaRPr>
          </a:p>
          <a:p>
            <a:endParaRPr lang="en-US" sz="2000" dirty="0"/>
          </a:p>
        </p:txBody>
      </p:sp>
      <p:sp>
        <p:nvSpPr>
          <p:cNvPr id="4" name="Slide Number Placeholder 3">
            <a:extLst>
              <a:ext uri="{FF2B5EF4-FFF2-40B4-BE49-F238E27FC236}">
                <a16:creationId xmlns:a16="http://schemas.microsoft.com/office/drawing/2014/main" id="{0B1EB456-975A-3751-2AB6-EBCDEB68AE5E}"/>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base" latinLnBrk="0" hangingPunct="1">
              <a:spcBef>
                <a:spcPct val="0"/>
              </a:spcBef>
              <a:spcAft>
                <a:spcPts val="600"/>
              </a:spcAft>
              <a:buClrTx/>
              <a:buSzTx/>
              <a:buFontTx/>
              <a:buNone/>
              <a:tabLst/>
              <a:defRPr/>
            </a:pPr>
            <a:fld id="{933EBF01-D49B-4B90-BA7A-0A7FB1CE9D0B}" type="slidenum">
              <a:rPr kumimoji="0" lang="en-US" b="0" i="0" u="none" strike="noStrike" kern="1200" cap="none" spc="0" normalizeH="0" baseline="0" noProof="0" smtClean="0">
                <a:ln>
                  <a:noFill/>
                </a:ln>
                <a:effectLst/>
                <a:uLnTx/>
                <a:uFillTx/>
                <a:latin typeface="Arial" charset="0"/>
                <a:ea typeface="+mn-ea"/>
                <a:cs typeface="Arial" charset="0"/>
              </a:rPr>
              <a:pPr marL="0" marR="0" lvl="0" indent="0" defTabSz="914400" rtl="0" eaLnBrk="1" fontAlgn="base" latinLnBrk="0" hangingPunct="1">
                <a:spcBef>
                  <a:spcPct val="0"/>
                </a:spcBef>
                <a:spcAft>
                  <a:spcPts val="600"/>
                </a:spcAft>
                <a:buClrTx/>
                <a:buSzTx/>
                <a:buFontTx/>
                <a:buNone/>
                <a:tabLst/>
                <a:defRPr/>
              </a:pPr>
              <a:t>28</a:t>
            </a:fld>
            <a:endParaRPr kumimoji="0" lang="en-US" b="0" i="0" u="none" strike="noStrike" kern="1200" cap="none" spc="0" normalizeH="0" baseline="0" noProof="0">
              <a:ln>
                <a:noFill/>
              </a:ln>
              <a:effectLst/>
              <a:uLnTx/>
              <a:uFillTx/>
              <a:latin typeface="Arial" charset="0"/>
              <a:ea typeface="+mn-ea"/>
              <a:cs typeface="Arial" charset="0"/>
            </a:endParaRPr>
          </a:p>
        </p:txBody>
      </p:sp>
    </p:spTree>
    <p:extLst>
      <p:ext uri="{BB962C8B-B14F-4D97-AF65-F5344CB8AC3E}">
        <p14:creationId xmlns:p14="http://schemas.microsoft.com/office/powerpoint/2010/main" val="337587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6E60892-E8BF-EE7B-1D13-4F5A26446084}"/>
              </a:ext>
            </a:extLst>
          </p:cNvPr>
          <p:cNvSpPr>
            <a:spLocks noGrp="1"/>
          </p:cNvSpPr>
          <p:nvPr>
            <p:ph type="title"/>
          </p:nvPr>
        </p:nvSpPr>
        <p:spPr>
          <a:xfrm>
            <a:off x="761800" y="762001"/>
            <a:ext cx="5334197" cy="1708242"/>
          </a:xfrm>
        </p:spPr>
        <p:txBody>
          <a:bodyPr anchor="ctr">
            <a:normAutofit/>
          </a:bodyPr>
          <a:lstStyle/>
          <a:p>
            <a:r>
              <a:rPr lang="en-US" sz="4000"/>
              <a:t>Inference</a:t>
            </a:r>
          </a:p>
        </p:txBody>
      </p:sp>
      <p:sp>
        <p:nvSpPr>
          <p:cNvPr id="3" name="Content Placeholder 2">
            <a:extLst>
              <a:ext uri="{FF2B5EF4-FFF2-40B4-BE49-F238E27FC236}">
                <a16:creationId xmlns:a16="http://schemas.microsoft.com/office/drawing/2014/main" id="{4CEA6CF7-1534-A222-060F-9454443EFDFE}"/>
              </a:ext>
            </a:extLst>
          </p:cNvPr>
          <p:cNvSpPr>
            <a:spLocks noGrp="1"/>
          </p:cNvSpPr>
          <p:nvPr>
            <p:ph idx="1"/>
          </p:nvPr>
        </p:nvSpPr>
        <p:spPr>
          <a:xfrm>
            <a:off x="761800" y="2470244"/>
            <a:ext cx="5334197" cy="3769835"/>
          </a:xfrm>
        </p:spPr>
        <p:txBody>
          <a:bodyPr anchor="ctr">
            <a:normAutofit/>
          </a:bodyPr>
          <a:lstStyle/>
          <a:p>
            <a:pPr marR="0" rtl="0"/>
            <a:r>
              <a:rPr lang="en-US" sz="1700" b="0" i="0" u="none" strike="noStrike" baseline="0" dirty="0">
                <a:highlight>
                  <a:srgbClr val="FFFFFF"/>
                </a:highlight>
                <a:latin typeface="Arial" panose="020B0604020202020204" pitchFamily="34" charset="0"/>
              </a:rPr>
              <a:t>Inference comes when you use </a:t>
            </a:r>
            <a:r>
              <a:rPr lang="en-US" sz="1700" dirty="0">
                <a:highlight>
                  <a:srgbClr val="FFFFFF"/>
                </a:highlight>
                <a:latin typeface="Arial" panose="020B0604020202020204" pitchFamily="34" charset="0"/>
              </a:rPr>
              <a:t>(typically aggregated)</a:t>
            </a:r>
            <a:r>
              <a:rPr lang="en-US" sz="1700" b="0" i="0" u="none" strike="noStrike" baseline="0" dirty="0">
                <a:highlight>
                  <a:srgbClr val="FFFFFF"/>
                </a:highlight>
                <a:latin typeface="Arial" panose="020B0604020202020204" pitchFamily="34" charset="0"/>
              </a:rPr>
              <a:t> information to </a:t>
            </a:r>
            <a:r>
              <a:rPr lang="en-US" sz="1700" b="0" i="0" u="none" strike="noStrike" baseline="0" dirty="0">
                <a:highlight>
                  <a:srgbClr val="FFFF00"/>
                </a:highlight>
                <a:latin typeface="Arial" panose="020B0604020202020204" pitchFamily="34" charset="0"/>
              </a:rPr>
              <a:t>come to a conclusion</a:t>
            </a:r>
            <a:r>
              <a:rPr lang="en-US" sz="1700" b="0" i="0" u="none" strike="noStrike" baseline="0" dirty="0">
                <a:highlight>
                  <a:srgbClr val="FFFFFF"/>
                </a:highlight>
                <a:latin typeface="Arial" panose="020B0604020202020204" pitchFamily="34" charset="0"/>
              </a:rPr>
              <a:t>.</a:t>
            </a:r>
          </a:p>
          <a:p>
            <a:pPr marL="0" marR="0" indent="0" rtl="0">
              <a:buNone/>
            </a:pPr>
            <a:endParaRPr lang="en-US" sz="1700" dirty="0">
              <a:highlight>
                <a:srgbClr val="FFFFFF"/>
              </a:highlight>
              <a:latin typeface="Arial" panose="020B0604020202020204" pitchFamily="34" charset="0"/>
            </a:endParaRPr>
          </a:p>
          <a:p>
            <a:pPr marR="0" rtl="0"/>
            <a:r>
              <a:rPr lang="en-US" sz="1700" b="0" i="0" u="none" strike="noStrike" baseline="0" dirty="0">
                <a:highlight>
                  <a:srgbClr val="FFFFFF"/>
                </a:highlight>
                <a:latin typeface="Arial" panose="020B0604020202020204" pitchFamily="34" charset="0"/>
              </a:rPr>
              <a:t>Inference is the same as aggregation except you are taking and additional step of deduction.  </a:t>
            </a:r>
          </a:p>
          <a:p>
            <a:pPr marR="0" rtl="0"/>
            <a:endParaRPr lang="en-US" sz="1700" b="0" i="0" u="none" strike="noStrike" baseline="0" dirty="0">
              <a:highlight>
                <a:srgbClr val="FFFFFF"/>
              </a:highlight>
              <a:latin typeface="Arial" panose="020B0604020202020204" pitchFamily="34" charset="0"/>
            </a:endParaRPr>
          </a:p>
          <a:p>
            <a:pPr marR="0" rtl="0"/>
            <a:r>
              <a:rPr lang="en-US" sz="1700" dirty="0">
                <a:highlight>
                  <a:srgbClr val="FFFFFF"/>
                </a:highlight>
                <a:latin typeface="Arial" panose="020B0604020202020204" pitchFamily="34" charset="0"/>
              </a:rPr>
              <a:t>With aggregation the information is clear </a:t>
            </a:r>
          </a:p>
          <a:p>
            <a:pPr marR="0" rtl="0"/>
            <a:endParaRPr lang="en-US" sz="1700" b="0" i="0" u="none" strike="noStrike" baseline="0" dirty="0">
              <a:highlight>
                <a:srgbClr val="FFFFFF"/>
              </a:highlight>
              <a:latin typeface="Arial" panose="020B0604020202020204" pitchFamily="34" charset="0"/>
            </a:endParaRPr>
          </a:p>
          <a:p>
            <a:pPr marR="0" rtl="0"/>
            <a:r>
              <a:rPr lang="en-US" sz="1700" dirty="0">
                <a:highlight>
                  <a:srgbClr val="FFFFFF"/>
                </a:highlight>
                <a:latin typeface="Arial" panose="020B0604020202020204" pitchFamily="34" charset="0"/>
              </a:rPr>
              <a:t>Inference is an </a:t>
            </a:r>
            <a:r>
              <a:rPr lang="en-US" sz="1700" b="1" dirty="0">
                <a:highlight>
                  <a:srgbClr val="FFFFFF"/>
                </a:highlight>
                <a:latin typeface="Arial" panose="020B0604020202020204" pitchFamily="34" charset="0"/>
              </a:rPr>
              <a:t>educated guess </a:t>
            </a:r>
            <a:r>
              <a:rPr lang="en-US" sz="1700" dirty="0">
                <a:highlight>
                  <a:srgbClr val="FFFFFF"/>
                </a:highlight>
                <a:latin typeface="Arial" panose="020B0604020202020204" pitchFamily="34" charset="0"/>
              </a:rPr>
              <a:t>based on aggregated information</a:t>
            </a:r>
            <a:endParaRPr lang="en-US" sz="1700" b="0" i="0" u="none" strike="noStrike" baseline="0" dirty="0">
              <a:highlight>
                <a:srgbClr val="FFFFFF"/>
              </a:highlight>
              <a:latin typeface="Arial" panose="020B0604020202020204" pitchFamily="34" charset="0"/>
            </a:endParaRPr>
          </a:p>
          <a:p>
            <a:pPr marR="0" rtl="0"/>
            <a:endParaRPr lang="en-US" sz="1700" b="0" i="0" u="none" strike="noStrike" baseline="0" dirty="0">
              <a:latin typeface="Times New Roman" panose="02020603050405020304" pitchFamily="18" charset="0"/>
            </a:endParaRPr>
          </a:p>
          <a:p>
            <a:endParaRPr lang="en-US" sz="1700" dirty="0"/>
          </a:p>
        </p:txBody>
      </p:sp>
      <p:pic>
        <p:nvPicPr>
          <p:cNvPr id="8" name="Picture 7" descr="Complex maths formulae on a blackboard">
            <a:extLst>
              <a:ext uri="{FF2B5EF4-FFF2-40B4-BE49-F238E27FC236}">
                <a16:creationId xmlns:a16="http://schemas.microsoft.com/office/drawing/2014/main" id="{9D548937-7D24-C486-161B-7B01CCE85CF2}"/>
              </a:ext>
            </a:extLst>
          </p:cNvPr>
          <p:cNvPicPr>
            <a:picLocks noChangeAspect="1"/>
          </p:cNvPicPr>
          <p:nvPr/>
        </p:nvPicPr>
        <p:blipFill rotWithShape="1">
          <a:blip r:embed="rId2"/>
          <a:srcRect l="28616" r="14695" b="2"/>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97D3993F-CA66-3C7B-252F-7C72C4C63BE1}"/>
              </a:ext>
            </a:extLst>
          </p:cNvPr>
          <p:cNvSpPr>
            <a:spLocks noGrp="1"/>
          </p:cNvSpPr>
          <p:nvPr>
            <p:ph type="sldNum" sz="quarter" idx="12"/>
          </p:nvPr>
        </p:nvSpPr>
        <p:spPr>
          <a:xfrm>
            <a:off x="10167869" y="6356350"/>
            <a:ext cx="1768425"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933EBF01-D49B-4B90-BA7A-0A7FB1CE9D0B}" type="slidenum">
              <a:rPr kumimoji="0" lang="en-US" sz="900" b="0" i="0" u="none" strike="noStrike" kern="1200" cap="none" spc="0" normalizeH="0" baseline="0" noProof="0">
                <a:ln>
                  <a:noFill/>
                </a:ln>
                <a:solidFill>
                  <a:srgbClr val="FFFFFF"/>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ts val="600"/>
                </a:spcAft>
                <a:buClrTx/>
                <a:buSzTx/>
                <a:buFontTx/>
                <a:buNone/>
                <a:tabLst/>
                <a:defRPr/>
              </a:pPr>
              <a:t>29</a:t>
            </a:fld>
            <a:endParaRPr kumimoji="0" lang="en-US" sz="900" b="0" i="0" u="none" strike="noStrike" kern="1200" cap="none" spc="0" normalizeH="0" baseline="0" noProof="0">
              <a:ln>
                <a:noFill/>
              </a:ln>
              <a:solidFill>
                <a:srgbClr val="FFFFFF"/>
              </a:solidFill>
              <a:effectLst/>
              <a:uLnTx/>
              <a:uFillTx/>
              <a:latin typeface="Arial" charset="0"/>
              <a:ea typeface="+mn-ea"/>
              <a:cs typeface="Arial" charset="0"/>
            </a:endParaRPr>
          </a:p>
        </p:txBody>
      </p:sp>
    </p:spTree>
    <p:extLst>
      <p:ext uri="{BB962C8B-B14F-4D97-AF65-F5344CB8AC3E}">
        <p14:creationId xmlns:p14="http://schemas.microsoft.com/office/powerpoint/2010/main" val="18115494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6F074-184D-8984-702D-111E09786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06B35-4B42-D9D7-A5BF-79544B92BC22}"/>
              </a:ext>
            </a:extLst>
          </p:cNvPr>
          <p:cNvSpPr>
            <a:spLocks noGrp="1"/>
          </p:cNvSpPr>
          <p:nvPr>
            <p:ph type="title"/>
          </p:nvPr>
        </p:nvSpPr>
        <p:spPr/>
        <p:txBody>
          <a:bodyPr/>
          <a:lstStyle/>
          <a:p>
            <a:r>
              <a:rPr lang="en-US"/>
              <a:t>Inference Examples</a:t>
            </a:r>
            <a:endParaRPr lang="en-US" dirty="0"/>
          </a:p>
        </p:txBody>
      </p:sp>
      <p:graphicFrame>
        <p:nvGraphicFramePr>
          <p:cNvPr id="6" name="Content Placeholder 2">
            <a:extLst>
              <a:ext uri="{FF2B5EF4-FFF2-40B4-BE49-F238E27FC236}">
                <a16:creationId xmlns:a16="http://schemas.microsoft.com/office/drawing/2014/main" id="{CEDD6F47-069A-A7D8-7F91-67D6F22F01F1}"/>
              </a:ext>
            </a:extLst>
          </p:cNvPr>
          <p:cNvGraphicFramePr>
            <a:graphicFrameLocks noGrp="1"/>
          </p:cNvGraphicFramePr>
          <p:nvPr>
            <p:ph idx="1"/>
            <p:extLst>
              <p:ext uri="{D42A27DB-BD31-4B8C-83A1-F6EECF244321}">
                <p14:modId xmlns:p14="http://schemas.microsoft.com/office/powerpoint/2010/main" val="684993936"/>
              </p:ext>
            </p:extLst>
          </p:nvPr>
        </p:nvGraphicFramePr>
        <p:xfrm>
          <a:off x="628650" y="1825625"/>
          <a:ext cx="1026795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1E1E5E46-D999-F754-C122-79BCEA6AA27D}"/>
              </a:ext>
            </a:extLst>
          </p:cNvPr>
          <p:cNvSpPr>
            <a:spLocks noGrp="1"/>
          </p:cNvSpPr>
          <p:nvPr>
            <p:ph type="sldNum" sz="quarter" idx="12"/>
          </p:nvPr>
        </p:nvSpPr>
        <p:spPr/>
        <p:txBody>
          <a:bodyPr/>
          <a:lstStyle/>
          <a:p>
            <a:pPr>
              <a:defRPr/>
            </a:pPr>
            <a:fld id="{933EBF01-D49B-4B90-BA7A-0A7FB1CE9D0B}" type="slidenum">
              <a:rPr lang="en-US" smtClean="0"/>
              <a:pPr>
                <a:defRPr/>
              </a:pPr>
              <a:t>30</a:t>
            </a:fld>
            <a:endParaRPr lang="en-US"/>
          </a:p>
        </p:txBody>
      </p:sp>
    </p:spTree>
    <p:extLst>
      <p:ext uri="{BB962C8B-B14F-4D97-AF65-F5344CB8AC3E}">
        <p14:creationId xmlns:p14="http://schemas.microsoft.com/office/powerpoint/2010/main" val="1187655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APPLICATION ATTACKS</a:t>
            </a:r>
          </a:p>
        </p:txBody>
      </p:sp>
      <p:sp>
        <p:nvSpPr>
          <p:cNvPr id="4" name="Rectangle 3"/>
          <p:cNvSpPr/>
          <p:nvPr/>
        </p:nvSpPr>
        <p:spPr>
          <a:xfrm>
            <a:off x="0" y="1325880"/>
            <a:ext cx="996696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111111"/>
                </a:solidFill>
                <a:effectLst/>
                <a:uLnTx/>
                <a:uFillTx/>
                <a:latin typeface="Century Gothic"/>
                <a:ea typeface="+mn-ea"/>
                <a:cs typeface="+mn-cs"/>
              </a:rPr>
              <a:t>attacks attackers use to exploit </a:t>
            </a:r>
            <a:r>
              <a:rPr kumimoji="0" sz="2200" b="1" i="0" u="none" strike="noStrike" kern="1200" cap="none" spc="0" normalizeH="0" baseline="0" noProof="0">
                <a:ln>
                  <a:noFill/>
                </a:ln>
                <a:solidFill>
                  <a:srgbClr val="111111"/>
                </a:solidFill>
                <a:effectLst/>
                <a:uLnTx/>
                <a:uFillTx/>
                <a:latin typeface="Century Gothic"/>
                <a:ea typeface="+mn-ea"/>
                <a:cs typeface="+mn-cs"/>
              </a:rPr>
              <a:t>poorly written software</a:t>
            </a:r>
            <a:r>
              <a:rPr kumimoji="0" sz="2200" b="0" i="0" u="none" strike="noStrike" kern="1200" cap="none" spc="0" normalizeH="0" baseline="0" noProof="0">
                <a:ln>
                  <a:noFill/>
                </a:ln>
                <a:solidFill>
                  <a:srgbClr val="111111"/>
                </a:solidFill>
                <a:effectLst/>
                <a:uLnTx/>
                <a:uFillTx/>
                <a:latin typeface="Century Gothic"/>
                <a:ea typeface="+mn-ea"/>
                <a:cs typeface="+mn-cs"/>
              </a:rPr>
              <a:t>.</a:t>
            </a:r>
          </a:p>
        </p:txBody>
      </p:sp>
      <p:sp>
        <p:nvSpPr>
          <p:cNvPr id="5" name="TextBox 4"/>
          <p:cNvSpPr txBox="1"/>
          <p:nvPr/>
        </p:nvSpPr>
        <p:spPr>
          <a:xfrm>
            <a:off x="502920" y="2011680"/>
            <a:ext cx="11338560" cy="45720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sz="2300" b="1" i="0" u="none" strike="noStrike" kern="1200" cap="none" spc="0" normalizeH="0" baseline="0" noProof="0" dirty="0">
                <a:ln>
                  <a:noFill/>
                </a:ln>
                <a:solidFill>
                  <a:srgbClr val="111111"/>
                </a:solidFill>
                <a:effectLst/>
                <a:uLnTx/>
                <a:uFillTx/>
                <a:latin typeface="Century Gothic"/>
                <a:ea typeface="+mn-ea"/>
                <a:cs typeface="+mn-cs"/>
              </a:rPr>
              <a:t>Buffer Overflow</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800" b="0" i="0" u="none" strike="noStrike" kern="1200" cap="none" spc="0" normalizeH="0" baseline="0" noProof="0" dirty="0">
                <a:ln>
                  <a:noFill/>
                </a:ln>
                <a:solidFill>
                  <a:srgbClr val="111111"/>
                </a:solidFill>
                <a:effectLst/>
                <a:uLnTx/>
                <a:uFillTx/>
                <a:latin typeface="Century Gothic"/>
                <a:ea typeface="+mn-ea"/>
                <a:cs typeface="+mn-cs"/>
              </a:rPr>
              <a:t>exist when a developer does not validate user input to ensure that it is of an appropriate size (allows Input that is too large can “overflow” memory buffer)</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sz="2300" b="1" i="0" u="none" strike="noStrike" kern="1200" cap="none" spc="0" normalizeH="0" baseline="0" noProof="0" dirty="0">
                <a:ln>
                  <a:noFill/>
                </a:ln>
                <a:solidFill>
                  <a:srgbClr val="111111"/>
                </a:solidFill>
                <a:effectLst/>
                <a:uLnTx/>
                <a:uFillTx/>
                <a:latin typeface="Century Gothic"/>
                <a:ea typeface="+mn-ea"/>
                <a:cs typeface="+mn-cs"/>
              </a:rPr>
              <a:t>Back Door</a:t>
            </a:r>
            <a:r>
              <a:rPr kumimoji="0" sz="1700" b="0" i="0" u="none" strike="noStrike" kern="1200" cap="none" spc="0" normalizeH="0" baseline="0" noProof="0" dirty="0">
                <a:ln>
                  <a:noFill/>
                </a:ln>
                <a:solidFill>
                  <a:srgbClr val="FF1818"/>
                </a:solidFill>
                <a:effectLst/>
                <a:uLnTx/>
                <a:uFillTx/>
                <a:latin typeface="Segoe Print"/>
                <a:ea typeface="+mn-ea"/>
                <a:cs typeface="+mn-cs"/>
              </a:rPr>
              <a:t>   often used during development and debugging</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800" b="0" i="0" u="none" strike="noStrike" kern="1200" cap="none" spc="0" normalizeH="0" baseline="0" noProof="0" dirty="0">
                <a:ln>
                  <a:noFill/>
                </a:ln>
                <a:solidFill>
                  <a:srgbClr val="111111"/>
                </a:solidFill>
                <a:effectLst/>
                <a:uLnTx/>
                <a:uFillTx/>
                <a:latin typeface="Century Gothic"/>
                <a:ea typeface="+mn-ea"/>
                <a:cs typeface="+mn-cs"/>
              </a:rPr>
              <a:t>undocumented command sequences that allow individuals with knowledge of the back door to bypass normal access restrictions</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sz="2300" b="1" i="0" u="none" strike="noStrike" kern="1200" cap="none" spc="0" normalizeH="0" baseline="0" noProof="0" dirty="0">
                <a:ln>
                  <a:noFill/>
                </a:ln>
                <a:solidFill>
                  <a:srgbClr val="111111"/>
                </a:solidFill>
                <a:effectLst/>
                <a:uLnTx/>
                <a:uFillTx/>
                <a:latin typeface="Century Gothic"/>
                <a:ea typeface="+mn-ea"/>
                <a:cs typeface="+mn-cs"/>
              </a:rPr>
              <a:t>Time-of-Check-to-Time-of-Use</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800" b="0" i="0" u="none" strike="noStrike" kern="1200" cap="none" spc="0" normalizeH="0" baseline="0" noProof="0" dirty="0">
                <a:ln>
                  <a:noFill/>
                </a:ln>
                <a:solidFill>
                  <a:srgbClr val="111111"/>
                </a:solidFill>
                <a:effectLst/>
                <a:uLnTx/>
                <a:uFillTx/>
                <a:latin typeface="Century Gothic"/>
                <a:ea typeface="+mn-ea"/>
                <a:cs typeface="+mn-cs"/>
              </a:rPr>
              <a:t>a timing vulnerability that occurs when a program checks access permissions too far in advance of a resource request.</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sz="2300" b="1" i="0" u="none" strike="noStrike" kern="1200" cap="none" spc="0" normalizeH="0" baseline="0" noProof="0" dirty="0">
                <a:ln>
                  <a:noFill/>
                </a:ln>
                <a:solidFill>
                  <a:srgbClr val="111111"/>
                </a:solidFill>
                <a:effectLst/>
                <a:uLnTx/>
                <a:uFillTx/>
                <a:latin typeface="Century Gothic"/>
                <a:ea typeface="+mn-ea"/>
                <a:cs typeface="+mn-cs"/>
              </a:rPr>
              <a:t>Rootkit (escalation of privilege)</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800" b="0" i="0" u="none" strike="noStrike" kern="1200" cap="none" spc="0" normalizeH="0" baseline="0" noProof="0" dirty="0">
                <a:ln>
                  <a:noFill/>
                </a:ln>
                <a:solidFill>
                  <a:srgbClr val="111111"/>
                </a:solidFill>
                <a:effectLst/>
                <a:uLnTx/>
                <a:uFillTx/>
                <a:latin typeface="Century Gothic"/>
                <a:ea typeface="+mn-ea"/>
                <a:cs typeface="+mn-cs"/>
              </a:rPr>
              <a:t>freely available on the internet and exploit known vulnerabilities in various operating systems enabling attackers to elevate privilege.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WEB APPLICATION VULNERABILITIES</a:t>
            </a:r>
          </a:p>
        </p:txBody>
      </p:sp>
      <p:sp>
        <p:nvSpPr>
          <p:cNvPr id="4" name="Rectangle 3"/>
          <p:cNvSpPr/>
          <p:nvPr/>
        </p:nvSpPr>
        <p:spPr>
          <a:xfrm>
            <a:off x="0" y="1325880"/>
            <a:ext cx="1024128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used to compromise web front-end and backend databases</a:t>
            </a:r>
          </a:p>
        </p:txBody>
      </p:sp>
      <p:sp>
        <p:nvSpPr>
          <p:cNvPr id="5" name="TextBox 4"/>
          <p:cNvSpPr txBox="1"/>
          <p:nvPr/>
        </p:nvSpPr>
        <p:spPr>
          <a:xfrm>
            <a:off x="502920" y="2148840"/>
            <a:ext cx="7498079" cy="301752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Cross-site scripting (XSS)</a:t>
            </a:r>
          </a:p>
          <a:p>
            <a:pPr marL="0" marR="0" lvl="0" indent="0" algn="l" defTabSz="457200" rtl="0" eaLnBrk="1" fontAlgn="auto" latinLnBrk="0" hangingPunct="1">
              <a:lnSpc>
                <a:spcPct val="100000"/>
              </a:lnSpc>
              <a:spcBef>
                <a:spcPts val="0"/>
              </a:spcBef>
              <a:spcAft>
                <a:spcPts val="1000"/>
              </a:spcAft>
              <a:buClrTx/>
              <a:buSzTx/>
              <a:buFontTx/>
              <a:buNone/>
              <a:tabLst/>
              <a:defRPr/>
            </a:pPr>
            <a:r>
              <a:rPr kumimoji="0" sz="2300" b="0" i="0" u="none" strike="noStrike" kern="1200" cap="none" spc="0" normalizeH="0" baseline="0" noProof="0">
                <a:ln>
                  <a:noFill/>
                </a:ln>
                <a:solidFill>
                  <a:srgbClr val="111111"/>
                </a:solidFill>
                <a:effectLst/>
                <a:uLnTx/>
                <a:uFillTx/>
                <a:latin typeface="Century Gothic"/>
                <a:ea typeface="+mn-ea"/>
                <a:cs typeface="+mn-cs"/>
              </a:rPr>
              <a:t>A type of injection, in which malicious scripts are injected into otherwise benign and trusted websites.</a:t>
            </a:r>
          </a:p>
          <a:p>
            <a:pPr marL="0" marR="0" lvl="0" indent="0" algn="l" defTabSz="457200" rtl="0" eaLnBrk="1" fontAlgn="auto" latinLnBrk="0" hangingPunct="1">
              <a:lnSpc>
                <a:spcPct val="100000"/>
              </a:lnSpc>
              <a:spcBef>
                <a:spcPts val="0"/>
              </a:spcBef>
              <a:spcAft>
                <a:spcPts val="1400"/>
              </a:spcAft>
              <a:buClrTx/>
              <a:buSzTx/>
              <a:buFontTx/>
              <a:buNone/>
              <a:tabLst/>
              <a:defRPr/>
            </a:pPr>
            <a:r>
              <a:rPr kumimoji="0" sz="2300" b="0" i="0" u="none" strike="noStrike" kern="1200" cap="none" spc="0" normalizeH="0" baseline="0" noProof="0">
                <a:ln>
                  <a:noFill/>
                </a:ln>
                <a:solidFill>
                  <a:srgbClr val="111111"/>
                </a:solidFill>
                <a:effectLst/>
                <a:uLnTx/>
                <a:uFillTx/>
                <a:latin typeface="Century Gothic"/>
                <a:ea typeface="+mn-ea"/>
                <a:cs typeface="+mn-cs"/>
              </a:rPr>
              <a:t>Occur when an attacker uses a web application to send malicious code to a different end user.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SQL injection attacks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0" i="0" u="none" strike="noStrike" kern="1200" cap="none" spc="0" normalizeH="0" baseline="0" noProof="0">
                <a:ln>
                  <a:noFill/>
                </a:ln>
                <a:solidFill>
                  <a:srgbClr val="111111"/>
                </a:solidFill>
                <a:effectLst/>
                <a:uLnTx/>
                <a:uFillTx/>
                <a:latin typeface="Century Gothic"/>
                <a:ea typeface="+mn-ea"/>
                <a:cs typeface="+mn-cs"/>
              </a:rPr>
              <a:t>Use unexpected input to a web application to gain unauthorized access to an underlying database.</a:t>
            </a:r>
          </a:p>
        </p:txBody>
      </p:sp>
      <p:sp>
        <p:nvSpPr>
          <p:cNvPr id="6" name="TextBox 5"/>
          <p:cNvSpPr txBox="1"/>
          <p:nvPr/>
        </p:nvSpPr>
        <p:spPr>
          <a:xfrm>
            <a:off x="5120640" y="2148840"/>
            <a:ext cx="6766560" cy="457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0" i="0" u="none" strike="noStrike" kern="1200" cap="none" spc="0" normalizeH="0" baseline="0" noProof="0">
                <a:ln>
                  <a:noFill/>
                </a:ln>
                <a:solidFill>
                  <a:srgbClr val="FF1818"/>
                </a:solidFill>
                <a:effectLst/>
                <a:uLnTx/>
                <a:uFillTx/>
                <a:latin typeface="Segoe Print"/>
                <a:ea typeface="+mn-ea"/>
                <a:cs typeface="+mn-cs"/>
              </a:rPr>
              <a:t>occur when web apps contain 'reflected input'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VIRUS PROPAGATION TECHNIQUES</a:t>
            </a:r>
          </a:p>
        </p:txBody>
      </p:sp>
      <p:sp>
        <p:nvSpPr>
          <p:cNvPr id="4" name="Rectangle 3"/>
          <p:cNvSpPr/>
          <p:nvPr/>
        </p:nvSpPr>
        <p:spPr>
          <a:xfrm>
            <a:off x="0" y="1325880"/>
            <a:ext cx="809244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Viruses use four main propagation techniques</a:t>
            </a:r>
          </a:p>
        </p:txBody>
      </p:sp>
      <p:sp>
        <p:nvSpPr>
          <p:cNvPr id="5" name="TextBox 4"/>
          <p:cNvSpPr txBox="1"/>
          <p:nvPr/>
        </p:nvSpPr>
        <p:spPr>
          <a:xfrm>
            <a:off x="502920" y="2011680"/>
            <a:ext cx="11338560" cy="45720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sz="2400" b="1" i="0" u="none" strike="noStrike" kern="1200" cap="none" spc="0" normalizeH="0" baseline="0" noProof="0">
                <a:ln>
                  <a:noFill/>
                </a:ln>
                <a:solidFill>
                  <a:srgbClr val="111111"/>
                </a:solidFill>
                <a:effectLst/>
                <a:uLnTx/>
                <a:uFillTx/>
                <a:latin typeface="Century Gothic"/>
                <a:ea typeface="+mn-ea"/>
                <a:cs typeface="+mn-cs"/>
              </a:rPr>
              <a:t>File Infection</a:t>
            </a:r>
            <a:r>
              <a:rPr kumimoji="0" sz="1800" b="0" i="0" u="none" strike="noStrike" kern="1200" cap="none" spc="0" normalizeH="0" baseline="0" noProof="0">
                <a:ln>
                  <a:noFill/>
                </a:ln>
                <a:solidFill>
                  <a:srgbClr val="FF1818"/>
                </a:solidFill>
                <a:effectLst/>
                <a:uLnTx/>
                <a:uFillTx/>
                <a:latin typeface="Segoe Print"/>
                <a:ea typeface="+mn-ea"/>
                <a:cs typeface="+mn-cs"/>
              </a:rPr>
              <a:t>   .exe and .com on Windows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infect different types of executable files and trigger when the operating system attempts to execute them.</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sz="2400" b="1" i="0" u="none" strike="noStrike" kern="1200" cap="none" spc="0" normalizeH="0" baseline="0" noProof="0">
                <a:ln>
                  <a:noFill/>
                </a:ln>
                <a:solidFill>
                  <a:srgbClr val="111111"/>
                </a:solidFill>
                <a:effectLst/>
                <a:uLnTx/>
                <a:uFillTx/>
                <a:latin typeface="Century Gothic"/>
                <a:ea typeface="+mn-ea"/>
                <a:cs typeface="+mn-cs"/>
              </a:rPr>
              <a:t>Service injection</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escape detection by injecting themselves into </a:t>
            </a:r>
            <a:r>
              <a:rPr kumimoji="0" sz="1900" b="0" i="0" u="none" strike="noStrike" kern="1200" cap="none" spc="0" normalizeH="0" baseline="0" noProof="0">
                <a:ln>
                  <a:noFill/>
                </a:ln>
                <a:solidFill>
                  <a:srgbClr val="111111"/>
                </a:solidFill>
                <a:effectLst/>
                <a:highlight>
                  <a:srgbClr val="FFF176"/>
                </a:highlight>
                <a:uLnTx/>
                <a:uFillTx/>
                <a:latin typeface="Century Gothic"/>
                <a:ea typeface="+mn-ea"/>
                <a:cs typeface="+mn-cs"/>
              </a:rPr>
              <a:t>trusted runtime processes</a:t>
            </a:r>
            <a:r>
              <a:rPr kumimoji="0" sz="1900" b="0" i="0" u="none" strike="noStrike" kern="1200" cap="none" spc="0" normalizeH="0" baseline="0" noProof="0">
                <a:ln>
                  <a:noFill/>
                </a:ln>
                <a:solidFill>
                  <a:srgbClr val="111111"/>
                </a:solidFill>
                <a:effectLst/>
                <a:uLnTx/>
                <a:uFillTx/>
                <a:latin typeface="Century Gothic"/>
                <a:ea typeface="+mn-ea"/>
                <a:cs typeface="+mn-cs"/>
              </a:rPr>
              <a:t> of the operating system, such as svchost.exe, winlogin.exe, and explorer.exe.</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sz="2400" b="1" i="0" u="none" strike="noStrike" kern="1200" cap="none" spc="0" normalizeH="0" baseline="0" noProof="0">
                <a:ln>
                  <a:noFill/>
                </a:ln>
                <a:solidFill>
                  <a:srgbClr val="111111"/>
                </a:solidFill>
                <a:effectLst/>
                <a:uLnTx/>
                <a:uFillTx/>
                <a:latin typeface="Century Gothic"/>
                <a:ea typeface="+mn-ea"/>
                <a:cs typeface="+mn-cs"/>
              </a:rPr>
              <a:t>Boot Sector Infection</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infect the legitimate boot sector and are loaded into memory during the operating system load process.</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sz="2400" b="1" i="0" u="none" strike="noStrike" kern="1200" cap="none" spc="0" normalizeH="0" baseline="0" noProof="0">
                <a:ln>
                  <a:noFill/>
                </a:ln>
                <a:solidFill>
                  <a:srgbClr val="111111"/>
                </a:solidFill>
                <a:effectLst/>
                <a:uLnTx/>
                <a:uFillTx/>
                <a:latin typeface="Century Gothic"/>
                <a:ea typeface="+mn-ea"/>
                <a:cs typeface="+mn-cs"/>
              </a:rPr>
              <a:t>Macro Infection</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Infect and spread through code in macros (often using Visual Basic for Apps in MS Office docs)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ANTIVIRUS SOFTWARE</a:t>
            </a:r>
          </a:p>
        </p:txBody>
      </p:sp>
      <p:sp>
        <p:nvSpPr>
          <p:cNvPr id="4" name="TextBox 3"/>
          <p:cNvSpPr txBox="1"/>
          <p:nvPr/>
        </p:nvSpPr>
        <p:spPr>
          <a:xfrm>
            <a:off x="457200" y="1188720"/>
            <a:ext cx="11247120" cy="118872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5000" b="1" i="0" u="none" strike="noStrike" kern="1200" cap="none" spc="0" normalizeH="0" baseline="0" noProof="0">
                <a:ln w="9525">
                  <a:solidFill>
                    <a:srgbClr val="444444"/>
                  </a:solidFill>
                </a:ln>
                <a:solidFill>
                  <a:srgbClr val="00E5F2"/>
                </a:solidFill>
                <a:effectLst/>
                <a:uLnTx/>
                <a:uFillTx/>
                <a:latin typeface="Century Gothic"/>
                <a:ea typeface="+mn-ea"/>
                <a:cs typeface="+mn-cs"/>
              </a:rPr>
              <a:t>ANTIVIRUS SOFTWARE</a:t>
            </a:r>
          </a:p>
        </p:txBody>
      </p:sp>
      <p:cxnSp>
        <p:nvCxnSpPr>
          <p:cNvPr id="5" name="Connector 4"/>
          <p:cNvCxnSpPr/>
          <p:nvPr/>
        </p:nvCxnSpPr>
        <p:spPr>
          <a:xfrm>
            <a:off x="2286000" y="2560320"/>
            <a:ext cx="7635240" cy="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7280" y="2834640"/>
            <a:ext cx="9966960" cy="1364925"/>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kumimoji="0" sz="2600" b="0" i="0" u="none" strike="noStrike" kern="1200" cap="none" spc="0" normalizeH="0" baseline="0" noProof="0" dirty="0">
                <a:ln>
                  <a:noFill/>
                </a:ln>
                <a:solidFill>
                  <a:srgbClr val="111111"/>
                </a:solidFill>
                <a:effectLst/>
                <a:uLnTx/>
                <a:uFillTx/>
                <a:latin typeface="Century Gothic"/>
                <a:ea typeface="+mn-ea"/>
                <a:cs typeface="+mn-cs"/>
              </a:rPr>
              <a:t>use </a:t>
            </a:r>
            <a:r>
              <a:rPr kumimoji="0" sz="2600" b="1" i="0" u="none" strike="noStrike" kern="1200" cap="none" spc="0" normalizeH="0" baseline="0" noProof="0" dirty="0">
                <a:ln>
                  <a:noFill/>
                </a:ln>
                <a:solidFill>
                  <a:srgbClr val="111111"/>
                </a:solidFill>
                <a:effectLst/>
                <a:uLnTx/>
                <a:uFillTx/>
                <a:latin typeface="Century Gothic"/>
                <a:ea typeface="+mn-ea"/>
                <a:cs typeface="+mn-cs"/>
              </a:rPr>
              <a:t>signature-based</a:t>
            </a:r>
            <a:r>
              <a:rPr kumimoji="0" sz="2600" b="0" i="0" u="none" strike="noStrike" kern="1200" cap="none" spc="0" normalizeH="0" baseline="0" noProof="0" dirty="0">
                <a:ln>
                  <a:noFill/>
                </a:ln>
                <a:solidFill>
                  <a:srgbClr val="111111"/>
                </a:solidFill>
                <a:effectLst/>
                <a:uLnTx/>
                <a:uFillTx/>
                <a:latin typeface="Century Gothic"/>
                <a:ea typeface="+mn-ea"/>
                <a:cs typeface="+mn-cs"/>
              </a:rPr>
              <a:t> detection algorithms to look for telltale patterns of known viruses. It is critical signatures are updated frequently.</a:t>
            </a:r>
          </a:p>
        </p:txBody>
      </p:sp>
      <p:cxnSp>
        <p:nvCxnSpPr>
          <p:cNvPr id="7" name="Connector 6"/>
          <p:cNvCxnSpPr>
            <a:cxnSpLocks/>
          </p:cNvCxnSpPr>
          <p:nvPr/>
        </p:nvCxnSpPr>
        <p:spPr>
          <a:xfrm>
            <a:off x="2895600" y="3733800"/>
            <a:ext cx="2362200" cy="0"/>
          </a:xfrm>
          <a:prstGeom prst="line">
            <a:avLst/>
          </a:prstGeom>
          <a:ln w="31750">
            <a:solidFill>
              <a:srgbClr val="FF18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ANTIVIRUS SOFTWARE</a:t>
            </a:r>
          </a:p>
        </p:txBody>
      </p:sp>
      <p:sp>
        <p:nvSpPr>
          <p:cNvPr id="4" name="TextBox 3"/>
          <p:cNvSpPr txBox="1"/>
          <p:nvPr/>
        </p:nvSpPr>
        <p:spPr>
          <a:xfrm>
            <a:off x="457200" y="1188720"/>
            <a:ext cx="11247120" cy="118872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5000" b="1" i="0" u="none" strike="noStrike" kern="1200" cap="none" spc="0" normalizeH="0" baseline="0" noProof="0">
                <a:ln w="9525">
                  <a:solidFill>
                    <a:srgbClr val="444444"/>
                  </a:solidFill>
                </a:ln>
                <a:solidFill>
                  <a:srgbClr val="00E5F2"/>
                </a:solidFill>
                <a:effectLst/>
                <a:uLnTx/>
                <a:uFillTx/>
                <a:latin typeface="Century Gothic"/>
                <a:ea typeface="+mn-ea"/>
                <a:cs typeface="+mn-cs"/>
              </a:rPr>
              <a:t>ANTIVIRUS SOFTWARE</a:t>
            </a:r>
          </a:p>
        </p:txBody>
      </p:sp>
      <p:cxnSp>
        <p:nvCxnSpPr>
          <p:cNvPr id="5" name="Connector 4"/>
          <p:cNvCxnSpPr/>
          <p:nvPr/>
        </p:nvCxnSpPr>
        <p:spPr>
          <a:xfrm>
            <a:off x="2286000" y="2560320"/>
            <a:ext cx="7635240" cy="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7280" y="2834640"/>
            <a:ext cx="9966960" cy="1825051"/>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kumimoji="0" sz="2600" b="0" i="0" u="none" strike="noStrike" kern="1200" cap="none" spc="0" normalizeH="0" baseline="0" noProof="0" dirty="0">
                <a:ln>
                  <a:noFill/>
                </a:ln>
                <a:solidFill>
                  <a:srgbClr val="111111"/>
                </a:solidFill>
                <a:effectLst/>
                <a:uLnTx/>
                <a:uFillTx/>
                <a:latin typeface="Century Gothic"/>
                <a:ea typeface="+mn-ea"/>
                <a:cs typeface="+mn-cs"/>
              </a:rPr>
              <a:t>Today, many use </a:t>
            </a:r>
            <a:r>
              <a:rPr kumimoji="0" sz="2600" b="1" i="0" u="none" strike="noStrike" kern="1200" cap="none" spc="0" normalizeH="0" baseline="0" noProof="0" dirty="0">
                <a:ln>
                  <a:noFill/>
                </a:ln>
                <a:solidFill>
                  <a:srgbClr val="111111"/>
                </a:solidFill>
                <a:effectLst/>
                <a:uLnTx/>
                <a:uFillTx/>
                <a:latin typeface="Century Gothic"/>
                <a:ea typeface="+mn-ea"/>
                <a:cs typeface="+mn-cs"/>
              </a:rPr>
              <a:t>behavior-based detection </a:t>
            </a:r>
            <a:r>
              <a:rPr kumimoji="0" sz="2600" b="0" i="0" u="none" strike="noStrike" kern="1200" cap="none" spc="0" normalizeH="0" baseline="0" noProof="0" dirty="0">
                <a:ln>
                  <a:noFill/>
                </a:ln>
                <a:solidFill>
                  <a:srgbClr val="111111"/>
                </a:solidFill>
                <a:effectLst/>
                <a:uLnTx/>
                <a:uFillTx/>
                <a:latin typeface="Century Gothic"/>
                <a:ea typeface="+mn-ea"/>
                <a:cs typeface="+mn-cs"/>
              </a:rPr>
              <a:t>monitoring target systems for unusual activity and either blocking it or flagging it, even if the software does not match a known malware signature.</a:t>
            </a:r>
          </a:p>
        </p:txBody>
      </p:sp>
      <p:cxnSp>
        <p:nvCxnSpPr>
          <p:cNvPr id="7" name="Connector 6"/>
          <p:cNvCxnSpPr>
            <a:cxnSpLocks/>
          </p:cNvCxnSpPr>
          <p:nvPr/>
        </p:nvCxnSpPr>
        <p:spPr>
          <a:xfrm>
            <a:off x="3124200" y="3733800"/>
            <a:ext cx="2743201" cy="0"/>
          </a:xfrm>
          <a:prstGeom prst="line">
            <a:avLst/>
          </a:prstGeom>
          <a:ln w="31750">
            <a:solidFill>
              <a:srgbClr val="FF18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NETWORK RECONNAISSANCE TECHNIQUES</a:t>
            </a:r>
          </a:p>
        </p:txBody>
      </p:sp>
      <p:sp>
        <p:nvSpPr>
          <p:cNvPr id="4" name="Rectangle 3"/>
          <p:cNvSpPr/>
          <p:nvPr/>
        </p:nvSpPr>
        <p:spPr>
          <a:xfrm>
            <a:off x="0" y="1325880"/>
            <a:ext cx="9509760" cy="65836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techniques used by attackers preparing to attack a network</a:t>
            </a:r>
          </a:p>
        </p:txBody>
      </p:sp>
      <p:sp>
        <p:nvSpPr>
          <p:cNvPr id="6" name="TextBox 5"/>
          <p:cNvSpPr txBox="1"/>
          <p:nvPr/>
        </p:nvSpPr>
        <p:spPr>
          <a:xfrm>
            <a:off x="502920" y="2331720"/>
            <a:ext cx="11338560" cy="42062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160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IP Probes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2200" b="0" i="0" u="none" strike="noStrike" kern="1200" cap="none" spc="0" normalizeH="0" baseline="0" noProof="0">
                <a:ln>
                  <a:noFill/>
                </a:ln>
                <a:solidFill>
                  <a:srgbClr val="111111"/>
                </a:solidFill>
                <a:effectLst/>
                <a:uLnTx/>
                <a:uFillTx/>
                <a:latin typeface="Century Gothic"/>
                <a:ea typeface="+mn-ea"/>
                <a:cs typeface="+mn-cs"/>
              </a:rPr>
              <a:t>Automated tools simply attempt to ping each address in a range. Systems that respond to the ping request are logged for further analysis</a:t>
            </a:r>
          </a:p>
          <a:p>
            <a:pPr marL="0" marR="0" lvl="0" indent="0" algn="l" defTabSz="457200" rtl="0" eaLnBrk="1" fontAlgn="auto" latinLnBrk="0" hangingPunct="1">
              <a:lnSpc>
                <a:spcPct val="100000"/>
              </a:lnSpc>
              <a:spcBef>
                <a:spcPts val="160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Port Scans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2200" b="0" i="0" u="none" strike="noStrike" kern="1200" cap="none" spc="0" normalizeH="0" baseline="0" noProof="0">
                <a:ln>
                  <a:noFill/>
                </a:ln>
                <a:solidFill>
                  <a:srgbClr val="111111"/>
                </a:solidFill>
                <a:effectLst/>
                <a:uLnTx/>
                <a:uFillTx/>
                <a:latin typeface="Century Gothic"/>
                <a:ea typeface="+mn-ea"/>
                <a:cs typeface="+mn-cs"/>
              </a:rPr>
              <a:t>Scans a system for open/listening ports. Often, web servers, file servers, and other servers supporting critical operations are prime targets</a:t>
            </a:r>
          </a:p>
          <a:p>
            <a:pPr marL="0" marR="0" lvl="0" indent="0" algn="l" defTabSz="457200" rtl="0" eaLnBrk="1" fontAlgn="auto" latinLnBrk="0" hangingPunct="1">
              <a:lnSpc>
                <a:spcPct val="100000"/>
              </a:lnSpc>
              <a:spcBef>
                <a:spcPts val="1600"/>
              </a:spcBef>
              <a:spcAft>
                <a:spcPts val="0"/>
              </a:spcAft>
              <a:buClrTx/>
              <a:buSzTx/>
              <a:buFontTx/>
              <a:buNone/>
              <a:tabLst/>
              <a:defRPr/>
            </a:pPr>
            <a:r>
              <a:rPr kumimoji="0" sz="2700" b="1" i="0" u="none" strike="noStrike" kern="1200" cap="none" spc="0" normalizeH="0" baseline="0" noProof="0">
                <a:ln>
                  <a:noFill/>
                </a:ln>
                <a:solidFill>
                  <a:srgbClr val="111111"/>
                </a:solidFill>
                <a:effectLst/>
                <a:uLnTx/>
                <a:uFillTx/>
                <a:latin typeface="Century Gothic"/>
                <a:ea typeface="+mn-ea"/>
                <a:cs typeface="+mn-cs"/>
              </a:rPr>
              <a:t>Vulnerability Scans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2200" b="0" i="0" u="none" strike="noStrike" kern="1200" cap="none" spc="0" normalizeH="0" baseline="0" noProof="0">
                <a:ln>
                  <a:noFill/>
                </a:ln>
                <a:solidFill>
                  <a:srgbClr val="111111"/>
                </a:solidFill>
                <a:effectLst/>
                <a:uLnTx/>
                <a:uFillTx/>
                <a:latin typeface="Century Gothic"/>
                <a:ea typeface="+mn-ea"/>
                <a:cs typeface="+mn-cs"/>
              </a:rPr>
              <a:t>Used discover specific vulnerabilities in a system. popular tools for this purpose include Nessus, OpenVAS, Qualys, Core Impact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ACQUIRED SOFTWARE SECURITY IMPACT</a:t>
            </a:r>
          </a:p>
        </p:txBody>
      </p:sp>
      <p:sp>
        <p:nvSpPr>
          <p:cNvPr id="4" name="TextBox 3"/>
          <p:cNvSpPr txBox="1"/>
          <p:nvPr/>
        </p:nvSpPr>
        <p:spPr>
          <a:xfrm>
            <a:off x="502920" y="1417320"/>
            <a:ext cx="11338560" cy="502920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1000"/>
              </a:spcBef>
              <a:spcAft>
                <a:spcPts val="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Operating system Attacks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attackers always try to search for </a:t>
            </a:r>
            <a:r>
              <a:rPr kumimoji="0" sz="1900" b="0" i="0" u="none" strike="noStrike" kern="1200" cap="none" spc="0" normalizeH="0" baseline="0" noProof="0">
                <a:ln>
                  <a:noFill/>
                </a:ln>
                <a:solidFill>
                  <a:srgbClr val="111111"/>
                </a:solidFill>
                <a:effectLst/>
                <a:highlight>
                  <a:srgbClr val="FFF176"/>
                </a:highlight>
                <a:uLnTx/>
                <a:uFillTx/>
                <a:latin typeface="Century Gothic"/>
                <a:ea typeface="+mn-ea"/>
                <a:cs typeface="+mn-cs"/>
              </a:rPr>
              <a:t>operating system vulnerabilities</a:t>
            </a:r>
            <a:r>
              <a:rPr kumimoji="0" sz="1900" b="0" i="0" u="none" strike="noStrike" kern="1200" cap="none" spc="0" normalizeH="0" baseline="0" noProof="0">
                <a:ln>
                  <a:noFill/>
                </a:ln>
                <a:solidFill>
                  <a:srgbClr val="111111"/>
                </a:solidFill>
                <a:effectLst/>
                <a:uLnTx/>
                <a:uFillTx/>
                <a:latin typeface="Century Gothic"/>
                <a:ea typeface="+mn-ea"/>
                <a:cs typeface="+mn-cs"/>
              </a:rPr>
              <a:t>, like buffer overflow , OS bugs, unpatched operating system.</a:t>
            </a:r>
          </a:p>
          <a:p>
            <a:pPr marL="0" marR="0" lvl="0" indent="0" algn="l" defTabSz="457200" rtl="0" eaLnBrk="1" fontAlgn="auto" latinLnBrk="0" hangingPunct="1">
              <a:lnSpc>
                <a:spcPct val="100000"/>
              </a:lnSpc>
              <a:spcBef>
                <a:spcPts val="1000"/>
              </a:spcBef>
              <a:spcAft>
                <a:spcPts val="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Application-Level Attacks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overflow, active content, cross-site script, denial of service, SQL injection, session hijacking , phishing.</a:t>
            </a:r>
          </a:p>
          <a:p>
            <a:pPr marL="0" marR="0" lvl="0" indent="0" algn="l" defTabSz="457200" rtl="0" eaLnBrk="1" fontAlgn="auto" latinLnBrk="0" hangingPunct="1">
              <a:lnSpc>
                <a:spcPct val="100000"/>
              </a:lnSpc>
              <a:spcBef>
                <a:spcPts val="1000"/>
              </a:spcBef>
              <a:spcAft>
                <a:spcPts val="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Shrink Wrap Code Attacks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an act of exploiting holes in unpatched or poorly configured software you buy and install. Often also often contain sample scripts/code.</a:t>
            </a:r>
          </a:p>
          <a:p>
            <a:pPr marL="0" marR="0" lvl="0" indent="0" algn="l" defTabSz="457200" rtl="0" eaLnBrk="1" fontAlgn="auto" latinLnBrk="0" hangingPunct="1">
              <a:lnSpc>
                <a:spcPct val="100000"/>
              </a:lnSpc>
              <a:spcBef>
                <a:spcPts val="1000"/>
              </a:spcBef>
              <a:spcAft>
                <a:spcPts val="0"/>
              </a:spcAft>
              <a:buClrTx/>
              <a:buSzTx/>
              <a:buFontTx/>
              <a:buNone/>
              <a:tabLst/>
              <a:defRPr/>
            </a:pPr>
            <a:r>
              <a:rPr kumimoji="0" sz="2500" b="1" i="0" u="none" strike="noStrike" kern="1200" cap="none" spc="0" normalizeH="0" baseline="0" noProof="0">
                <a:ln>
                  <a:noFill/>
                </a:ln>
                <a:solidFill>
                  <a:srgbClr val="111111"/>
                </a:solidFill>
                <a:effectLst/>
                <a:uLnTx/>
                <a:uFillTx/>
                <a:latin typeface="Century Gothic"/>
                <a:ea typeface="+mn-ea"/>
                <a:cs typeface="+mn-cs"/>
              </a:rPr>
              <a:t>Misconfiguration Attacks</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target poorly configured service or device, or one left in default configuration (like WiFi router left in default settings).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137160"/>
            <a:ext cx="6400800" cy="82296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PROTECTION RINGS</a:t>
            </a:r>
          </a:p>
        </p:txBody>
      </p:sp>
      <p:sp>
        <p:nvSpPr>
          <p:cNvPr id="3" name="TextBox 2"/>
          <p:cNvSpPr txBox="1"/>
          <p:nvPr/>
        </p:nvSpPr>
        <p:spPr>
          <a:xfrm>
            <a:off x="320040" y="914400"/>
            <a:ext cx="3840480" cy="10972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4A4A4A"/>
                </a:solidFill>
                <a:effectLst/>
                <a:uLnTx/>
                <a:uFillTx/>
                <a:latin typeface="Century Gothic"/>
                <a:ea typeface="+mn-ea"/>
                <a:cs typeface="+mn-cs"/>
              </a:rPr>
              <a:t>aka “hierarchical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4A4A4A"/>
                </a:solidFill>
                <a:effectLst/>
                <a:uLnTx/>
                <a:uFillTx/>
                <a:latin typeface="Century Gothic"/>
                <a:ea typeface="+mn-ea"/>
                <a:cs typeface="+mn-cs"/>
              </a:rPr>
              <a:t>protection domains”</a:t>
            </a:r>
          </a:p>
        </p:txBody>
      </p:sp>
      <p:sp>
        <p:nvSpPr>
          <p:cNvPr id="4" name="Oval 3"/>
          <p:cNvSpPr/>
          <p:nvPr/>
        </p:nvSpPr>
        <p:spPr>
          <a:xfrm>
            <a:off x="3794760" y="960119"/>
            <a:ext cx="5486400" cy="5486400"/>
          </a:xfrm>
          <a:prstGeom prst="ellipse">
            <a:avLst/>
          </a:prstGeom>
          <a:solidFill>
            <a:srgbClr val="7FE3A8"/>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5257800" y="1033271"/>
            <a:ext cx="256032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Ring 3</a:t>
            </a:r>
          </a:p>
        </p:txBody>
      </p:sp>
      <p:sp>
        <p:nvSpPr>
          <p:cNvPr id="6" name="TextBox 5"/>
          <p:cNvSpPr txBox="1"/>
          <p:nvPr/>
        </p:nvSpPr>
        <p:spPr>
          <a:xfrm>
            <a:off x="5074920" y="5971031"/>
            <a:ext cx="292608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Applications</a:t>
            </a:r>
          </a:p>
        </p:txBody>
      </p:sp>
      <p:sp>
        <p:nvSpPr>
          <p:cNvPr id="7" name="Oval 6"/>
          <p:cNvSpPr/>
          <p:nvPr/>
        </p:nvSpPr>
        <p:spPr>
          <a:xfrm>
            <a:off x="4398264" y="1563624"/>
            <a:ext cx="4279392" cy="4279392"/>
          </a:xfrm>
          <a:prstGeom prst="ellipse">
            <a:avLst/>
          </a:prstGeom>
          <a:solidFill>
            <a:srgbClr val="ECF49B"/>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5257800" y="1636776"/>
            <a:ext cx="256032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Ring 2</a:t>
            </a:r>
          </a:p>
        </p:txBody>
      </p:sp>
      <p:sp>
        <p:nvSpPr>
          <p:cNvPr id="9" name="TextBox 8"/>
          <p:cNvSpPr txBox="1"/>
          <p:nvPr/>
        </p:nvSpPr>
        <p:spPr>
          <a:xfrm>
            <a:off x="5074920" y="5367527"/>
            <a:ext cx="292608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Device drivers</a:t>
            </a:r>
          </a:p>
        </p:txBody>
      </p:sp>
      <p:sp>
        <p:nvSpPr>
          <p:cNvPr id="10" name="Oval 9"/>
          <p:cNvSpPr/>
          <p:nvPr/>
        </p:nvSpPr>
        <p:spPr>
          <a:xfrm>
            <a:off x="5001768" y="2167128"/>
            <a:ext cx="3072384" cy="3072384"/>
          </a:xfrm>
          <a:prstGeom prst="ellipse">
            <a:avLst/>
          </a:prstGeom>
          <a:solidFill>
            <a:srgbClr val="E3CCA5"/>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5257800" y="2240280"/>
            <a:ext cx="256032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Ring 1</a:t>
            </a:r>
          </a:p>
        </p:txBody>
      </p:sp>
      <p:sp>
        <p:nvSpPr>
          <p:cNvPr id="12" name="TextBox 11"/>
          <p:cNvSpPr txBox="1"/>
          <p:nvPr/>
        </p:nvSpPr>
        <p:spPr>
          <a:xfrm>
            <a:off x="5074920" y="4764023"/>
            <a:ext cx="292608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Device drivers</a:t>
            </a:r>
          </a:p>
        </p:txBody>
      </p:sp>
      <p:sp>
        <p:nvSpPr>
          <p:cNvPr id="13" name="Oval 12"/>
          <p:cNvSpPr/>
          <p:nvPr/>
        </p:nvSpPr>
        <p:spPr>
          <a:xfrm>
            <a:off x="5605272" y="2770632"/>
            <a:ext cx="1865376" cy="1865376"/>
          </a:xfrm>
          <a:prstGeom prst="ellipse">
            <a:avLst/>
          </a:prstGeom>
          <a:solidFill>
            <a:srgbClr val="E891A6"/>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5257800" y="2843784"/>
            <a:ext cx="256032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Ring 0</a:t>
            </a:r>
          </a:p>
        </p:txBody>
      </p:sp>
      <p:sp>
        <p:nvSpPr>
          <p:cNvPr id="15" name="TextBox 14"/>
          <p:cNvSpPr txBox="1"/>
          <p:nvPr/>
        </p:nvSpPr>
        <p:spPr>
          <a:xfrm>
            <a:off x="5257800" y="3840480"/>
            <a:ext cx="2560320" cy="384048"/>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Kernel</a:t>
            </a:r>
          </a:p>
        </p:txBody>
      </p:sp>
      <p:sp>
        <p:nvSpPr>
          <p:cNvPr id="16" name="Rectangle 15"/>
          <p:cNvSpPr/>
          <p:nvPr/>
        </p:nvSpPr>
        <p:spPr>
          <a:xfrm>
            <a:off x="10378440" y="1874519"/>
            <a:ext cx="777240" cy="658368"/>
          </a:xfrm>
          <a:prstGeom prst="rect">
            <a:avLst/>
          </a:prstGeom>
          <a:solidFill>
            <a:srgbClr val="7FE3A8"/>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10378440" y="2532887"/>
            <a:ext cx="777240" cy="658368"/>
          </a:xfrm>
          <a:prstGeom prst="rect">
            <a:avLst/>
          </a:prstGeom>
          <a:solidFill>
            <a:srgbClr val="ECF49B"/>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p:cNvSpPr/>
          <p:nvPr/>
        </p:nvSpPr>
        <p:spPr>
          <a:xfrm>
            <a:off x="10378440" y="3191256"/>
            <a:ext cx="777240" cy="658368"/>
          </a:xfrm>
          <a:prstGeom prst="rect">
            <a:avLst/>
          </a:prstGeom>
          <a:solidFill>
            <a:srgbClr val="E3CCA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p:cNvSpPr/>
          <p:nvPr/>
        </p:nvSpPr>
        <p:spPr>
          <a:xfrm>
            <a:off x="10378440" y="3849624"/>
            <a:ext cx="777240" cy="658368"/>
          </a:xfrm>
          <a:prstGeom prst="rect">
            <a:avLst/>
          </a:prstGeom>
          <a:solidFill>
            <a:srgbClr val="E891A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9692640" y="1371600"/>
            <a:ext cx="2377440" cy="41148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Least privileged</a:t>
            </a:r>
          </a:p>
        </p:txBody>
      </p:sp>
      <p:sp>
        <p:nvSpPr>
          <p:cNvPr id="21" name="TextBox 20"/>
          <p:cNvSpPr txBox="1"/>
          <p:nvPr/>
        </p:nvSpPr>
        <p:spPr>
          <a:xfrm>
            <a:off x="9692640" y="4526280"/>
            <a:ext cx="2377440" cy="411480"/>
          </a:xfrm>
          <a:prstGeom prst="rect">
            <a:avLst/>
          </a:prstGeom>
          <a:noFill/>
        </p:spPr>
        <p:txBody>
          <a:bodyPr wrap="square" lIns="25400" tIns="12700" rIns="25400" bIns="1270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111111"/>
                </a:solidFill>
                <a:effectLst/>
                <a:uLnTx/>
                <a:uFillTx/>
                <a:latin typeface="Century Gothic"/>
                <a:ea typeface="+mn-ea"/>
                <a:cs typeface="+mn-cs"/>
              </a:rPr>
              <a:t>Most privileged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CONCENTRIC CIRCLE SECURITY</a:t>
            </a:r>
          </a:p>
        </p:txBody>
      </p:sp>
      <p:sp>
        <p:nvSpPr>
          <p:cNvPr id="4" name="Rectangle 3"/>
          <p:cNvSpPr/>
          <p:nvPr/>
        </p:nvSpPr>
        <p:spPr>
          <a:xfrm>
            <a:off x="0" y="1325880"/>
            <a:ext cx="12191695" cy="914400"/>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several mutually independent security applications, processes, 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services that operate toward a single common goal.</a:t>
            </a:r>
          </a:p>
        </p:txBody>
      </p:sp>
      <p:sp>
        <p:nvSpPr>
          <p:cNvPr id="5" name="TextBox 4"/>
          <p:cNvSpPr txBox="1"/>
          <p:nvPr/>
        </p:nvSpPr>
        <p:spPr>
          <a:xfrm>
            <a:off x="502920" y="2743200"/>
            <a:ext cx="11155680" cy="237744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0"/>
              </a:spcBef>
              <a:spcAft>
                <a:spcPts val="1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avoids a </a:t>
            </a:r>
            <a:r>
              <a:rPr kumimoji="0" sz="2500" b="0" i="0" u="none" strike="noStrike" kern="1200" cap="none" spc="0" normalizeH="0" baseline="0" noProof="0">
                <a:ln>
                  <a:noFill/>
                </a:ln>
                <a:solidFill>
                  <a:srgbClr val="111111"/>
                </a:solidFill>
                <a:effectLst/>
                <a:highlight>
                  <a:srgbClr val="FFF176"/>
                </a:highlight>
                <a:uLnTx/>
                <a:uFillTx/>
                <a:latin typeface="Century Gothic"/>
                <a:ea typeface="+mn-ea"/>
                <a:cs typeface="+mn-cs"/>
              </a:rPr>
              <a:t>monolithic</a:t>
            </a:r>
            <a:r>
              <a:rPr kumimoji="0" sz="2500" b="0" i="0" u="none" strike="noStrike" kern="1200" cap="none" spc="0" normalizeH="0" baseline="0" noProof="0">
                <a:ln>
                  <a:noFill/>
                </a:ln>
                <a:solidFill>
                  <a:srgbClr val="111111"/>
                </a:solidFill>
                <a:effectLst/>
                <a:uLnTx/>
                <a:uFillTx/>
                <a:latin typeface="Century Gothic"/>
                <a:ea typeface="+mn-ea"/>
                <a:cs typeface="+mn-cs"/>
              </a:rPr>
              <a:t> security stance</a:t>
            </a:r>
          </a:p>
          <a:p>
            <a:pPr marL="0" marR="0" lvl="0" indent="0" algn="l" defTabSz="457200" rtl="0" eaLnBrk="1" fontAlgn="auto" latinLnBrk="0" hangingPunct="1">
              <a:lnSpc>
                <a:spcPct val="100000"/>
              </a:lnSpc>
              <a:spcBef>
                <a:spcPts val="0"/>
              </a:spcBef>
              <a:spcAft>
                <a:spcPts val="160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every individual security mechanism has a flaw or a workaround</a:t>
            </a:r>
          </a:p>
          <a:p>
            <a:pPr marL="0" marR="0" lvl="0" indent="0" algn="l" defTabSz="457200" rtl="0" eaLnBrk="1" fontAlgn="auto" latinLnBrk="0" hangingPunct="1">
              <a:lnSpc>
                <a:spcPct val="105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intelligent combination of countermeasures (layered defense) will resist significant and persistent attempts of compromise.</a:t>
            </a:r>
          </a:p>
        </p:txBody>
      </p:sp>
      <p:sp>
        <p:nvSpPr>
          <p:cNvPr id="8" name="Rectangle 7"/>
          <p:cNvSpPr/>
          <p:nvPr/>
        </p:nvSpPr>
        <p:spPr>
          <a:xfrm>
            <a:off x="0" y="5577840"/>
            <a:ext cx="12191695" cy="12801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594360" y="5833872"/>
            <a:ext cx="502920" cy="502920"/>
          </a:xfrm>
          <a:prstGeom prst="ellipse">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760323" y="6296558"/>
            <a:ext cx="170992" cy="80467"/>
          </a:xfrm>
          <a:prstGeom prst="rect">
            <a:avLst/>
          </a:prstGeom>
          <a:noFill/>
          <a:ln w="25400">
            <a:solidFill>
              <a:srgbClr val="111111"/>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1463040" y="5687568"/>
            <a:ext cx="10424160" cy="1060704"/>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Concentric circle security represents 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0" i="0" u="none" strike="noStrike" kern="1200" cap="none" spc="0" normalizeH="0" baseline="0" noProof="0">
                <a:ln>
                  <a:noFill/>
                </a:ln>
                <a:solidFill>
                  <a:srgbClr val="111111"/>
                </a:solidFill>
                <a:effectLst/>
                <a:uLnTx/>
                <a:uFillTx/>
                <a:latin typeface="Century Gothic"/>
                <a:ea typeface="+mn-ea"/>
                <a:cs typeface="+mn-cs"/>
              </a:rPr>
              <a:t>“layered defense” aka </a:t>
            </a:r>
            <a:r>
              <a:rPr kumimoji="0" sz="2500" b="1" i="0" u="none" strike="noStrike" kern="1200" cap="none" spc="0" normalizeH="0" baseline="0" noProof="0">
                <a:ln>
                  <a:noFill/>
                </a:ln>
                <a:solidFill>
                  <a:srgbClr val="111111"/>
                </a:solidFill>
                <a:effectLst/>
                <a:uLnTx/>
                <a:uFillTx/>
                <a:latin typeface="Century Gothic"/>
                <a:ea typeface="+mn-ea"/>
                <a:cs typeface="+mn-cs"/>
              </a:rPr>
              <a:t>defense in-depth</a:t>
            </a:r>
            <a:r>
              <a:rPr kumimoji="0" sz="2500" b="0" i="0" u="none" strike="noStrike" kern="1200" cap="none" spc="0" normalizeH="0" baseline="0" noProof="0">
                <a:ln>
                  <a:noFill/>
                </a:ln>
                <a:solidFill>
                  <a:srgbClr val="111111"/>
                </a:solidFill>
                <a:effectLst/>
                <a:uLnTx/>
                <a:uFillTx/>
                <a:latin typeface="Century Gothic"/>
                <a:ea typeface="+mn-ea"/>
                <a:cs typeface="+mn-cs"/>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TYPES OF STORAGE</a:t>
            </a:r>
          </a:p>
        </p:txBody>
      </p:sp>
      <p:sp>
        <p:nvSpPr>
          <p:cNvPr id="4" name="Rectangle 3"/>
          <p:cNvSpPr/>
          <p:nvPr/>
        </p:nvSpPr>
        <p:spPr>
          <a:xfrm>
            <a:off x="0" y="868680"/>
            <a:ext cx="877824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know types of storage, relative cost, and performance</a:t>
            </a:r>
          </a:p>
        </p:txBody>
      </p:sp>
      <p:sp>
        <p:nvSpPr>
          <p:cNvPr id="5" name="TextBox 4"/>
          <p:cNvSpPr txBox="1"/>
          <p:nvPr/>
        </p:nvSpPr>
        <p:spPr>
          <a:xfrm>
            <a:off x="502920" y="1554480"/>
            <a:ext cx="11247120" cy="47548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400"/>
              </a:spcBef>
              <a:spcAft>
                <a:spcPts val="0"/>
              </a:spcAft>
              <a:buClrTx/>
              <a:buSzTx/>
              <a:buFontTx/>
              <a:buNone/>
              <a:tabLst/>
              <a:defRPr/>
            </a:pPr>
            <a:r>
              <a:rPr kumimoji="0" sz="2600" b="1" i="0" u="none" strike="noStrike" kern="1200" cap="none" spc="0" normalizeH="0" baseline="0" noProof="0" dirty="0">
                <a:ln>
                  <a:noFill/>
                </a:ln>
                <a:solidFill>
                  <a:srgbClr val="111111"/>
                </a:solidFill>
                <a:effectLst/>
                <a:uLnTx/>
                <a:uFillTx/>
                <a:latin typeface="Century Gothic"/>
                <a:ea typeface="+mn-ea"/>
                <a:cs typeface="+mn-cs"/>
              </a:rPr>
              <a:t>Primary (or "real") memory</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dirty="0">
                <a:ln>
                  <a:noFill/>
                </a:ln>
                <a:solidFill>
                  <a:srgbClr val="111111"/>
                </a:solidFill>
                <a:effectLst/>
                <a:uLnTx/>
                <a:uFillTx/>
                <a:latin typeface="Century Gothic"/>
                <a:ea typeface="+mn-ea"/>
                <a:cs typeface="+mn-cs"/>
              </a:rPr>
              <a:t>consists of the main memory resources directly available to a system's CPU. Normally consists of volatile RAM and is usually the most high-performance storage available.</a:t>
            </a:r>
          </a:p>
          <a:p>
            <a:pPr marL="0" marR="0" lvl="0" indent="0" algn="l" defTabSz="457200" rtl="0" eaLnBrk="1" fontAlgn="auto" latinLnBrk="0" hangingPunct="1">
              <a:lnSpc>
                <a:spcPct val="100000"/>
              </a:lnSpc>
              <a:spcBef>
                <a:spcPts val="400"/>
              </a:spcBef>
              <a:spcAft>
                <a:spcPts val="0"/>
              </a:spcAft>
              <a:buClrTx/>
              <a:buSzTx/>
              <a:buFontTx/>
              <a:buNone/>
              <a:tabLst/>
              <a:defRPr/>
            </a:pPr>
            <a:r>
              <a:rPr kumimoji="0" sz="2600" b="1" i="0" u="none" strike="noStrike" kern="1200" cap="none" spc="0" normalizeH="0" baseline="0" noProof="0" dirty="0">
                <a:ln>
                  <a:noFill/>
                </a:ln>
                <a:solidFill>
                  <a:srgbClr val="111111"/>
                </a:solidFill>
                <a:effectLst/>
                <a:uLnTx/>
                <a:uFillTx/>
                <a:latin typeface="Century Gothic"/>
                <a:ea typeface="+mn-ea"/>
                <a:cs typeface="+mn-cs"/>
              </a:rPr>
              <a:t>Secondary storage</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dirty="0">
                <a:ln>
                  <a:noFill/>
                </a:ln>
                <a:solidFill>
                  <a:srgbClr val="111111"/>
                </a:solidFill>
                <a:effectLst/>
                <a:uLnTx/>
                <a:uFillTx/>
                <a:latin typeface="Century Gothic"/>
                <a:ea typeface="+mn-ea"/>
                <a:cs typeface="+mn-cs"/>
              </a:rPr>
              <a:t>consists of more </a:t>
            </a:r>
            <a:r>
              <a:rPr kumimoji="0" sz="1900" b="0" i="0" u="none" strike="noStrike" kern="1200" cap="none" spc="0" normalizeH="0" baseline="0" noProof="0" dirty="0">
                <a:ln>
                  <a:noFill/>
                </a:ln>
                <a:solidFill>
                  <a:srgbClr val="111111"/>
                </a:solidFill>
                <a:effectLst/>
                <a:highlight>
                  <a:srgbClr val="FFF176"/>
                </a:highlight>
                <a:uLnTx/>
                <a:uFillTx/>
                <a:latin typeface="Century Gothic"/>
                <a:ea typeface="+mn-ea"/>
                <a:cs typeface="+mn-cs"/>
              </a:rPr>
              <a:t>inexpensive, nonvolatile storage resources</a:t>
            </a:r>
            <a:r>
              <a:rPr kumimoji="0" sz="1900" b="0" i="0" u="none" strike="noStrike" kern="1200" cap="none" spc="0" normalizeH="0" baseline="0" noProof="0" dirty="0">
                <a:ln>
                  <a:noFill/>
                </a:ln>
                <a:solidFill>
                  <a:srgbClr val="111111"/>
                </a:solidFill>
                <a:effectLst/>
                <a:uLnTx/>
                <a:uFillTx/>
                <a:latin typeface="Century Gothic"/>
                <a:ea typeface="+mn-ea"/>
                <a:cs typeface="+mn-cs"/>
              </a:rPr>
              <a:t> available to a system for long-term use. Include magnetic and optical media, such as tapes, disks, hard drives, flash drives, and compact disc/ digital versatile disc (CD/DVD) storage.</a:t>
            </a:r>
          </a:p>
          <a:p>
            <a:pPr marL="0" marR="0" lvl="0" indent="0" algn="l" defTabSz="457200" rtl="0" eaLnBrk="1" fontAlgn="auto" latinLnBrk="0" hangingPunct="1">
              <a:lnSpc>
                <a:spcPct val="100000"/>
              </a:lnSpc>
              <a:spcBef>
                <a:spcPts val="400"/>
              </a:spcBef>
              <a:spcAft>
                <a:spcPts val="0"/>
              </a:spcAft>
              <a:buClrTx/>
              <a:buSzTx/>
              <a:buFontTx/>
              <a:buNone/>
              <a:tabLst/>
              <a:defRPr/>
            </a:pPr>
            <a:r>
              <a:rPr kumimoji="0" sz="2600" b="1" i="0" u="none" strike="noStrike" kern="1200" cap="none" spc="0" normalizeH="0" baseline="0" noProof="0" dirty="0">
                <a:ln>
                  <a:noFill/>
                </a:ln>
                <a:solidFill>
                  <a:srgbClr val="111111"/>
                </a:solidFill>
                <a:effectLst/>
                <a:uLnTx/>
                <a:uFillTx/>
                <a:latin typeface="Century Gothic"/>
                <a:ea typeface="+mn-ea"/>
                <a:cs typeface="+mn-cs"/>
              </a:rPr>
              <a:t>Virtual memory</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dirty="0">
                <a:ln>
                  <a:noFill/>
                </a:ln>
                <a:solidFill>
                  <a:srgbClr val="111111"/>
                </a:solidFill>
                <a:effectLst/>
                <a:uLnTx/>
                <a:uFillTx/>
                <a:latin typeface="Century Gothic"/>
                <a:ea typeface="+mn-ea"/>
                <a:cs typeface="+mn-cs"/>
              </a:rPr>
              <a:t>allows a system to simulate additional primary memory resources through the use of secondary storage.</a:t>
            </a:r>
          </a:p>
          <a:p>
            <a:pPr marL="0" marR="0" lvl="0" indent="0" algn="l" defTabSz="457200" rtl="0" eaLnBrk="1" fontAlgn="auto" latinLnBrk="0" hangingPunct="1">
              <a:lnSpc>
                <a:spcPct val="95000"/>
              </a:lnSpc>
              <a:spcBef>
                <a:spcPts val="300"/>
              </a:spcBef>
              <a:spcAft>
                <a:spcPts val="0"/>
              </a:spcAft>
              <a:buClrTx/>
              <a:buSzTx/>
              <a:buFontTx/>
              <a:buNone/>
              <a:tabLst/>
              <a:defRPr/>
            </a:pPr>
            <a:r>
              <a:rPr kumimoji="0" sz="2100" b="0" i="0" u="none" strike="noStrike" kern="1200" cap="none" spc="0" normalizeH="0" baseline="0" noProof="0" dirty="0">
                <a:ln>
                  <a:noFill/>
                </a:ln>
                <a:solidFill>
                  <a:srgbClr val="FF1818"/>
                </a:solidFill>
                <a:effectLst/>
                <a:uLnTx/>
                <a:uFillTx/>
                <a:latin typeface="Segoe Print"/>
                <a:ea typeface="+mn-ea"/>
                <a:cs typeface="+mn-cs"/>
              </a:rPr>
              <a:t>example: a system low on RAM makes a hard
disk available for direct CPU addressing.</a:t>
            </a:r>
          </a:p>
        </p:txBody>
      </p:sp>
      <p:sp>
        <p:nvSpPr>
          <p:cNvPr id="6" name="Rounded Rectangle 5"/>
          <p:cNvSpPr/>
          <p:nvPr/>
        </p:nvSpPr>
        <p:spPr>
          <a:xfrm>
            <a:off x="5105400" y="1905000"/>
            <a:ext cx="4221480" cy="329184"/>
          </a:xfrm>
          <a:prstGeom prst="roundRect">
            <a:avLst/>
          </a:prstGeom>
          <a:noFill/>
          <a:ln w="31750">
            <a:solidFill>
              <a:srgbClr val="FF181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76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274320" y="18288"/>
            <a:ext cx="11612880" cy="539496"/>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60" normalizeH="0" baseline="0" noProof="0">
                <a:ln>
                  <a:noFill/>
                </a:ln>
                <a:solidFill>
                  <a:srgbClr val="FFFFFF"/>
                </a:solidFill>
                <a:effectLst/>
                <a:uLnTx/>
                <a:uFillTx/>
                <a:latin typeface="Century Gothic"/>
                <a:ea typeface="+mn-ea"/>
                <a:cs typeface="+mn-cs"/>
              </a:rPr>
              <a:t>DOMAIN 8: </a:t>
            </a:r>
            <a:r>
              <a:rPr kumimoji="0" sz="2200" b="0" i="0" u="none" strike="noStrike" kern="1200" cap="none" spc="160" normalizeH="0" baseline="0" noProof="0">
                <a:ln>
                  <a:noFill/>
                </a:ln>
                <a:solidFill>
                  <a:srgbClr val="00E5F2"/>
                </a:solidFill>
                <a:effectLst/>
                <a:uLnTx/>
                <a:uFillTx/>
                <a:latin typeface="Century Gothic"/>
                <a:ea typeface="+mn-ea"/>
                <a:cs typeface="+mn-cs"/>
              </a:rPr>
              <a:t>TYPES OF STORAGE</a:t>
            </a:r>
          </a:p>
        </p:txBody>
      </p:sp>
      <p:sp>
        <p:nvSpPr>
          <p:cNvPr id="4" name="Rectangle 3"/>
          <p:cNvSpPr/>
          <p:nvPr/>
        </p:nvSpPr>
        <p:spPr>
          <a:xfrm>
            <a:off x="0" y="868680"/>
            <a:ext cx="8778240" cy="566928"/>
          </a:xfrm>
          <a:prstGeom prst="rect">
            <a:avLst/>
          </a:prstGeom>
          <a:solidFill>
            <a:srgbClr val="00E5F2"/>
          </a:solidFill>
          <a:ln>
            <a:noFill/>
          </a:ln>
          <a:effectLst/>
        </p:spPr>
        <p:style>
          <a:lnRef idx="1">
            <a:schemeClr val="accent1"/>
          </a:lnRef>
          <a:fillRef idx="3">
            <a:schemeClr val="accent1"/>
          </a:fillRef>
          <a:effectRef idx="2">
            <a:schemeClr val="accent1"/>
          </a:effectRef>
          <a:fontRef idx="minor">
            <a:schemeClr val="lt1"/>
          </a:fontRef>
        </p:style>
        <p:txBody>
          <a:bodyPr wrap="square" lIns="571500" tIns="25400" rIns="50800" bIns="25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know types of storage, relative cost, and performance</a:t>
            </a:r>
          </a:p>
        </p:txBody>
      </p:sp>
      <p:sp>
        <p:nvSpPr>
          <p:cNvPr id="5" name="TextBox 4"/>
          <p:cNvSpPr txBox="1"/>
          <p:nvPr/>
        </p:nvSpPr>
        <p:spPr>
          <a:xfrm>
            <a:off x="502920" y="1554480"/>
            <a:ext cx="11247120" cy="4754880"/>
          </a:xfrm>
          <a:prstGeom prst="rect">
            <a:avLst/>
          </a:prstGeom>
          <a:noFill/>
        </p:spPr>
        <p:txBody>
          <a:bodyPr wrap="square" lIns="25400" tIns="12700" rIns="25400" bIns="12700">
            <a:spAutoFit/>
          </a:bodyPr>
          <a:lstStyle/>
          <a:p>
            <a:pPr marL="0" marR="0" lvl="0" indent="0" algn="l" defTabSz="457200" rtl="0" eaLnBrk="1" fontAlgn="auto" latinLnBrk="0" hangingPunct="1">
              <a:lnSpc>
                <a:spcPct val="100000"/>
              </a:lnSpc>
              <a:spcBef>
                <a:spcPts val="400"/>
              </a:spcBef>
              <a:spcAft>
                <a:spcPts val="0"/>
              </a:spcAft>
              <a:buClrTx/>
              <a:buSzTx/>
              <a:buFontTx/>
              <a:buNone/>
              <a:tabLst/>
              <a:defRPr/>
            </a:pPr>
            <a:r>
              <a:rPr kumimoji="0" sz="2600" b="1" i="0" u="none" strike="noStrike" kern="1200" cap="none" spc="0" normalizeH="0" baseline="0" noProof="0">
                <a:ln>
                  <a:noFill/>
                </a:ln>
                <a:solidFill>
                  <a:srgbClr val="111111"/>
                </a:solidFill>
                <a:effectLst/>
                <a:uLnTx/>
                <a:uFillTx/>
                <a:latin typeface="Century Gothic"/>
                <a:ea typeface="+mn-ea"/>
                <a:cs typeface="+mn-cs"/>
              </a:rPr>
              <a:t>Volatile storage</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loses its contents when power is removed from the resource.</a:t>
            </a:r>
          </a:p>
          <a:p>
            <a:pPr marL="0" marR="0" lvl="0" indent="0" algn="l" defTabSz="457200" rtl="0" eaLnBrk="1" fontAlgn="auto" latinLnBrk="0" hangingPunct="1">
              <a:lnSpc>
                <a:spcPct val="95000"/>
              </a:lnSpc>
              <a:spcBef>
                <a:spcPts val="300"/>
              </a:spcBef>
              <a:spcAft>
                <a:spcPts val="0"/>
              </a:spcAft>
              <a:buClrTx/>
              <a:buSzTx/>
              <a:buFontTx/>
              <a:buNone/>
              <a:tabLst/>
              <a:defRPr/>
            </a:pPr>
            <a:r>
              <a:rPr kumimoji="0" sz="2100" b="0" i="0" u="none" strike="noStrike" kern="1200" cap="none" spc="0" normalizeH="0" baseline="0" noProof="0">
                <a:ln>
                  <a:noFill/>
                </a:ln>
                <a:solidFill>
                  <a:srgbClr val="FF1818"/>
                </a:solidFill>
                <a:effectLst/>
                <a:uLnTx/>
                <a:uFillTx/>
                <a:latin typeface="Segoe Print"/>
                <a:ea typeface="+mn-ea"/>
                <a:cs typeface="+mn-cs"/>
              </a:rPr>
              <a:t>RAM is the most common example</a:t>
            </a:r>
          </a:p>
          <a:p>
            <a:pPr marL="0" marR="0" lvl="0" indent="0" algn="l" defTabSz="457200" rtl="0" eaLnBrk="1" fontAlgn="auto" latinLnBrk="0" hangingPunct="1">
              <a:lnSpc>
                <a:spcPct val="100000"/>
              </a:lnSpc>
              <a:spcBef>
                <a:spcPts val="400"/>
              </a:spcBef>
              <a:spcAft>
                <a:spcPts val="0"/>
              </a:spcAft>
              <a:buClrTx/>
              <a:buSzTx/>
              <a:buFontTx/>
              <a:buNone/>
              <a:tabLst/>
              <a:defRPr/>
            </a:pPr>
            <a:r>
              <a:rPr kumimoji="0" sz="2600" b="1" i="0" u="none" strike="noStrike" kern="1200" cap="none" spc="0" normalizeH="0" baseline="0" noProof="0">
                <a:ln>
                  <a:noFill/>
                </a:ln>
                <a:solidFill>
                  <a:srgbClr val="111111"/>
                </a:solidFill>
                <a:effectLst/>
                <a:uLnTx/>
                <a:uFillTx/>
                <a:latin typeface="Century Gothic"/>
                <a:ea typeface="+mn-ea"/>
                <a:cs typeface="+mn-cs"/>
              </a:rPr>
              <a:t>Nonvolatile storage</a:t>
            </a:r>
          </a:p>
          <a:p>
            <a:pPr marL="0" marR="0" lvl="0" indent="0" algn="l" defTabSz="457200" rtl="0" eaLnBrk="1" fontAlgn="auto" latinLnBrk="0" hangingPunct="1">
              <a:lnSpc>
                <a:spcPct val="95000"/>
              </a:lnSpc>
              <a:spcBef>
                <a:spcPts val="0"/>
              </a:spcBef>
              <a:spcAft>
                <a:spcPts val="0"/>
              </a:spcAft>
              <a:buClrTx/>
              <a:buSzTx/>
              <a:buFontTx/>
              <a:buNone/>
              <a:tabLst/>
              <a:defRPr/>
            </a:pPr>
            <a:r>
              <a:rPr kumimoji="0" sz="1900" b="0" i="0" u="none" strike="noStrike" kern="1200" cap="none" spc="0" normalizeH="0" baseline="0" noProof="0">
                <a:ln>
                  <a:noFill/>
                </a:ln>
                <a:solidFill>
                  <a:srgbClr val="111111"/>
                </a:solidFill>
                <a:effectLst/>
                <a:uLnTx/>
                <a:uFillTx/>
                <a:latin typeface="Century Gothic"/>
                <a:ea typeface="+mn-ea"/>
                <a:cs typeface="+mn-cs"/>
              </a:rPr>
              <a:t>does not depend upon the presence of power to maintain its contents.</a:t>
            </a:r>
          </a:p>
          <a:p>
            <a:pPr marL="0" marR="0" lvl="0" indent="0" algn="l" defTabSz="457200" rtl="0" eaLnBrk="1" fontAlgn="auto" latinLnBrk="0" hangingPunct="1">
              <a:lnSpc>
                <a:spcPct val="95000"/>
              </a:lnSpc>
              <a:spcBef>
                <a:spcPts val="300"/>
              </a:spcBef>
              <a:spcAft>
                <a:spcPts val="0"/>
              </a:spcAft>
              <a:buClrTx/>
              <a:buSzTx/>
              <a:buFontTx/>
              <a:buNone/>
              <a:tabLst/>
              <a:defRPr/>
            </a:pPr>
            <a:r>
              <a:rPr kumimoji="0" sz="2100" b="0" i="0" u="none" strike="noStrike" kern="1200" cap="none" spc="0" normalizeH="0" baseline="0" noProof="0">
                <a:ln>
                  <a:noFill/>
                </a:ln>
                <a:solidFill>
                  <a:srgbClr val="FF1818"/>
                </a:solidFill>
                <a:effectLst/>
                <a:uLnTx/>
                <a:uFillTx/>
                <a:latin typeface="Segoe Print"/>
                <a:ea typeface="+mn-ea"/>
                <a:cs typeface="+mn-cs"/>
              </a:rPr>
              <a:t>Magnetic/optical media and nonvolatile RAM (NVRAM)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301752" y="45720"/>
            <a:ext cx="11521440" cy="86868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4000" b="0" i="0" u="none" strike="noStrike" kern="1200" cap="none" spc="0" normalizeH="0" baseline="0" noProof="0">
                <a:ln>
                  <a:noFill/>
                </a:ln>
                <a:solidFill>
                  <a:srgbClr val="4A4A4A"/>
                </a:solidFill>
                <a:effectLst/>
                <a:uLnTx/>
                <a:uFillTx/>
                <a:latin typeface="Impact"/>
                <a:ea typeface="+mn-ea"/>
                <a:cs typeface="+mn-cs"/>
              </a:rPr>
              <a:t>MACHINE LEARNING AND NEURAL NETWORKS</a:t>
            </a:r>
          </a:p>
        </p:txBody>
      </p:sp>
      <p:sp>
        <p:nvSpPr>
          <p:cNvPr id="4" name="TextBox 3"/>
          <p:cNvSpPr txBox="1"/>
          <p:nvPr/>
        </p:nvSpPr>
        <p:spPr>
          <a:xfrm>
            <a:off x="320040" y="1371600"/>
            <a:ext cx="3108960" cy="12801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w="9525">
                  <a:solidFill>
                    <a:srgbClr val="444444"/>
                  </a:solidFill>
                </a:ln>
                <a:solidFill>
                  <a:srgbClr val="00E5F2"/>
                </a:solidFill>
                <a:effectLst/>
                <a:uLnTx/>
                <a:uFillTx/>
                <a:latin typeface="Century Gothic"/>
                <a:ea typeface="+mn-ea"/>
                <a:cs typeface="+mn-cs"/>
              </a:rPr>
              <a:t>Expert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w="9525">
                  <a:solidFill>
                    <a:srgbClr val="444444"/>
                  </a:solidFill>
                </a:ln>
                <a:solidFill>
                  <a:srgbClr val="00E5F2"/>
                </a:solidFill>
                <a:effectLst/>
                <a:uLnTx/>
                <a:uFillTx/>
                <a:latin typeface="Century Gothic"/>
                <a:ea typeface="+mn-ea"/>
                <a:cs typeface="+mn-cs"/>
              </a:rPr>
              <a:t>Systems</a:t>
            </a:r>
          </a:p>
        </p:txBody>
      </p:sp>
      <p:sp>
        <p:nvSpPr>
          <p:cNvPr id="5" name="Rectangle 4"/>
          <p:cNvSpPr/>
          <p:nvPr/>
        </p:nvSpPr>
        <p:spPr>
          <a:xfrm>
            <a:off x="3611880" y="1325880"/>
            <a:ext cx="54864" cy="13716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3840480" y="1325880"/>
            <a:ext cx="7863840" cy="137160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consist of two main components: a knowledge base that contains a series of “if/ then” rules and an inference engine that uses that information to draw conclusions about other data.</a:t>
            </a:r>
          </a:p>
        </p:txBody>
      </p:sp>
      <p:sp>
        <p:nvSpPr>
          <p:cNvPr id="9" name="TextBox 8"/>
          <p:cNvSpPr txBox="1"/>
          <p:nvPr/>
        </p:nvSpPr>
        <p:spPr>
          <a:xfrm>
            <a:off x="320040" y="3246120"/>
            <a:ext cx="3108960" cy="12801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w="9525">
                  <a:solidFill>
                    <a:srgbClr val="444444"/>
                  </a:solidFill>
                </a:ln>
                <a:solidFill>
                  <a:srgbClr val="00E5F2"/>
                </a:solidFill>
                <a:effectLst/>
                <a:uLnTx/>
                <a:uFillTx/>
                <a:latin typeface="Century Gothic"/>
                <a:ea typeface="+mn-ea"/>
                <a:cs typeface="+mn-cs"/>
              </a:rPr>
              <a:t>Machine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w="9525">
                  <a:solidFill>
                    <a:srgbClr val="444444"/>
                  </a:solidFill>
                </a:ln>
                <a:solidFill>
                  <a:srgbClr val="00E5F2"/>
                </a:solidFill>
                <a:effectLst/>
                <a:uLnTx/>
                <a:uFillTx/>
                <a:latin typeface="Century Gothic"/>
                <a:ea typeface="+mn-ea"/>
                <a:cs typeface="+mn-cs"/>
              </a:rPr>
              <a:t>Learning</a:t>
            </a:r>
          </a:p>
        </p:txBody>
      </p:sp>
      <p:sp>
        <p:nvSpPr>
          <p:cNvPr id="10" name="Rectangle 9"/>
          <p:cNvSpPr/>
          <p:nvPr/>
        </p:nvSpPr>
        <p:spPr>
          <a:xfrm>
            <a:off x="3611880" y="3291840"/>
            <a:ext cx="54864" cy="100584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3840480" y="3291840"/>
            <a:ext cx="7863840" cy="100584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400" b="0" i="0" u="none" strike="noStrike" kern="1200" cap="none" spc="0" normalizeH="0" baseline="0" noProof="0">
                <a:ln>
                  <a:noFill/>
                </a:ln>
                <a:solidFill>
                  <a:srgbClr val="111111"/>
                </a:solidFill>
                <a:effectLst/>
                <a:uLnTx/>
                <a:uFillTx/>
                <a:latin typeface="Century Gothic"/>
                <a:ea typeface="+mn-ea"/>
                <a:cs typeface="+mn-cs"/>
              </a:rPr>
              <a:t>techniques that attempt to </a:t>
            </a:r>
            <a:r>
              <a:rPr kumimoji="0" sz="2400" b="0" i="0" u="none" strike="noStrike" kern="1200" cap="none" spc="0" normalizeH="0" baseline="0" noProof="0">
                <a:ln>
                  <a:noFill/>
                </a:ln>
                <a:solidFill>
                  <a:srgbClr val="111111"/>
                </a:solidFill>
                <a:effectLst/>
                <a:highlight>
                  <a:srgbClr val="FFF176"/>
                </a:highlight>
                <a:uLnTx/>
                <a:uFillTx/>
                <a:latin typeface="Century Gothic"/>
                <a:ea typeface="+mn-ea"/>
                <a:cs typeface="+mn-cs"/>
              </a:rPr>
              <a:t>algorithmically discover knowledge</a:t>
            </a:r>
            <a:r>
              <a:rPr kumimoji="0" sz="2400" b="0" i="0" u="none" strike="noStrike" kern="1200" cap="none" spc="0" normalizeH="0" baseline="0" noProof="0">
                <a:ln>
                  <a:noFill/>
                </a:ln>
                <a:solidFill>
                  <a:srgbClr val="111111"/>
                </a:solidFill>
                <a:effectLst/>
                <a:uLnTx/>
                <a:uFillTx/>
                <a:latin typeface="Century Gothic"/>
                <a:ea typeface="+mn-ea"/>
                <a:cs typeface="+mn-cs"/>
              </a:rPr>
              <a:t> from datasets.</a:t>
            </a:r>
          </a:p>
        </p:txBody>
      </p:sp>
      <p:sp>
        <p:nvSpPr>
          <p:cNvPr id="12" name="TextBox 11"/>
          <p:cNvSpPr txBox="1"/>
          <p:nvPr/>
        </p:nvSpPr>
        <p:spPr>
          <a:xfrm>
            <a:off x="320040" y="5029200"/>
            <a:ext cx="3108960" cy="1280160"/>
          </a:xfrm>
          <a:prstGeom prst="rect">
            <a:avLst/>
          </a:prstGeom>
          <a:noFill/>
        </p:spPr>
        <p:txBody>
          <a:bodyPr wrap="square" lIns="25400" tIns="12700" rIns="25400" bIns="127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w="9525">
                  <a:solidFill>
                    <a:srgbClr val="444444"/>
                  </a:solidFill>
                </a:ln>
                <a:solidFill>
                  <a:srgbClr val="00E5F2"/>
                </a:solidFill>
                <a:effectLst/>
                <a:uLnTx/>
                <a:uFillTx/>
                <a:latin typeface="Century Gothic"/>
                <a:ea typeface="+mn-ea"/>
                <a:cs typeface="+mn-cs"/>
              </a:rPr>
              <a:t>Neural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w="9525">
                  <a:solidFill>
                    <a:srgbClr val="444444"/>
                  </a:solidFill>
                </a:ln>
                <a:solidFill>
                  <a:srgbClr val="00E5F2"/>
                </a:solidFill>
                <a:effectLst/>
                <a:uLnTx/>
                <a:uFillTx/>
                <a:latin typeface="Century Gothic"/>
                <a:ea typeface="+mn-ea"/>
                <a:cs typeface="+mn-cs"/>
              </a:rPr>
              <a:t>Networks</a:t>
            </a:r>
          </a:p>
        </p:txBody>
      </p:sp>
      <p:sp>
        <p:nvSpPr>
          <p:cNvPr id="13" name="Rectangle 12"/>
          <p:cNvSpPr/>
          <p:nvPr/>
        </p:nvSpPr>
        <p:spPr>
          <a:xfrm>
            <a:off x="3611880" y="4892040"/>
            <a:ext cx="54864" cy="16002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3849624" y="4709160"/>
            <a:ext cx="7863840" cy="1600200"/>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2400" b="0" i="0" u="none" strike="noStrike" kern="1200" cap="none" spc="0" normalizeH="0" baseline="0" noProof="0" dirty="0">
                <a:ln>
                  <a:noFill/>
                </a:ln>
                <a:solidFill>
                  <a:srgbClr val="111111"/>
                </a:solidFill>
                <a:effectLst/>
                <a:uLnTx/>
                <a:uFillTx/>
                <a:latin typeface="Century Gothic"/>
                <a:ea typeface="+mn-ea"/>
                <a:cs typeface="+mn-cs"/>
              </a:rPr>
              <a:t>simulate function of the human mind by arranging a series of layered calculations to solve problems.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2400" b="0" i="0" u="none" strike="noStrike" kern="1200" cap="none" spc="0" normalizeH="0" baseline="0" noProof="0" dirty="0">
                <a:ln>
                  <a:noFill/>
                </a:ln>
                <a:solidFill>
                  <a:srgbClr val="111111"/>
                </a:solidFill>
                <a:effectLst/>
                <a:highlight>
                  <a:srgbClr val="FFF176"/>
                </a:highlight>
                <a:uLnTx/>
                <a:uFillTx/>
                <a:latin typeface="Century Gothic"/>
                <a:ea typeface="+mn-ea"/>
                <a:cs typeface="+mn-cs"/>
              </a:rPr>
              <a:t>Require extensive training</a:t>
            </a:r>
            <a:r>
              <a:rPr kumimoji="0" sz="2400" b="0" i="0" u="none" strike="noStrike" kern="1200" cap="none" spc="0" normalizeH="0" baseline="0" noProof="0" dirty="0">
                <a:ln>
                  <a:noFill/>
                </a:ln>
                <a:solidFill>
                  <a:srgbClr val="111111"/>
                </a:solidFill>
                <a:effectLst/>
                <a:uLnTx/>
                <a:uFillTx/>
                <a:latin typeface="Century Gothic"/>
                <a:ea typeface="+mn-ea"/>
                <a:cs typeface="+mn-cs"/>
              </a:rPr>
              <a:t> on a particular problem before they can offer solutions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3444</TotalTime>
  <Words>3206</Words>
  <Application>Microsoft Macintosh PowerPoint</Application>
  <PresentationFormat>Widescreen</PresentationFormat>
  <Paragraphs>462</Paragraphs>
  <Slides>42</Slides>
  <Notes>3</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42</vt:i4>
      </vt:variant>
    </vt:vector>
  </HeadingPairs>
  <TitlesOfParts>
    <vt:vector size="57" baseType="lpstr">
      <vt:lpstr>Arial</vt:lpstr>
      <vt:lpstr>Arial Black</vt:lpstr>
      <vt:lpstr>Arial Narrow</vt:lpstr>
      <vt:lpstr>Calibri</vt:lpstr>
      <vt:lpstr>Calibri Light</vt:lpstr>
      <vt:lpstr>Century Gothic</vt:lpstr>
      <vt:lpstr>Helvetica Neue Medium</vt:lpstr>
      <vt:lpstr>Impact</vt:lpstr>
      <vt:lpstr>Segoe Print</vt:lpstr>
      <vt:lpstr>Times New Roman</vt:lpstr>
      <vt:lpstr>Wingdings</vt:lpstr>
      <vt:lpstr>Default Design</vt:lpstr>
      <vt:lpstr>Office Theme</vt:lpstr>
      <vt:lpstr>5_Office Theme</vt:lpstr>
      <vt:lpstr>1_Office Theme</vt:lpstr>
      <vt:lpstr>Software Development Security</vt:lpstr>
      <vt:lpstr>PowerPoint Presentation</vt:lpstr>
      <vt:lpstr>PowerPoint Presentation</vt:lpstr>
      <vt:lpstr>PowerPoint Presentation</vt:lpstr>
      <vt:lpstr>Pros and Cons with the Waterfall</vt:lpstr>
      <vt:lpstr>PowerPoint Presentation</vt:lpstr>
      <vt:lpstr>PowerPoint Presentation</vt:lpstr>
      <vt:lpstr>Agile Software Development</vt:lpstr>
      <vt:lpstr>SOFTWARE DEVELOPMENT METHODOLOGIES</vt:lpstr>
      <vt:lpstr>PowerPoint Presentation</vt:lpstr>
      <vt:lpstr>Extreme Programming</vt:lpstr>
      <vt:lpstr>PowerPoint Presentation</vt:lpstr>
      <vt:lpstr>PowerPoint Presentation</vt:lpstr>
      <vt:lpstr>PowerPoint Presentation</vt:lpstr>
      <vt:lpstr>PowerPoint Presentation</vt:lpstr>
      <vt:lpstr>APPLICATION SECURITY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Aggregation and Inference</vt:lpstr>
      <vt:lpstr>Inference</vt:lpstr>
      <vt:lpstr>Inference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 8 Software Development Security</dc:title>
  <dc:creator>Alan Harrah</dc:creator>
  <cp:lastModifiedBy>Alan Harrah</cp:lastModifiedBy>
  <cp:revision>5</cp:revision>
  <dcterms:created xsi:type="dcterms:W3CDTF">2020-11-11T20:20:32Z</dcterms:created>
  <dcterms:modified xsi:type="dcterms:W3CDTF">2026-08-20T22:19:40Z</dcterms:modified>
</cp:coreProperties>
</file>